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5"/>
  </p:notesMasterIdLst>
  <p:sldIdLst>
    <p:sldId id="256" r:id="rId2"/>
    <p:sldId id="428" r:id="rId3"/>
    <p:sldId id="382" r:id="rId4"/>
    <p:sldId id="424" r:id="rId5"/>
    <p:sldId id="425" r:id="rId6"/>
    <p:sldId id="426" r:id="rId7"/>
    <p:sldId id="436" r:id="rId8"/>
    <p:sldId id="427" r:id="rId9"/>
    <p:sldId id="432" r:id="rId10"/>
    <p:sldId id="438" r:id="rId11"/>
    <p:sldId id="439" r:id="rId12"/>
    <p:sldId id="437" r:id="rId13"/>
    <p:sldId id="429" r:id="rId14"/>
    <p:sldId id="435" r:id="rId15"/>
    <p:sldId id="440" r:id="rId16"/>
    <p:sldId id="441" r:id="rId17"/>
    <p:sldId id="442" r:id="rId18"/>
    <p:sldId id="443" r:id="rId19"/>
    <p:sldId id="444" r:id="rId20"/>
    <p:sldId id="445" r:id="rId21"/>
    <p:sldId id="446" r:id="rId22"/>
    <p:sldId id="430" r:id="rId23"/>
    <p:sldId id="433" r:id="rId24"/>
    <p:sldId id="447" r:id="rId25"/>
    <p:sldId id="448" r:id="rId26"/>
    <p:sldId id="431" r:id="rId27"/>
    <p:sldId id="434" r:id="rId28"/>
    <p:sldId id="449" r:id="rId29"/>
    <p:sldId id="450" r:id="rId30"/>
    <p:sldId id="451" r:id="rId31"/>
    <p:sldId id="383" r:id="rId32"/>
    <p:sldId id="452" r:id="rId33"/>
    <p:sldId id="453" r:id="rId34"/>
    <p:sldId id="454" r:id="rId35"/>
    <p:sldId id="455" r:id="rId36"/>
    <p:sldId id="456" r:id="rId37"/>
    <p:sldId id="457" r:id="rId38"/>
    <p:sldId id="458" r:id="rId39"/>
    <p:sldId id="459" r:id="rId40"/>
    <p:sldId id="460" r:id="rId41"/>
    <p:sldId id="461" r:id="rId42"/>
    <p:sldId id="462" r:id="rId43"/>
    <p:sldId id="463" r:id="rId44"/>
    <p:sldId id="384" r:id="rId45"/>
    <p:sldId id="464" r:id="rId46"/>
    <p:sldId id="465" r:id="rId47"/>
    <p:sldId id="267" r:id="rId48"/>
    <p:sldId id="466" r:id="rId49"/>
    <p:sldId id="467" r:id="rId50"/>
    <p:sldId id="468" r:id="rId51"/>
    <p:sldId id="469" r:id="rId52"/>
    <p:sldId id="268" r:id="rId53"/>
    <p:sldId id="288" r:id="rId54"/>
    <p:sldId id="289" r:id="rId55"/>
    <p:sldId id="470" r:id="rId56"/>
    <p:sldId id="471" r:id="rId57"/>
    <p:sldId id="472" r:id="rId58"/>
    <p:sldId id="294" r:id="rId59"/>
    <p:sldId id="295" r:id="rId60"/>
    <p:sldId id="474" r:id="rId61"/>
    <p:sldId id="473" r:id="rId62"/>
    <p:sldId id="269" r:id="rId63"/>
    <p:sldId id="475" r:id="rId64"/>
    <p:sldId id="476" r:id="rId65"/>
    <p:sldId id="477" r:id="rId66"/>
    <p:sldId id="478" r:id="rId67"/>
    <p:sldId id="479" r:id="rId68"/>
    <p:sldId id="480" r:id="rId69"/>
    <p:sldId id="481" r:id="rId70"/>
    <p:sldId id="482" r:id="rId71"/>
    <p:sldId id="309" r:id="rId72"/>
    <p:sldId id="388" r:id="rId73"/>
    <p:sldId id="483" r:id="rId74"/>
    <p:sldId id="484" r:id="rId75"/>
    <p:sldId id="486" r:id="rId76"/>
    <p:sldId id="271" r:id="rId77"/>
    <p:sldId id="272" r:id="rId78"/>
    <p:sldId id="488" r:id="rId79"/>
    <p:sldId id="489" r:id="rId80"/>
    <p:sldId id="490" r:id="rId81"/>
    <p:sldId id="491" r:id="rId82"/>
    <p:sldId id="492" r:id="rId83"/>
    <p:sldId id="493" r:id="rId84"/>
    <p:sldId id="494" r:id="rId85"/>
    <p:sldId id="495" r:id="rId86"/>
    <p:sldId id="496" r:id="rId87"/>
    <p:sldId id="497" r:id="rId88"/>
    <p:sldId id="487" r:id="rId89"/>
    <p:sldId id="290" r:id="rId90"/>
    <p:sldId id="291" r:id="rId91"/>
    <p:sldId id="296" r:id="rId92"/>
    <p:sldId id="485" r:id="rId93"/>
    <p:sldId id="297" r:id="rId94"/>
    <p:sldId id="298" r:id="rId95"/>
    <p:sldId id="299" r:id="rId96"/>
    <p:sldId id="300" r:id="rId97"/>
    <p:sldId id="301" r:id="rId98"/>
    <p:sldId id="302" r:id="rId99"/>
    <p:sldId id="324" r:id="rId100"/>
    <p:sldId id="325" r:id="rId101"/>
    <p:sldId id="385" r:id="rId102"/>
    <p:sldId id="386" r:id="rId103"/>
    <p:sldId id="389" r:id="rId104"/>
    <p:sldId id="273" r:id="rId105"/>
    <p:sldId id="274" r:id="rId106"/>
    <p:sldId id="275" r:id="rId107"/>
    <p:sldId id="276" r:id="rId108"/>
    <p:sldId id="277" r:id="rId109"/>
    <p:sldId id="278" r:id="rId110"/>
    <p:sldId id="279" r:id="rId111"/>
    <p:sldId id="307" r:id="rId112"/>
    <p:sldId id="308" r:id="rId113"/>
    <p:sldId id="314" r:id="rId114"/>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5B86"/>
    <a:srgbClr val="037E8C"/>
    <a:srgbClr val="F6DBA5"/>
    <a:srgbClr val="F2D69C"/>
    <a:srgbClr val="4F81BD"/>
    <a:srgbClr val="09577E"/>
    <a:srgbClr val="095A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99" d="100"/>
          <a:sy n="99" d="100"/>
        </p:scale>
        <p:origin x="357" y="3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E8D6D7E2-320C-4E63-8739-B3B9D112E517}" type="datetimeFigureOut">
              <a:rPr lang="en-IN" smtClean="0"/>
              <a:t>29-09-2023</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C046C13E-8AB7-4F5A-8317-08E22354E840}" type="slidenum">
              <a:rPr lang="en-IN" smtClean="0"/>
              <a:t>‹#›</a:t>
            </a:fld>
            <a:endParaRPr lang="en-IN"/>
          </a:p>
        </p:txBody>
      </p:sp>
    </p:spTree>
    <p:extLst>
      <p:ext uri="{BB962C8B-B14F-4D97-AF65-F5344CB8AC3E}">
        <p14:creationId xmlns:p14="http://schemas.microsoft.com/office/powerpoint/2010/main" val="337072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71017" y="324053"/>
            <a:ext cx="8201964" cy="45212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9F9F9F"/>
                </a:solidFill>
                <a:latin typeface="Calibri"/>
                <a:cs typeface="Calibri"/>
              </a:defRPr>
            </a:lvl1pPr>
          </a:lstStyle>
          <a:p>
            <a:pPr marL="12700">
              <a:lnSpc>
                <a:spcPts val="885"/>
              </a:lnSpc>
            </a:pPr>
            <a:r>
              <a:rPr lang="en-US" spc="5" dirty="0"/>
              <a:t>Dr. K. Vishal Reddy  | Associate Professor | Dept. of IT | KMIT</a:t>
            </a:r>
            <a:endParaRPr spc="5" dirty="0"/>
          </a:p>
        </p:txBody>
      </p:sp>
      <p:sp>
        <p:nvSpPr>
          <p:cNvPr id="5" name="Holder 5"/>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9/29/2023</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997695" y="0"/>
            <a:ext cx="146685" cy="5122545"/>
          </a:xfrm>
          <a:custGeom>
            <a:avLst/>
            <a:gdLst/>
            <a:ahLst/>
            <a:cxnLst/>
            <a:rect l="l" t="t" r="r" b="b"/>
            <a:pathLst>
              <a:path w="146684" h="5122545">
                <a:moveTo>
                  <a:pt x="0" y="5122164"/>
                </a:moveTo>
                <a:lnTo>
                  <a:pt x="146303" y="5122164"/>
                </a:lnTo>
                <a:lnTo>
                  <a:pt x="146303" y="0"/>
                </a:lnTo>
                <a:lnTo>
                  <a:pt x="0" y="0"/>
                </a:lnTo>
                <a:lnTo>
                  <a:pt x="0" y="5122164"/>
                </a:lnTo>
                <a:close/>
              </a:path>
            </a:pathLst>
          </a:custGeom>
          <a:solidFill>
            <a:srgbClr val="DCE2E3"/>
          </a:solidFill>
        </p:spPr>
        <p:txBody>
          <a:bodyPr wrap="square" lIns="0" tIns="0" rIns="0" bIns="0" rtlCol="0"/>
          <a:lstStyle/>
          <a:p>
            <a:endParaRPr/>
          </a:p>
        </p:txBody>
      </p:sp>
      <p:sp>
        <p:nvSpPr>
          <p:cNvPr id="17" name="bg object 17"/>
          <p:cNvSpPr/>
          <p:nvPr/>
        </p:nvSpPr>
        <p:spPr>
          <a:xfrm>
            <a:off x="0" y="0"/>
            <a:ext cx="530860" cy="5143500"/>
          </a:xfrm>
          <a:custGeom>
            <a:avLst/>
            <a:gdLst/>
            <a:ahLst/>
            <a:cxnLst/>
            <a:rect l="l" t="t" r="r" b="b"/>
            <a:pathLst>
              <a:path w="530860" h="5143500">
                <a:moveTo>
                  <a:pt x="530352" y="4800600"/>
                </a:moveTo>
                <a:lnTo>
                  <a:pt x="146304" y="4800600"/>
                </a:lnTo>
                <a:lnTo>
                  <a:pt x="146304" y="0"/>
                </a:lnTo>
                <a:lnTo>
                  <a:pt x="0" y="0"/>
                </a:lnTo>
                <a:lnTo>
                  <a:pt x="0" y="4800600"/>
                </a:lnTo>
                <a:lnTo>
                  <a:pt x="0" y="5117592"/>
                </a:lnTo>
                <a:lnTo>
                  <a:pt x="0" y="5143500"/>
                </a:lnTo>
                <a:lnTo>
                  <a:pt x="530352" y="5143500"/>
                </a:lnTo>
                <a:lnTo>
                  <a:pt x="530352" y="4800600"/>
                </a:lnTo>
                <a:close/>
              </a:path>
            </a:pathLst>
          </a:custGeom>
          <a:solidFill>
            <a:srgbClr val="DCE2E3"/>
          </a:solidFill>
        </p:spPr>
        <p:txBody>
          <a:bodyPr wrap="square" lIns="0" tIns="0" rIns="0" bIns="0" rtlCol="0"/>
          <a:lstStyle/>
          <a:p>
            <a:endParaRPr/>
          </a:p>
        </p:txBody>
      </p:sp>
      <p:sp>
        <p:nvSpPr>
          <p:cNvPr id="18" name="bg object 18"/>
          <p:cNvSpPr/>
          <p:nvPr/>
        </p:nvSpPr>
        <p:spPr>
          <a:xfrm>
            <a:off x="1667255" y="4800599"/>
            <a:ext cx="7477125" cy="342900"/>
          </a:xfrm>
          <a:custGeom>
            <a:avLst/>
            <a:gdLst/>
            <a:ahLst/>
            <a:cxnLst/>
            <a:rect l="l" t="t" r="r" b="b"/>
            <a:pathLst>
              <a:path w="7477125" h="342900">
                <a:moveTo>
                  <a:pt x="0" y="342900"/>
                </a:moveTo>
                <a:lnTo>
                  <a:pt x="7476744" y="342900"/>
                </a:lnTo>
                <a:lnTo>
                  <a:pt x="7476744" y="0"/>
                </a:lnTo>
                <a:lnTo>
                  <a:pt x="0" y="0"/>
                </a:lnTo>
                <a:lnTo>
                  <a:pt x="0" y="342900"/>
                </a:lnTo>
                <a:close/>
              </a:path>
            </a:pathLst>
          </a:custGeom>
          <a:solidFill>
            <a:srgbClr val="DCE2E3"/>
          </a:solidFill>
        </p:spPr>
        <p:txBody>
          <a:bodyPr wrap="square" lIns="0" tIns="0" rIns="0" bIns="0" rtlCol="0"/>
          <a:lstStyle/>
          <a:p>
            <a:endParaRPr/>
          </a:p>
        </p:txBody>
      </p:sp>
      <p:sp>
        <p:nvSpPr>
          <p:cNvPr id="19" name="bg object 19"/>
          <p:cNvSpPr/>
          <p:nvPr/>
        </p:nvSpPr>
        <p:spPr>
          <a:xfrm>
            <a:off x="0" y="0"/>
            <a:ext cx="9144000" cy="123825"/>
          </a:xfrm>
          <a:custGeom>
            <a:avLst/>
            <a:gdLst/>
            <a:ahLst/>
            <a:cxnLst/>
            <a:rect l="l" t="t" r="r" b="b"/>
            <a:pathLst>
              <a:path w="9144000" h="123825">
                <a:moveTo>
                  <a:pt x="0" y="123444"/>
                </a:moveTo>
                <a:lnTo>
                  <a:pt x="9144000" y="123444"/>
                </a:lnTo>
                <a:lnTo>
                  <a:pt x="9144000" y="0"/>
                </a:lnTo>
                <a:lnTo>
                  <a:pt x="0" y="0"/>
                </a:lnTo>
                <a:lnTo>
                  <a:pt x="0" y="123444"/>
                </a:lnTo>
                <a:close/>
              </a:path>
            </a:pathLst>
          </a:custGeom>
          <a:solidFill>
            <a:srgbClr val="DCE2E3"/>
          </a:solidFill>
        </p:spPr>
        <p:txBody>
          <a:bodyPr wrap="square" lIns="0" tIns="0" rIns="0" bIns="0" rtlCol="0"/>
          <a:lstStyle/>
          <a:p>
            <a:endParaRPr/>
          </a:p>
        </p:txBody>
      </p:sp>
      <p:pic>
        <p:nvPicPr>
          <p:cNvPr id="20" name="bg object 20"/>
          <p:cNvPicPr/>
          <p:nvPr/>
        </p:nvPicPr>
        <p:blipFill>
          <a:blip r:embed="rId2" cstate="print"/>
          <a:stretch>
            <a:fillRect/>
          </a:stretch>
        </p:blipFill>
        <p:spPr>
          <a:xfrm>
            <a:off x="537972" y="4725927"/>
            <a:ext cx="1138428" cy="417572"/>
          </a:xfrm>
          <a:prstGeom prst="rect">
            <a:avLst/>
          </a:prstGeom>
        </p:spPr>
      </p:pic>
      <p:sp>
        <p:nvSpPr>
          <p:cNvPr id="2" name="Holder 2"/>
          <p:cNvSpPr>
            <a:spLocks noGrp="1"/>
          </p:cNvSpPr>
          <p:nvPr>
            <p:ph type="title"/>
          </p:nvPr>
        </p:nvSpPr>
        <p:spPr/>
        <p:txBody>
          <a:bodyPr lIns="0" tIns="0" rIns="0" bIns="0"/>
          <a:lstStyle>
            <a:lvl1pPr>
              <a:defRPr sz="2800" b="1" i="0">
                <a:solidFill>
                  <a:srgbClr val="095A82"/>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9F9F9F"/>
                </a:solidFill>
                <a:latin typeface="Calibri"/>
                <a:cs typeface="Calibri"/>
              </a:defRPr>
            </a:lvl1pPr>
          </a:lstStyle>
          <a:p>
            <a:pPr marL="12700">
              <a:lnSpc>
                <a:spcPts val="885"/>
              </a:lnSpc>
            </a:pPr>
            <a:r>
              <a:rPr lang="en-US" spc="5" dirty="0"/>
              <a:t>Dr. K. Vishal Reddy  | Associate Professor | Dept. of IT | KMIT</a:t>
            </a:r>
            <a:endParaRPr spc="5" dirty="0"/>
          </a:p>
        </p:txBody>
      </p:sp>
      <p:sp>
        <p:nvSpPr>
          <p:cNvPr id="6" name="Holder 6"/>
          <p:cNvSpPr>
            <a:spLocks noGrp="1"/>
          </p:cNvSpPr>
          <p:nvPr>
            <p:ph type="sldNum" sz="quarter" idx="7"/>
          </p:nvPr>
        </p:nvSpPr>
        <p:spPr>
          <a:xfrm>
            <a:off x="6583680" y="4783455"/>
            <a:ext cx="2103120" cy="257175"/>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95A82"/>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9F9F9F"/>
                </a:solidFill>
                <a:latin typeface="Calibri"/>
                <a:cs typeface="Calibri"/>
              </a:defRPr>
            </a:lvl1pPr>
          </a:lstStyle>
          <a:p>
            <a:pPr marL="12700">
              <a:lnSpc>
                <a:spcPts val="885"/>
              </a:lnSpc>
            </a:pPr>
            <a:r>
              <a:rPr lang="en-US" spc="5" dirty="0"/>
              <a:t>Dr. K. Vishal Reddy  | Associate Professor | Dept. of IT | KMIT</a:t>
            </a:r>
            <a:endParaRPr spc="5" dirty="0"/>
          </a:p>
        </p:txBody>
      </p:sp>
      <p:sp>
        <p:nvSpPr>
          <p:cNvPr id="6" name="Holder 6"/>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9/29/2023</a:t>
            </a:fld>
            <a:endParaRPr lang="en-US"/>
          </a:p>
        </p:txBody>
      </p:sp>
      <p:sp>
        <p:nvSpPr>
          <p:cNvPr id="7" name="Holder 7"/>
          <p:cNvSpPr>
            <a:spLocks noGrp="1"/>
          </p:cNvSpPr>
          <p:nvPr>
            <p:ph type="sldNum" sz="quarter" idx="7"/>
          </p:nvPr>
        </p:nvSpPr>
        <p:spPr>
          <a:xfrm>
            <a:off x="6583680" y="4783455"/>
            <a:ext cx="2103120" cy="257175"/>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DCE2E3"/>
          </a:solidFill>
        </p:spPr>
        <p:txBody>
          <a:bodyPr wrap="square" lIns="0" tIns="0" rIns="0" bIns="0" rtlCol="0"/>
          <a:lstStyle/>
          <a:p>
            <a:endParaRPr/>
          </a:p>
        </p:txBody>
      </p:sp>
      <p:sp>
        <p:nvSpPr>
          <p:cNvPr id="17" name="bg object 17"/>
          <p:cNvSpPr/>
          <p:nvPr/>
        </p:nvSpPr>
        <p:spPr>
          <a:xfrm>
            <a:off x="7315200" y="0"/>
            <a:ext cx="1243965" cy="1554480"/>
          </a:xfrm>
          <a:custGeom>
            <a:avLst/>
            <a:gdLst/>
            <a:ahLst/>
            <a:cxnLst/>
            <a:rect l="l" t="t" r="r" b="b"/>
            <a:pathLst>
              <a:path w="1243965" h="1554480">
                <a:moveTo>
                  <a:pt x="1243584" y="0"/>
                </a:moveTo>
                <a:lnTo>
                  <a:pt x="0" y="0"/>
                </a:lnTo>
                <a:lnTo>
                  <a:pt x="0" y="1065276"/>
                </a:lnTo>
                <a:lnTo>
                  <a:pt x="0" y="1095756"/>
                </a:lnTo>
                <a:lnTo>
                  <a:pt x="0" y="1554480"/>
                </a:lnTo>
                <a:lnTo>
                  <a:pt x="621068" y="1096175"/>
                </a:lnTo>
                <a:lnTo>
                  <a:pt x="1243584" y="1554480"/>
                </a:lnTo>
                <a:lnTo>
                  <a:pt x="1243584" y="1095756"/>
                </a:lnTo>
                <a:lnTo>
                  <a:pt x="1243584" y="1065276"/>
                </a:lnTo>
                <a:lnTo>
                  <a:pt x="1243584" y="0"/>
                </a:lnTo>
                <a:close/>
              </a:path>
            </a:pathLst>
          </a:custGeom>
          <a:solidFill>
            <a:srgbClr val="095A82"/>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528827" y="4725927"/>
            <a:ext cx="1138428" cy="417572"/>
          </a:xfrm>
          <a:prstGeom prst="rect">
            <a:avLst/>
          </a:prstGeom>
        </p:spPr>
      </p:pic>
      <p:sp>
        <p:nvSpPr>
          <p:cNvPr id="2" name="Holder 2"/>
          <p:cNvSpPr>
            <a:spLocks noGrp="1"/>
          </p:cNvSpPr>
          <p:nvPr>
            <p:ph type="title"/>
          </p:nvPr>
        </p:nvSpPr>
        <p:spPr/>
        <p:txBody>
          <a:bodyPr lIns="0" tIns="0" rIns="0" bIns="0"/>
          <a:lstStyle>
            <a:lvl1pPr>
              <a:defRPr sz="2800" b="1" i="0">
                <a:solidFill>
                  <a:srgbClr val="095A82"/>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9F9F9F"/>
                </a:solidFill>
                <a:latin typeface="Calibri"/>
                <a:cs typeface="Calibri"/>
              </a:defRPr>
            </a:lvl1pPr>
          </a:lstStyle>
          <a:p>
            <a:pPr marL="12700">
              <a:lnSpc>
                <a:spcPts val="885"/>
              </a:lnSpc>
            </a:pPr>
            <a:r>
              <a:rPr lang="en-US" spc="5" dirty="0"/>
              <a:t>Dr. K. Vishal Reddy  | Associate Professor | Dept. of IT | KMIT</a:t>
            </a:r>
            <a:endParaRPr spc="5" dirty="0"/>
          </a:p>
        </p:txBody>
      </p:sp>
      <p:sp>
        <p:nvSpPr>
          <p:cNvPr id="5" name="Holder 5"/>
          <p:cNvSpPr>
            <a:spLocks noGrp="1"/>
          </p:cNvSpPr>
          <p:nvPr>
            <p:ph type="sldNum" sz="quarter" idx="7"/>
          </p:nvPr>
        </p:nvSpPr>
        <p:spPr>
          <a:xfrm>
            <a:off x="6583680" y="4783455"/>
            <a:ext cx="2103120" cy="257175"/>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997695" y="0"/>
            <a:ext cx="146685" cy="5122545"/>
          </a:xfrm>
          <a:custGeom>
            <a:avLst/>
            <a:gdLst/>
            <a:ahLst/>
            <a:cxnLst/>
            <a:rect l="l" t="t" r="r" b="b"/>
            <a:pathLst>
              <a:path w="146684" h="5122545">
                <a:moveTo>
                  <a:pt x="0" y="5122164"/>
                </a:moveTo>
                <a:lnTo>
                  <a:pt x="146303" y="5122164"/>
                </a:lnTo>
                <a:lnTo>
                  <a:pt x="146303" y="0"/>
                </a:lnTo>
                <a:lnTo>
                  <a:pt x="0" y="0"/>
                </a:lnTo>
                <a:lnTo>
                  <a:pt x="0" y="5122164"/>
                </a:lnTo>
                <a:close/>
              </a:path>
            </a:pathLst>
          </a:custGeom>
          <a:solidFill>
            <a:srgbClr val="DCE2E3"/>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800" b="0" i="0">
                <a:solidFill>
                  <a:srgbClr val="9F9F9F"/>
                </a:solidFill>
                <a:latin typeface="Calibri"/>
                <a:cs typeface="Calibri"/>
              </a:defRPr>
            </a:lvl1pPr>
          </a:lstStyle>
          <a:p>
            <a:pPr marL="12700">
              <a:lnSpc>
                <a:spcPts val="885"/>
              </a:lnSpc>
            </a:pPr>
            <a:r>
              <a:rPr lang="en-US" spc="5" dirty="0"/>
              <a:t>Dr. K. Vishal Reddy  | Associate Professor | Dept. of IT | KMIT</a:t>
            </a:r>
            <a:endParaRPr spc="5" dirty="0"/>
          </a:p>
        </p:txBody>
      </p:sp>
      <p:sp>
        <p:nvSpPr>
          <p:cNvPr id="3" name="Holder 3"/>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9/29/2023</a:t>
            </a:fld>
            <a:endParaRPr lang="en-US"/>
          </a:p>
        </p:txBody>
      </p:sp>
      <p:sp>
        <p:nvSpPr>
          <p:cNvPr id="4" name="Holder 4"/>
          <p:cNvSpPr>
            <a:spLocks noGrp="1"/>
          </p:cNvSpPr>
          <p:nvPr>
            <p:ph type="sldNum" sz="quarter" idx="7"/>
          </p:nvPr>
        </p:nvSpPr>
        <p:spPr>
          <a:xfrm>
            <a:off x="6583680" y="4783455"/>
            <a:ext cx="2103120" cy="257175"/>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997695" y="0"/>
            <a:ext cx="146685" cy="5122545"/>
          </a:xfrm>
          <a:custGeom>
            <a:avLst/>
            <a:gdLst/>
            <a:ahLst/>
            <a:cxnLst/>
            <a:rect l="l" t="t" r="r" b="b"/>
            <a:pathLst>
              <a:path w="146684" h="5122545">
                <a:moveTo>
                  <a:pt x="0" y="5122164"/>
                </a:moveTo>
                <a:lnTo>
                  <a:pt x="146303" y="5122164"/>
                </a:lnTo>
                <a:lnTo>
                  <a:pt x="146303" y="0"/>
                </a:lnTo>
                <a:lnTo>
                  <a:pt x="0" y="0"/>
                </a:lnTo>
                <a:lnTo>
                  <a:pt x="0" y="5122164"/>
                </a:lnTo>
                <a:close/>
              </a:path>
            </a:pathLst>
          </a:custGeom>
          <a:solidFill>
            <a:srgbClr val="DCE2E3"/>
          </a:solidFill>
        </p:spPr>
        <p:txBody>
          <a:bodyPr wrap="square" lIns="0" tIns="0" rIns="0" bIns="0" rtlCol="0"/>
          <a:lstStyle/>
          <a:p>
            <a:endParaRPr/>
          </a:p>
        </p:txBody>
      </p:sp>
      <p:sp>
        <p:nvSpPr>
          <p:cNvPr id="17" name="bg object 17"/>
          <p:cNvSpPr/>
          <p:nvPr/>
        </p:nvSpPr>
        <p:spPr>
          <a:xfrm>
            <a:off x="0" y="0"/>
            <a:ext cx="530860" cy="5143500"/>
          </a:xfrm>
          <a:custGeom>
            <a:avLst/>
            <a:gdLst/>
            <a:ahLst/>
            <a:cxnLst/>
            <a:rect l="l" t="t" r="r" b="b"/>
            <a:pathLst>
              <a:path w="530860" h="5143500">
                <a:moveTo>
                  <a:pt x="530352" y="4800600"/>
                </a:moveTo>
                <a:lnTo>
                  <a:pt x="146304" y="4800600"/>
                </a:lnTo>
                <a:lnTo>
                  <a:pt x="146304" y="0"/>
                </a:lnTo>
                <a:lnTo>
                  <a:pt x="0" y="0"/>
                </a:lnTo>
                <a:lnTo>
                  <a:pt x="0" y="4800600"/>
                </a:lnTo>
                <a:lnTo>
                  <a:pt x="0" y="5117592"/>
                </a:lnTo>
                <a:lnTo>
                  <a:pt x="0" y="5143500"/>
                </a:lnTo>
                <a:lnTo>
                  <a:pt x="530352" y="5143500"/>
                </a:lnTo>
                <a:lnTo>
                  <a:pt x="530352" y="4800600"/>
                </a:lnTo>
                <a:close/>
              </a:path>
            </a:pathLst>
          </a:custGeom>
          <a:solidFill>
            <a:srgbClr val="DCE2E3"/>
          </a:solidFill>
        </p:spPr>
        <p:txBody>
          <a:bodyPr wrap="square" lIns="0" tIns="0" rIns="0" bIns="0" rtlCol="0"/>
          <a:lstStyle/>
          <a:p>
            <a:endParaRPr/>
          </a:p>
        </p:txBody>
      </p:sp>
      <p:sp>
        <p:nvSpPr>
          <p:cNvPr id="18" name="bg object 18"/>
          <p:cNvSpPr/>
          <p:nvPr/>
        </p:nvSpPr>
        <p:spPr>
          <a:xfrm>
            <a:off x="1667255" y="4800599"/>
            <a:ext cx="7477125" cy="342900"/>
          </a:xfrm>
          <a:custGeom>
            <a:avLst/>
            <a:gdLst/>
            <a:ahLst/>
            <a:cxnLst/>
            <a:rect l="l" t="t" r="r" b="b"/>
            <a:pathLst>
              <a:path w="7477125" h="342900">
                <a:moveTo>
                  <a:pt x="0" y="342900"/>
                </a:moveTo>
                <a:lnTo>
                  <a:pt x="7476744" y="342900"/>
                </a:lnTo>
                <a:lnTo>
                  <a:pt x="7476744" y="0"/>
                </a:lnTo>
                <a:lnTo>
                  <a:pt x="0" y="0"/>
                </a:lnTo>
                <a:lnTo>
                  <a:pt x="0" y="342900"/>
                </a:lnTo>
                <a:close/>
              </a:path>
            </a:pathLst>
          </a:custGeom>
          <a:solidFill>
            <a:srgbClr val="DCE2E3"/>
          </a:solidFill>
        </p:spPr>
        <p:txBody>
          <a:bodyPr wrap="square" lIns="0" tIns="0" rIns="0" bIns="0" rtlCol="0"/>
          <a:lstStyle/>
          <a:p>
            <a:endParaRPr/>
          </a:p>
        </p:txBody>
      </p:sp>
      <p:sp>
        <p:nvSpPr>
          <p:cNvPr id="19" name="bg object 19"/>
          <p:cNvSpPr/>
          <p:nvPr/>
        </p:nvSpPr>
        <p:spPr>
          <a:xfrm>
            <a:off x="0" y="0"/>
            <a:ext cx="9144000" cy="123825"/>
          </a:xfrm>
          <a:custGeom>
            <a:avLst/>
            <a:gdLst/>
            <a:ahLst/>
            <a:cxnLst/>
            <a:rect l="l" t="t" r="r" b="b"/>
            <a:pathLst>
              <a:path w="9144000" h="123825">
                <a:moveTo>
                  <a:pt x="0" y="123444"/>
                </a:moveTo>
                <a:lnTo>
                  <a:pt x="9144000" y="123444"/>
                </a:lnTo>
                <a:lnTo>
                  <a:pt x="9144000" y="0"/>
                </a:lnTo>
                <a:lnTo>
                  <a:pt x="0" y="0"/>
                </a:lnTo>
                <a:lnTo>
                  <a:pt x="0" y="123444"/>
                </a:lnTo>
                <a:close/>
              </a:path>
            </a:pathLst>
          </a:custGeom>
          <a:solidFill>
            <a:srgbClr val="DCE2E3"/>
          </a:solidFill>
        </p:spPr>
        <p:txBody>
          <a:bodyPr wrap="square" lIns="0" tIns="0" rIns="0" bIns="0" rtlCol="0"/>
          <a:lstStyle/>
          <a:p>
            <a:endParaRPr/>
          </a:p>
        </p:txBody>
      </p:sp>
      <p:pic>
        <p:nvPicPr>
          <p:cNvPr id="20" name="bg object 20"/>
          <p:cNvPicPr/>
          <p:nvPr/>
        </p:nvPicPr>
        <p:blipFill>
          <a:blip r:embed="rId7" cstate="print"/>
          <a:stretch>
            <a:fillRect/>
          </a:stretch>
        </p:blipFill>
        <p:spPr>
          <a:xfrm>
            <a:off x="528827" y="4725927"/>
            <a:ext cx="1138428" cy="417572"/>
          </a:xfrm>
          <a:prstGeom prst="rect">
            <a:avLst/>
          </a:prstGeom>
        </p:spPr>
      </p:pic>
      <p:sp>
        <p:nvSpPr>
          <p:cNvPr id="22" name="bg object 2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2" name="Holder 2"/>
          <p:cNvSpPr>
            <a:spLocks noGrp="1"/>
          </p:cNvSpPr>
          <p:nvPr>
            <p:ph type="title"/>
          </p:nvPr>
        </p:nvSpPr>
        <p:spPr>
          <a:xfrm>
            <a:off x="3364229" y="2323591"/>
            <a:ext cx="2415540" cy="452119"/>
          </a:xfrm>
          <a:prstGeom prst="rect">
            <a:avLst/>
          </a:prstGeom>
        </p:spPr>
        <p:txBody>
          <a:bodyPr wrap="square" lIns="0" tIns="0" rIns="0" bIns="0">
            <a:spAutoFit/>
          </a:bodyPr>
          <a:lstStyle>
            <a:lvl1pPr>
              <a:defRPr sz="2800" b="1" i="0">
                <a:solidFill>
                  <a:srgbClr val="095A82"/>
                </a:solidFill>
                <a:latin typeface="Calibri"/>
                <a:cs typeface="Calibri"/>
              </a:defRPr>
            </a:lvl1pPr>
          </a:lstStyle>
          <a:p>
            <a:endParaRPr/>
          </a:p>
        </p:txBody>
      </p:sp>
      <p:sp>
        <p:nvSpPr>
          <p:cNvPr id="3" name="Holder 3"/>
          <p:cNvSpPr>
            <a:spLocks noGrp="1"/>
          </p:cNvSpPr>
          <p:nvPr>
            <p:ph type="body" idx="1"/>
          </p:nvPr>
        </p:nvSpPr>
        <p:spPr>
          <a:xfrm>
            <a:off x="678345" y="1108328"/>
            <a:ext cx="7793990" cy="333565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390894" y="4895951"/>
            <a:ext cx="2601595" cy="115416"/>
          </a:xfrm>
          <a:prstGeom prst="rect">
            <a:avLst/>
          </a:prstGeom>
        </p:spPr>
        <p:txBody>
          <a:bodyPr wrap="square" lIns="0" tIns="0" rIns="0" bIns="0">
            <a:spAutoFit/>
          </a:bodyPr>
          <a:lstStyle>
            <a:lvl1pPr>
              <a:defRPr sz="800" b="0" i="0">
                <a:solidFill>
                  <a:srgbClr val="9F9F9F"/>
                </a:solidFill>
                <a:latin typeface="Calibri"/>
                <a:cs typeface="Calibri"/>
              </a:defRPr>
            </a:lvl1pPr>
          </a:lstStyle>
          <a:p>
            <a:pPr marL="12700">
              <a:lnSpc>
                <a:spcPts val="880"/>
              </a:lnSpc>
            </a:pPr>
            <a:r>
              <a:rPr lang="en-US" spc="5" dirty="0"/>
              <a:t>Dr. K. Vishal Reddy  | Associate Professor | Dept. of IT | KMIT</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1.png"/><Relationship Id="rId7"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33.png"/><Relationship Id="rId4" Type="http://schemas.openxmlformats.org/officeDocument/2006/relationships/image" Target="../media/image19.png"/><Relationship Id="rId9" Type="http://schemas.openxmlformats.org/officeDocument/2006/relationships/image" Target="../media/image29.pn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8.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57.png"/><Relationship Id="rId2" Type="http://schemas.openxmlformats.org/officeDocument/2006/relationships/image" Target="../media/image34.png"/><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24" Type="http://schemas.openxmlformats.org/officeDocument/2006/relationships/image" Target="../media/image56.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10" Type="http://schemas.openxmlformats.org/officeDocument/2006/relationships/image" Target="../media/image42.png"/><Relationship Id="rId19" Type="http://schemas.openxmlformats.org/officeDocument/2006/relationships/image" Target="../media/image51.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5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12" Type="http://schemas.openxmlformats.org/officeDocument/2006/relationships/image" Target="../media/image79.png"/><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png"/><Relationship Id="rId18" Type="http://schemas.openxmlformats.org/officeDocument/2006/relationships/image" Target="../media/image98.png"/><Relationship Id="rId26" Type="http://schemas.openxmlformats.org/officeDocument/2006/relationships/image" Target="../media/image106.png"/><Relationship Id="rId3" Type="http://schemas.openxmlformats.org/officeDocument/2006/relationships/image" Target="../media/image83.png"/><Relationship Id="rId21" Type="http://schemas.openxmlformats.org/officeDocument/2006/relationships/image" Target="../media/image101.png"/><Relationship Id="rId7" Type="http://schemas.openxmlformats.org/officeDocument/2006/relationships/image" Target="../media/image87.png"/><Relationship Id="rId12" Type="http://schemas.openxmlformats.org/officeDocument/2006/relationships/image" Target="../media/image92.png"/><Relationship Id="rId17" Type="http://schemas.openxmlformats.org/officeDocument/2006/relationships/image" Target="../media/image97.png"/><Relationship Id="rId25" Type="http://schemas.openxmlformats.org/officeDocument/2006/relationships/image" Target="../media/image105.png"/><Relationship Id="rId2" Type="http://schemas.openxmlformats.org/officeDocument/2006/relationships/image" Target="../media/image82.png"/><Relationship Id="rId16" Type="http://schemas.openxmlformats.org/officeDocument/2006/relationships/image" Target="../media/image96.png"/><Relationship Id="rId20" Type="http://schemas.openxmlformats.org/officeDocument/2006/relationships/image" Target="../media/image100.png"/><Relationship Id="rId29" Type="http://schemas.openxmlformats.org/officeDocument/2006/relationships/image" Target="../media/image109.png"/><Relationship Id="rId1" Type="http://schemas.openxmlformats.org/officeDocument/2006/relationships/slideLayout" Target="../slideLayouts/slideLayout2.xml"/><Relationship Id="rId6" Type="http://schemas.openxmlformats.org/officeDocument/2006/relationships/image" Target="../media/image86.png"/><Relationship Id="rId11" Type="http://schemas.openxmlformats.org/officeDocument/2006/relationships/image" Target="../media/image91.png"/><Relationship Id="rId24" Type="http://schemas.openxmlformats.org/officeDocument/2006/relationships/image" Target="../media/image104.png"/><Relationship Id="rId32" Type="http://schemas.openxmlformats.org/officeDocument/2006/relationships/image" Target="../media/image112.png"/><Relationship Id="rId5" Type="http://schemas.openxmlformats.org/officeDocument/2006/relationships/image" Target="../media/image85.png"/><Relationship Id="rId15" Type="http://schemas.openxmlformats.org/officeDocument/2006/relationships/image" Target="../media/image95.png"/><Relationship Id="rId23" Type="http://schemas.openxmlformats.org/officeDocument/2006/relationships/image" Target="../media/image103.png"/><Relationship Id="rId28" Type="http://schemas.openxmlformats.org/officeDocument/2006/relationships/image" Target="../media/image108.png"/><Relationship Id="rId10" Type="http://schemas.openxmlformats.org/officeDocument/2006/relationships/image" Target="../media/image90.png"/><Relationship Id="rId19" Type="http://schemas.openxmlformats.org/officeDocument/2006/relationships/image" Target="../media/image99.png"/><Relationship Id="rId31" Type="http://schemas.openxmlformats.org/officeDocument/2006/relationships/image" Target="../media/image111.png"/><Relationship Id="rId4" Type="http://schemas.openxmlformats.org/officeDocument/2006/relationships/image" Target="../media/image84.png"/><Relationship Id="rId9" Type="http://schemas.openxmlformats.org/officeDocument/2006/relationships/image" Target="../media/image89.png"/><Relationship Id="rId14" Type="http://schemas.openxmlformats.org/officeDocument/2006/relationships/image" Target="../media/image94.png"/><Relationship Id="rId22" Type="http://schemas.openxmlformats.org/officeDocument/2006/relationships/image" Target="../media/image102.png"/><Relationship Id="rId27" Type="http://schemas.openxmlformats.org/officeDocument/2006/relationships/image" Target="../media/image107.png"/><Relationship Id="rId30" Type="http://schemas.openxmlformats.org/officeDocument/2006/relationships/image" Target="../media/image11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3" Type="http://schemas.openxmlformats.org/officeDocument/2006/relationships/image" Target="../media/image115.png"/><Relationship Id="rId7" Type="http://schemas.openxmlformats.org/officeDocument/2006/relationships/image" Target="../media/image119.png"/><Relationship Id="rId12" Type="http://schemas.openxmlformats.org/officeDocument/2006/relationships/image" Target="../media/image124.png"/><Relationship Id="rId2"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118.png"/><Relationship Id="rId11" Type="http://schemas.openxmlformats.org/officeDocument/2006/relationships/image" Target="../media/image123.png"/><Relationship Id="rId5" Type="http://schemas.openxmlformats.org/officeDocument/2006/relationships/image" Target="../media/image117.png"/><Relationship Id="rId10" Type="http://schemas.openxmlformats.org/officeDocument/2006/relationships/image" Target="../media/image122.png"/><Relationship Id="rId4" Type="http://schemas.openxmlformats.org/officeDocument/2006/relationships/image" Target="../media/image116.png"/><Relationship Id="rId9" Type="http://schemas.openxmlformats.org/officeDocument/2006/relationships/image" Target="../media/image12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27.png"/><Relationship Id="rId7" Type="http://schemas.openxmlformats.org/officeDocument/2006/relationships/image" Target="../media/image131.png"/><Relationship Id="rId2" Type="http://schemas.openxmlformats.org/officeDocument/2006/relationships/image" Target="../media/image126.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 Id="rId9" Type="http://schemas.openxmlformats.org/officeDocument/2006/relationships/image" Target="../media/image133.png"/></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1.xml"/><Relationship Id="rId5" Type="http://schemas.openxmlformats.org/officeDocument/2006/relationships/image" Target="../media/image137.png"/><Relationship Id="rId4" Type="http://schemas.openxmlformats.org/officeDocument/2006/relationships/image" Target="../media/image136.png"/></Relationships>
</file>

<file path=ppt/slides/_rels/slide94.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135.png"/><Relationship Id="rId7" Type="http://schemas.openxmlformats.org/officeDocument/2006/relationships/image" Target="../media/image141.png"/><Relationship Id="rId2" Type="http://schemas.openxmlformats.org/officeDocument/2006/relationships/image" Target="../media/image134.png"/><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 Id="rId9" Type="http://schemas.openxmlformats.org/officeDocument/2006/relationships/image" Target="../media/image137.png"/></Relationships>
</file>

<file path=ppt/slides/_rels/slide95.xml.rels><?xml version="1.0" encoding="UTF-8" standalone="yes"?>
<Relationships xmlns="http://schemas.openxmlformats.org/package/2006/relationships"><Relationship Id="rId8" Type="http://schemas.openxmlformats.org/officeDocument/2006/relationships/image" Target="../media/image144.png"/><Relationship Id="rId3" Type="http://schemas.openxmlformats.org/officeDocument/2006/relationships/image" Target="../media/image135.png"/><Relationship Id="rId7" Type="http://schemas.openxmlformats.org/officeDocument/2006/relationships/image" Target="../media/image143.png"/><Relationship Id="rId2" Type="http://schemas.openxmlformats.org/officeDocument/2006/relationships/image" Target="../media/image134.png"/><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42.png"/><Relationship Id="rId10" Type="http://schemas.openxmlformats.org/officeDocument/2006/relationships/image" Target="../media/image137.png"/><Relationship Id="rId4" Type="http://schemas.openxmlformats.org/officeDocument/2006/relationships/image" Target="../media/image138.png"/><Relationship Id="rId9" Type="http://schemas.openxmlformats.org/officeDocument/2006/relationships/image" Target="../media/image136.png"/></Relationships>
</file>

<file path=ppt/slides/_rels/slide96.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153.png"/><Relationship Id="rId3" Type="http://schemas.openxmlformats.org/officeDocument/2006/relationships/image" Target="../media/image146.png"/><Relationship Id="rId7" Type="http://schemas.openxmlformats.org/officeDocument/2006/relationships/image" Target="../media/image148.png"/><Relationship Id="rId12" Type="http://schemas.openxmlformats.org/officeDocument/2006/relationships/image" Target="../media/image152.png"/><Relationship Id="rId2" Type="http://schemas.openxmlformats.org/officeDocument/2006/relationships/image" Target="../media/image145.png"/><Relationship Id="rId1" Type="http://schemas.openxmlformats.org/officeDocument/2006/relationships/slideLayout" Target="../slideLayouts/slideLayout2.xml"/><Relationship Id="rId6" Type="http://schemas.openxmlformats.org/officeDocument/2006/relationships/image" Target="../media/image147.png"/><Relationship Id="rId11" Type="http://schemas.openxmlformats.org/officeDocument/2006/relationships/image" Target="../media/image151.png"/><Relationship Id="rId5" Type="http://schemas.openxmlformats.org/officeDocument/2006/relationships/image" Target="../media/image135.png"/><Relationship Id="rId10" Type="http://schemas.openxmlformats.org/officeDocument/2006/relationships/image" Target="../media/image150.png"/><Relationship Id="rId4" Type="http://schemas.openxmlformats.org/officeDocument/2006/relationships/image" Target="../media/image134.png"/><Relationship Id="rId9" Type="http://schemas.openxmlformats.org/officeDocument/2006/relationships/image" Target="../media/image140.png"/></Relationships>
</file>

<file path=ppt/slides/_rels/slide97.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155.png"/><Relationship Id="rId3" Type="http://schemas.openxmlformats.org/officeDocument/2006/relationships/image" Target="../media/image146.png"/><Relationship Id="rId7" Type="http://schemas.openxmlformats.org/officeDocument/2006/relationships/image" Target="../media/image148.png"/><Relationship Id="rId12" Type="http://schemas.openxmlformats.org/officeDocument/2006/relationships/image" Target="../media/image154.png"/><Relationship Id="rId2" Type="http://schemas.openxmlformats.org/officeDocument/2006/relationships/image" Target="../media/image145.png"/><Relationship Id="rId16" Type="http://schemas.openxmlformats.org/officeDocument/2006/relationships/image" Target="../media/image158.png"/><Relationship Id="rId1" Type="http://schemas.openxmlformats.org/officeDocument/2006/relationships/slideLayout" Target="../slideLayouts/slideLayout2.xml"/><Relationship Id="rId6" Type="http://schemas.openxmlformats.org/officeDocument/2006/relationships/image" Target="../media/image147.png"/><Relationship Id="rId11" Type="http://schemas.openxmlformats.org/officeDocument/2006/relationships/image" Target="../media/image151.png"/><Relationship Id="rId5" Type="http://schemas.openxmlformats.org/officeDocument/2006/relationships/image" Target="../media/image135.png"/><Relationship Id="rId15" Type="http://schemas.openxmlformats.org/officeDocument/2006/relationships/image" Target="../media/image157.png"/><Relationship Id="rId10" Type="http://schemas.openxmlformats.org/officeDocument/2006/relationships/image" Target="../media/image150.png"/><Relationship Id="rId4" Type="http://schemas.openxmlformats.org/officeDocument/2006/relationships/image" Target="../media/image134.png"/><Relationship Id="rId9" Type="http://schemas.openxmlformats.org/officeDocument/2006/relationships/image" Target="../media/image140.png"/><Relationship Id="rId14" Type="http://schemas.openxmlformats.org/officeDocument/2006/relationships/image" Target="../media/image156.png"/></Relationships>
</file>

<file path=ppt/slides/_rels/slide98.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143.png"/><Relationship Id="rId3" Type="http://schemas.openxmlformats.org/officeDocument/2006/relationships/image" Target="../media/image146.png"/><Relationship Id="rId7" Type="http://schemas.openxmlformats.org/officeDocument/2006/relationships/image" Target="../media/image148.png"/><Relationship Id="rId12" Type="http://schemas.openxmlformats.org/officeDocument/2006/relationships/image" Target="../media/image154.png"/><Relationship Id="rId17" Type="http://schemas.openxmlformats.org/officeDocument/2006/relationships/image" Target="../media/image158.png"/><Relationship Id="rId2" Type="http://schemas.openxmlformats.org/officeDocument/2006/relationships/image" Target="../media/image145.png"/><Relationship Id="rId16" Type="http://schemas.openxmlformats.org/officeDocument/2006/relationships/image" Target="../media/image157.png"/><Relationship Id="rId1" Type="http://schemas.openxmlformats.org/officeDocument/2006/relationships/slideLayout" Target="../slideLayouts/slideLayout2.xml"/><Relationship Id="rId6" Type="http://schemas.openxmlformats.org/officeDocument/2006/relationships/image" Target="../media/image147.png"/><Relationship Id="rId11" Type="http://schemas.openxmlformats.org/officeDocument/2006/relationships/image" Target="../media/image151.png"/><Relationship Id="rId5" Type="http://schemas.openxmlformats.org/officeDocument/2006/relationships/image" Target="../media/image135.png"/><Relationship Id="rId15" Type="http://schemas.openxmlformats.org/officeDocument/2006/relationships/image" Target="../media/image156.png"/><Relationship Id="rId10" Type="http://schemas.openxmlformats.org/officeDocument/2006/relationships/image" Target="../media/image150.png"/><Relationship Id="rId4" Type="http://schemas.openxmlformats.org/officeDocument/2006/relationships/image" Target="../media/image134.png"/><Relationship Id="rId9" Type="http://schemas.openxmlformats.org/officeDocument/2006/relationships/image" Target="../media/image140.png"/><Relationship Id="rId14" Type="http://schemas.openxmlformats.org/officeDocument/2006/relationships/image" Target="../media/image155.png"/></Relationships>
</file>

<file path=ppt/slides/_rels/slide9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9.png"/><Relationship Id="rId1" Type="http://schemas.openxmlformats.org/officeDocument/2006/relationships/slideLayout" Target="../slideLayouts/slideLayout2.xml"/><Relationship Id="rId6" Type="http://schemas.openxmlformats.org/officeDocument/2006/relationships/hyperlink" Target="ftp://ftp.ncdc.noaa.gov/pub/data/uscrn/products/daily01/" TargetMode="External"/><Relationship Id="rId5" Type="http://schemas.openxmlformats.org/officeDocument/2006/relationships/image" Target="../media/image162.jpg"/><Relationship Id="rId4" Type="http://schemas.openxmlformats.org/officeDocument/2006/relationships/image" Target="../media/image161.png"/></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2.xml"/><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png"/></Relationships>
</file>

<file path=ppt/slides/_rels/slide107.xml.rels><?xml version="1.0" encoding="UTF-8" standalone="yes"?>
<Relationships xmlns="http://schemas.openxmlformats.org/package/2006/relationships"><Relationship Id="rId3" Type="http://schemas.openxmlformats.org/officeDocument/2006/relationships/image" Target="../media/image169.png"/><Relationship Id="rId7" Type="http://schemas.openxmlformats.org/officeDocument/2006/relationships/image" Target="../media/image173.png"/><Relationship Id="rId2" Type="http://schemas.openxmlformats.org/officeDocument/2006/relationships/image" Target="../media/image168.png"/><Relationship Id="rId1" Type="http://schemas.openxmlformats.org/officeDocument/2006/relationships/slideLayout" Target="../slideLayouts/slideLayout2.xml"/><Relationship Id="rId6" Type="http://schemas.openxmlformats.org/officeDocument/2006/relationships/image" Target="../media/image172.png"/><Relationship Id="rId5" Type="http://schemas.openxmlformats.org/officeDocument/2006/relationships/image" Target="../media/image171.png"/><Relationship Id="rId4" Type="http://schemas.openxmlformats.org/officeDocument/2006/relationships/image" Target="../media/image170.png"/></Relationships>
</file>

<file path=ppt/slides/_rels/slide108.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75.png"/><Relationship Id="rId7" Type="http://schemas.openxmlformats.org/officeDocument/2006/relationships/image" Target="../media/image179.png"/><Relationship Id="rId2" Type="http://schemas.openxmlformats.org/officeDocument/2006/relationships/image" Target="../media/image174.png"/><Relationship Id="rId1" Type="http://schemas.openxmlformats.org/officeDocument/2006/relationships/slideLayout" Target="../slideLayouts/slideLayout2.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 Id="rId9" Type="http://schemas.openxmlformats.org/officeDocument/2006/relationships/image" Target="../media/image181.png"/></Relationships>
</file>

<file path=ppt/slides/_rels/slide109.xml.rels><?xml version="1.0" encoding="UTF-8" standalone="yes"?>
<Relationships xmlns="http://schemas.openxmlformats.org/package/2006/relationships"><Relationship Id="rId8" Type="http://schemas.openxmlformats.org/officeDocument/2006/relationships/image" Target="../media/image186.png"/><Relationship Id="rId3" Type="http://schemas.openxmlformats.org/officeDocument/2006/relationships/image" Target="../media/image183.png"/><Relationship Id="rId7" Type="http://schemas.openxmlformats.org/officeDocument/2006/relationships/image" Target="../media/image185.png"/><Relationship Id="rId2" Type="http://schemas.openxmlformats.org/officeDocument/2006/relationships/image" Target="../media/image182.png"/><Relationship Id="rId1" Type="http://schemas.openxmlformats.org/officeDocument/2006/relationships/slideLayout" Target="../slideLayouts/slideLayout2.xml"/><Relationship Id="rId6" Type="http://schemas.openxmlformats.org/officeDocument/2006/relationships/image" Target="../media/image165.png"/><Relationship Id="rId5" Type="http://schemas.openxmlformats.org/officeDocument/2006/relationships/image" Target="../media/image167.png"/><Relationship Id="rId4" Type="http://schemas.openxmlformats.org/officeDocument/2006/relationships/image" Target="../media/image184.png"/></Relationships>
</file>

<file path=ppt/slides/_rels/slide110.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image" Target="../media/image18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9.png"/><Relationship Id="rId1" Type="http://schemas.openxmlformats.org/officeDocument/2006/relationships/slideLayout" Target="../slideLayouts/slideLayout2.xml"/><Relationship Id="rId6" Type="http://schemas.openxmlformats.org/officeDocument/2006/relationships/image" Target="../media/image193.png"/><Relationship Id="rId5" Type="http://schemas.openxmlformats.org/officeDocument/2006/relationships/image" Target="../media/image192.png"/><Relationship Id="rId4" Type="http://schemas.openxmlformats.org/officeDocument/2006/relationships/image" Target="../media/image191.png"/></Relationships>
</file>

<file path=ppt/slides/_rels/slide112.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image" Target="../media/image195.png"/><Relationship Id="rId7" Type="http://schemas.openxmlformats.org/officeDocument/2006/relationships/image" Target="../media/image199.png"/><Relationship Id="rId2" Type="http://schemas.openxmlformats.org/officeDocument/2006/relationships/image" Target="../media/image194.png"/><Relationship Id="rId1" Type="http://schemas.openxmlformats.org/officeDocument/2006/relationships/slideLayout" Target="../slideLayouts/slideLayout2.xml"/><Relationship Id="rId6" Type="http://schemas.openxmlformats.org/officeDocument/2006/relationships/image" Target="../media/image198.png"/><Relationship Id="rId5" Type="http://schemas.openxmlformats.org/officeDocument/2006/relationships/image" Target="../media/image197.png"/><Relationship Id="rId10" Type="http://schemas.openxmlformats.org/officeDocument/2006/relationships/image" Target="../media/image202.png"/><Relationship Id="rId4" Type="http://schemas.openxmlformats.org/officeDocument/2006/relationships/image" Target="../media/image196.png"/><Relationship Id="rId9" Type="http://schemas.openxmlformats.org/officeDocument/2006/relationships/image" Target="../media/image201.png"/></Relationships>
</file>

<file path=ppt/slides/_rels/slide113.xml.rels><?xml version="1.0" encoding="UTF-8" standalone="yes"?>
<Relationships xmlns="http://schemas.openxmlformats.org/package/2006/relationships"><Relationship Id="rId8" Type="http://schemas.openxmlformats.org/officeDocument/2006/relationships/image" Target="../media/image209.png"/><Relationship Id="rId3" Type="http://schemas.openxmlformats.org/officeDocument/2006/relationships/image" Target="../media/image204.png"/><Relationship Id="rId7" Type="http://schemas.openxmlformats.org/officeDocument/2006/relationships/image" Target="../media/image208.png"/><Relationship Id="rId2" Type="http://schemas.openxmlformats.org/officeDocument/2006/relationships/image" Target="../media/image203.png"/><Relationship Id="rId1" Type="http://schemas.openxmlformats.org/officeDocument/2006/relationships/slideLayout" Target="../slideLayouts/slideLayout2.xml"/><Relationship Id="rId6" Type="http://schemas.openxmlformats.org/officeDocument/2006/relationships/image" Target="../media/image207.png"/><Relationship Id="rId5" Type="http://schemas.openxmlformats.org/officeDocument/2006/relationships/image" Target="../media/image206.png"/><Relationship Id="rId4" Type="http://schemas.openxmlformats.org/officeDocument/2006/relationships/image" Target="../media/image20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144000" cy="5143500"/>
            <a:chOff x="0" y="0"/>
            <a:chExt cx="9144000" cy="5143500"/>
          </a:xfrm>
        </p:grpSpPr>
        <p:pic>
          <p:nvPicPr>
            <p:cNvPr id="3" name="object 3"/>
            <p:cNvPicPr/>
            <p:nvPr/>
          </p:nvPicPr>
          <p:blipFill>
            <a:blip r:embed="rId2" cstate="print"/>
            <a:stretch>
              <a:fillRect/>
            </a:stretch>
          </p:blipFill>
          <p:spPr>
            <a:xfrm>
              <a:off x="0" y="0"/>
              <a:ext cx="5519316" cy="4752958"/>
            </a:xfrm>
            <a:prstGeom prst="rect">
              <a:avLst/>
            </a:prstGeom>
          </p:spPr>
        </p:pic>
        <p:sp>
          <p:nvSpPr>
            <p:cNvPr id="4" name="object 4"/>
            <p:cNvSpPr/>
            <p:nvPr/>
          </p:nvSpPr>
          <p:spPr>
            <a:xfrm>
              <a:off x="0" y="0"/>
              <a:ext cx="9141460" cy="4745990"/>
            </a:xfrm>
            <a:custGeom>
              <a:avLst/>
              <a:gdLst/>
              <a:ahLst/>
              <a:cxnLst/>
              <a:rect l="l" t="t" r="r" b="b"/>
              <a:pathLst>
                <a:path w="9141460" h="4745990">
                  <a:moveTo>
                    <a:pt x="9140952" y="667512"/>
                  </a:moveTo>
                  <a:lnTo>
                    <a:pt x="0" y="667512"/>
                  </a:lnTo>
                  <a:lnTo>
                    <a:pt x="0" y="4745736"/>
                  </a:lnTo>
                  <a:lnTo>
                    <a:pt x="9140952" y="4745736"/>
                  </a:lnTo>
                  <a:lnTo>
                    <a:pt x="9140952" y="667512"/>
                  </a:lnTo>
                  <a:close/>
                </a:path>
                <a:path w="9141460" h="4745990">
                  <a:moveTo>
                    <a:pt x="9140952" y="0"/>
                  </a:moveTo>
                  <a:lnTo>
                    <a:pt x="0" y="0"/>
                  </a:lnTo>
                  <a:lnTo>
                    <a:pt x="0" y="609600"/>
                  </a:lnTo>
                  <a:lnTo>
                    <a:pt x="9140952" y="609600"/>
                  </a:lnTo>
                  <a:lnTo>
                    <a:pt x="9140952" y="0"/>
                  </a:lnTo>
                  <a:close/>
                </a:path>
              </a:pathLst>
            </a:custGeom>
            <a:solidFill>
              <a:srgbClr val="FFFFFF">
                <a:alpha val="41175"/>
              </a:srgbClr>
            </a:solidFill>
          </p:spPr>
          <p:txBody>
            <a:bodyPr wrap="square" lIns="0" tIns="0" rIns="0" bIns="0" rtlCol="0"/>
            <a:lstStyle/>
            <a:p>
              <a:endParaRPr/>
            </a:p>
          </p:txBody>
        </p:sp>
        <p:sp>
          <p:nvSpPr>
            <p:cNvPr id="5" name="object 5"/>
            <p:cNvSpPr/>
            <p:nvPr/>
          </p:nvSpPr>
          <p:spPr>
            <a:xfrm>
              <a:off x="0" y="609599"/>
              <a:ext cx="9141460" cy="58419"/>
            </a:xfrm>
            <a:custGeom>
              <a:avLst/>
              <a:gdLst/>
              <a:ahLst/>
              <a:cxnLst/>
              <a:rect l="l" t="t" r="r" b="b"/>
              <a:pathLst>
                <a:path w="9141460" h="58420">
                  <a:moveTo>
                    <a:pt x="9140952" y="0"/>
                  </a:moveTo>
                  <a:lnTo>
                    <a:pt x="0" y="0"/>
                  </a:lnTo>
                  <a:lnTo>
                    <a:pt x="0" y="57911"/>
                  </a:lnTo>
                  <a:lnTo>
                    <a:pt x="9140952" y="57911"/>
                  </a:lnTo>
                  <a:lnTo>
                    <a:pt x="9140952" y="0"/>
                  </a:lnTo>
                  <a:close/>
                </a:path>
              </a:pathLst>
            </a:custGeom>
            <a:solidFill>
              <a:srgbClr val="095A82"/>
            </a:solidFill>
          </p:spPr>
          <p:txBody>
            <a:bodyPr wrap="square" lIns="0" tIns="0" rIns="0" bIns="0" rtlCol="0"/>
            <a:lstStyle/>
            <a:p>
              <a:endParaRPr/>
            </a:p>
          </p:txBody>
        </p:sp>
        <p:pic>
          <p:nvPicPr>
            <p:cNvPr id="6" name="object 6"/>
            <p:cNvPicPr/>
            <p:nvPr/>
          </p:nvPicPr>
          <p:blipFill>
            <a:blip r:embed="rId3" cstate="print"/>
            <a:stretch>
              <a:fillRect/>
            </a:stretch>
          </p:blipFill>
          <p:spPr>
            <a:xfrm>
              <a:off x="7645907" y="198120"/>
              <a:ext cx="1399031" cy="242315"/>
            </a:xfrm>
            <a:prstGeom prst="rect">
              <a:avLst/>
            </a:prstGeom>
          </p:spPr>
        </p:pic>
        <p:pic>
          <p:nvPicPr>
            <p:cNvPr id="7" name="object 7"/>
            <p:cNvPicPr/>
            <p:nvPr/>
          </p:nvPicPr>
          <p:blipFill>
            <a:blip r:embed="rId4" cstate="print"/>
            <a:stretch>
              <a:fillRect/>
            </a:stretch>
          </p:blipFill>
          <p:spPr>
            <a:xfrm>
              <a:off x="0" y="0"/>
              <a:ext cx="9144000" cy="5143498"/>
            </a:xfrm>
            <a:prstGeom prst="rect">
              <a:avLst/>
            </a:prstGeom>
          </p:spPr>
        </p:pic>
      </p:grpSp>
      <p:sp>
        <p:nvSpPr>
          <p:cNvPr id="8" name="object 8"/>
          <p:cNvSpPr txBox="1"/>
          <p:nvPr/>
        </p:nvSpPr>
        <p:spPr>
          <a:xfrm>
            <a:off x="2094686" y="2072574"/>
            <a:ext cx="5235702" cy="998350"/>
          </a:xfrm>
          <a:prstGeom prst="rect">
            <a:avLst/>
          </a:prstGeom>
        </p:spPr>
        <p:txBody>
          <a:bodyPr vert="horz" wrap="square" lIns="0" tIns="13335" rIns="0" bIns="0" rtlCol="0">
            <a:spAutoFit/>
          </a:bodyPr>
          <a:lstStyle/>
          <a:p>
            <a:pPr marL="12700" algn="ctr">
              <a:lnSpc>
                <a:spcPct val="100000"/>
              </a:lnSpc>
              <a:spcBef>
                <a:spcPts val="105"/>
              </a:spcBef>
            </a:pPr>
            <a:r>
              <a:rPr lang="en-IN" sz="3200" b="1" dirty="0">
                <a:solidFill>
                  <a:srgbClr val="FFFFFF"/>
                </a:solidFill>
                <a:latin typeface="Arial"/>
                <a:cs typeface="Arial"/>
              </a:rPr>
              <a:t>Distributed Processing with Map-Reduce</a:t>
            </a:r>
            <a:endParaRPr lang="en-IN" sz="3200" dirty="0">
              <a:latin typeface="Arial"/>
              <a:cs typeface="Arial"/>
            </a:endParaRPr>
          </a:p>
        </p:txBody>
      </p:sp>
      <p:sp>
        <p:nvSpPr>
          <p:cNvPr id="10" name="Rectangle: Rounded Corners 9">
            <a:extLst>
              <a:ext uri="{FF2B5EF4-FFF2-40B4-BE49-F238E27FC236}">
                <a16:creationId xmlns:a16="http://schemas.microsoft.com/office/drawing/2014/main" id="{B70B3783-C9BE-BBA6-8060-AF4C4E9B75E1}"/>
              </a:ext>
            </a:extLst>
          </p:cNvPr>
          <p:cNvSpPr/>
          <p:nvPr/>
        </p:nvSpPr>
        <p:spPr>
          <a:xfrm>
            <a:off x="3429000" y="971550"/>
            <a:ext cx="2209800" cy="998349"/>
          </a:xfrm>
          <a:prstGeom prst="roundRect">
            <a:avLst/>
          </a:prstGeom>
          <a:solidFill>
            <a:srgbClr val="285B86"/>
          </a:solid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4400" b="1" dirty="0">
                <a:ln w="10160">
                  <a:solidFill>
                    <a:schemeClr val="accent5"/>
                  </a:solidFill>
                  <a:prstDash val="solid"/>
                </a:ln>
                <a:solidFill>
                  <a:srgbClr val="FFFFFF"/>
                </a:solidFill>
                <a:latin typeface="Arial Rounded MT Bold" panose="020F0704030504030204" pitchFamily="34" charset="0"/>
              </a:rPr>
              <a:t>UNIT 2</a:t>
            </a:r>
            <a:endParaRPr lang="en-IN" sz="2400" b="1" dirty="0">
              <a:ln w="10160">
                <a:solidFill>
                  <a:schemeClr val="accent5"/>
                </a:solidFill>
                <a:prstDash val="solid"/>
              </a:ln>
              <a:solidFill>
                <a:srgbClr val="FFFFFF"/>
              </a:solidFill>
              <a:latin typeface="Arial Rounded MT Bold" panose="020F0704030504030204" pitchFamily="34" charset="0"/>
            </a:endParaRPr>
          </a:p>
        </p:txBody>
      </p:sp>
    </p:spTree>
    <p:extLst>
      <p:ext uri="{BB962C8B-B14F-4D97-AF65-F5344CB8AC3E}">
        <p14:creationId xmlns:p14="http://schemas.microsoft.com/office/powerpoint/2010/main" val="3880938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BD62D3CE-943B-6E0B-D8FE-90CE34078A3A}"/>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6" name="object 2">
            <a:extLst>
              <a:ext uri="{FF2B5EF4-FFF2-40B4-BE49-F238E27FC236}">
                <a16:creationId xmlns:a16="http://schemas.microsoft.com/office/drawing/2014/main" id="{F3C44A89-71C1-2428-403A-AD2E8CC4863C}"/>
              </a:ext>
            </a:extLst>
          </p:cNvPr>
          <p:cNvSpPr txBox="1">
            <a:spLocks/>
          </p:cNvSpPr>
          <p:nvPr/>
        </p:nvSpPr>
        <p:spPr>
          <a:xfrm>
            <a:off x="1866900" y="1428750"/>
            <a:ext cx="6896100" cy="2474395"/>
          </a:xfrm>
          <a:prstGeom prst="rect">
            <a:avLst/>
          </a:prstGeom>
        </p:spPr>
        <p:txBody>
          <a:bodyPr vert="horz" wrap="square" lIns="0" tIns="12065" rIns="0" bIns="0" rtlCol="0">
            <a:spAutoFit/>
          </a:bodyPr>
          <a:lstStyle>
            <a:lvl1pPr>
              <a:defRPr sz="2800" b="1" i="0">
                <a:solidFill>
                  <a:srgbClr val="095A82"/>
                </a:solidFill>
                <a:latin typeface="Calibri"/>
                <a:ea typeface="+mj-ea"/>
                <a:cs typeface="Calibri"/>
              </a:defRPr>
            </a:lvl1pPr>
          </a:lstStyle>
          <a:p>
            <a:pPr marL="12700">
              <a:spcBef>
                <a:spcPts val="95"/>
              </a:spcBef>
            </a:pPr>
            <a:r>
              <a:rPr lang="en-IN" sz="3200" spc="-5" dirty="0"/>
              <a:t>Serialization</a:t>
            </a:r>
            <a:r>
              <a:rPr lang="en-US" sz="3200" kern="0" spc="-5" dirty="0"/>
              <a:t>:</a:t>
            </a:r>
            <a:br>
              <a:rPr lang="en-US" sz="3200" kern="0" spc="-5" dirty="0"/>
            </a:br>
            <a:r>
              <a:rPr lang="en-US" sz="3200" kern="0" spc="-5" dirty="0"/>
              <a:t>	- </a:t>
            </a:r>
            <a:r>
              <a:rPr lang="en-IN" sz="3200" spc="-5" dirty="0"/>
              <a:t>The Writable Interface </a:t>
            </a:r>
            <a:br>
              <a:rPr lang="en-US" sz="3200" kern="0" spc="-5" dirty="0">
                <a:solidFill>
                  <a:srgbClr val="FF0000"/>
                </a:solidFill>
              </a:rPr>
            </a:br>
            <a:r>
              <a:rPr lang="en-US" sz="3200" kern="0" spc="-5" dirty="0"/>
              <a:t>	- </a:t>
            </a:r>
            <a:r>
              <a:rPr lang="en-IN" sz="3200" spc="-5" dirty="0"/>
              <a:t>Writable Classes </a:t>
            </a:r>
            <a:br>
              <a:rPr lang="en-US" sz="3200" kern="0" spc="-5" dirty="0"/>
            </a:br>
            <a:r>
              <a:rPr lang="en-US" sz="3200" kern="0" spc="-5" dirty="0"/>
              <a:t>	- </a:t>
            </a:r>
            <a:r>
              <a:rPr lang="en-IN" sz="3200" spc="-5" dirty="0"/>
              <a:t>Implementing a Custom Writable</a:t>
            </a:r>
          </a:p>
          <a:p>
            <a:pPr marL="12700">
              <a:spcBef>
                <a:spcPts val="95"/>
              </a:spcBef>
            </a:pPr>
            <a:r>
              <a:rPr lang="en-IN" sz="3200" spc="-5" dirty="0"/>
              <a:t> 	- Serialization Frameworks</a:t>
            </a:r>
            <a:endParaRPr lang="en-US" sz="3200" kern="0" spc="-5" dirty="0"/>
          </a:p>
        </p:txBody>
      </p:sp>
    </p:spTree>
    <p:extLst>
      <p:ext uri="{BB962C8B-B14F-4D97-AF65-F5344CB8AC3E}">
        <p14:creationId xmlns:p14="http://schemas.microsoft.com/office/powerpoint/2010/main" val="4024304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BD62D3CE-943B-6E0B-D8FE-90CE34078A3A}"/>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6" name="object 2">
            <a:extLst>
              <a:ext uri="{FF2B5EF4-FFF2-40B4-BE49-F238E27FC236}">
                <a16:creationId xmlns:a16="http://schemas.microsoft.com/office/drawing/2014/main" id="{F3C44A89-71C1-2428-403A-AD2E8CC4863C}"/>
              </a:ext>
            </a:extLst>
          </p:cNvPr>
          <p:cNvSpPr txBox="1">
            <a:spLocks/>
          </p:cNvSpPr>
          <p:nvPr/>
        </p:nvSpPr>
        <p:spPr>
          <a:xfrm>
            <a:off x="1866900" y="1428750"/>
            <a:ext cx="6896100" cy="2474395"/>
          </a:xfrm>
          <a:prstGeom prst="rect">
            <a:avLst/>
          </a:prstGeom>
        </p:spPr>
        <p:txBody>
          <a:bodyPr vert="horz" wrap="square" lIns="0" tIns="12065" rIns="0" bIns="0" rtlCol="0">
            <a:spAutoFit/>
          </a:bodyPr>
          <a:lstStyle>
            <a:lvl1pPr>
              <a:defRPr sz="2800" b="1" i="0">
                <a:solidFill>
                  <a:srgbClr val="095A82"/>
                </a:solidFill>
                <a:latin typeface="Calibri"/>
                <a:ea typeface="+mj-ea"/>
                <a:cs typeface="Calibri"/>
              </a:defRPr>
            </a:lvl1pPr>
          </a:lstStyle>
          <a:p>
            <a:pPr marL="12700">
              <a:spcBef>
                <a:spcPts val="95"/>
              </a:spcBef>
            </a:pPr>
            <a:r>
              <a:rPr lang="en-IN" sz="3200" spc="-5" dirty="0">
                <a:solidFill>
                  <a:srgbClr val="FF0000"/>
                </a:solidFill>
              </a:rPr>
              <a:t>Serialization</a:t>
            </a:r>
            <a:r>
              <a:rPr lang="en-US" sz="3200" kern="0" spc="-5" dirty="0">
                <a:solidFill>
                  <a:srgbClr val="FF0000"/>
                </a:solidFill>
              </a:rPr>
              <a:t>:</a:t>
            </a:r>
            <a:br>
              <a:rPr lang="en-US" sz="3200" kern="0" spc="-5" dirty="0"/>
            </a:br>
            <a:r>
              <a:rPr lang="en-US" sz="3200" kern="0" spc="-5" dirty="0"/>
              <a:t>	- </a:t>
            </a:r>
            <a:r>
              <a:rPr lang="en-IN" sz="3200" spc="-5" dirty="0"/>
              <a:t>The Writable Interface </a:t>
            </a:r>
            <a:br>
              <a:rPr lang="en-US" sz="3200" kern="0" spc="-5" dirty="0"/>
            </a:br>
            <a:r>
              <a:rPr lang="en-US" sz="3200" kern="0" spc="-5" dirty="0"/>
              <a:t>	- </a:t>
            </a:r>
            <a:r>
              <a:rPr lang="en-IN" sz="3200" spc="-5" dirty="0"/>
              <a:t>Writable Classes </a:t>
            </a:r>
            <a:br>
              <a:rPr lang="en-US" sz="3200" kern="0" spc="-5" dirty="0"/>
            </a:br>
            <a:r>
              <a:rPr lang="en-US" sz="3200" kern="0" spc="-5" dirty="0"/>
              <a:t>	- </a:t>
            </a:r>
            <a:r>
              <a:rPr lang="en-IN" sz="3200" spc="-5" dirty="0"/>
              <a:t>Implementing a Custom Writable</a:t>
            </a:r>
          </a:p>
          <a:p>
            <a:pPr marL="12700">
              <a:spcBef>
                <a:spcPts val="95"/>
              </a:spcBef>
            </a:pPr>
            <a:r>
              <a:rPr lang="en-IN" sz="3200" spc="-5" dirty="0"/>
              <a:t> 	- Serialization Frameworks</a:t>
            </a:r>
            <a:endParaRPr lang="en-US" sz="3200" kern="0" spc="-5" dirty="0"/>
          </a:p>
        </p:txBody>
      </p:sp>
    </p:spTree>
    <p:extLst>
      <p:ext uri="{BB962C8B-B14F-4D97-AF65-F5344CB8AC3E}">
        <p14:creationId xmlns:p14="http://schemas.microsoft.com/office/powerpoint/2010/main" val="1367170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Serialization</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7" name="TextBox 6">
            <a:extLst>
              <a:ext uri="{FF2B5EF4-FFF2-40B4-BE49-F238E27FC236}">
                <a16:creationId xmlns:a16="http://schemas.microsoft.com/office/drawing/2014/main" id="{710E1812-BBFE-32E7-1A1D-01BFD77A7244}"/>
              </a:ext>
            </a:extLst>
          </p:cNvPr>
          <p:cNvSpPr txBox="1"/>
          <p:nvPr/>
        </p:nvSpPr>
        <p:spPr>
          <a:xfrm>
            <a:off x="467106" y="950676"/>
            <a:ext cx="8372094" cy="3785652"/>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latin typeface="MinionPro-Regular"/>
              </a:rPr>
              <a:t>Serialization is used in two quite distinct areas of distributed data processing: for </a:t>
            </a:r>
            <a:r>
              <a:rPr lang="en-US" sz="2400" b="0" i="0" u="none" strike="noStrike" baseline="0" dirty="0" err="1">
                <a:latin typeface="MinionPro-Regular"/>
              </a:rPr>
              <a:t>interprocess</a:t>
            </a:r>
            <a:r>
              <a:rPr lang="en-US" sz="2400" b="0" i="0" u="none" strike="noStrike" baseline="0" dirty="0">
                <a:latin typeface="MinionPro-Regular"/>
              </a:rPr>
              <a:t> communication and for persistent storage.</a:t>
            </a:r>
          </a:p>
          <a:p>
            <a:pPr marL="342900" indent="-342900" algn="l">
              <a:buFont typeface="Arial" panose="020B0604020202020204" pitchFamily="34" charset="0"/>
              <a:buChar char="•"/>
            </a:pPr>
            <a:endParaRPr lang="en-US" sz="2400" b="0" i="0" u="none" strike="noStrike" baseline="0" dirty="0">
              <a:latin typeface="MinionPro-Regular"/>
            </a:endParaRPr>
          </a:p>
          <a:p>
            <a:pPr marL="342900" indent="-342900" algn="l">
              <a:buFont typeface="Arial" panose="020B0604020202020204" pitchFamily="34" charset="0"/>
              <a:buChar char="•"/>
            </a:pPr>
            <a:r>
              <a:rPr lang="en-US" sz="2400" b="0" i="0" u="none" strike="noStrike" baseline="0" dirty="0">
                <a:latin typeface="MinionPro-Regular"/>
              </a:rPr>
              <a:t>In Hadoop, </a:t>
            </a:r>
            <a:r>
              <a:rPr lang="en-US" sz="2400" b="0" i="0" u="none" strike="noStrike" baseline="0" dirty="0" err="1">
                <a:latin typeface="MinionPro-Regular"/>
              </a:rPr>
              <a:t>interprocess</a:t>
            </a:r>
            <a:r>
              <a:rPr lang="en-US" sz="2400" b="0" i="0" u="none" strike="noStrike" baseline="0" dirty="0">
                <a:latin typeface="MinionPro-Regular"/>
              </a:rPr>
              <a:t> communication between nodes in the system is implemented using </a:t>
            </a:r>
            <a:r>
              <a:rPr lang="en-US" sz="2400" b="0" i="1" u="none" strike="noStrike" baseline="0" dirty="0">
                <a:latin typeface="MinionPro-Italic"/>
              </a:rPr>
              <a:t>remote procedure calls </a:t>
            </a:r>
            <a:r>
              <a:rPr lang="en-US" sz="2400" b="0" i="0" u="none" strike="noStrike" baseline="0" dirty="0">
                <a:latin typeface="MinionPro-Regular"/>
              </a:rPr>
              <a:t>(RPCs). </a:t>
            </a:r>
          </a:p>
          <a:p>
            <a:pPr marL="342900" indent="-342900" algn="l">
              <a:buFont typeface="Arial" panose="020B0604020202020204" pitchFamily="34" charset="0"/>
              <a:buChar char="•"/>
            </a:pPr>
            <a:endParaRPr lang="en-US" sz="2400" b="0" i="0" u="none" strike="noStrike" baseline="0" dirty="0">
              <a:latin typeface="MinionPro-Regular"/>
            </a:endParaRPr>
          </a:p>
          <a:p>
            <a:pPr marL="342900" indent="-342900" algn="l">
              <a:buFont typeface="Arial" panose="020B0604020202020204" pitchFamily="34" charset="0"/>
              <a:buChar char="•"/>
            </a:pPr>
            <a:r>
              <a:rPr lang="en-US" sz="2400" b="0" i="0" u="none" strike="noStrike" baseline="0" dirty="0">
                <a:latin typeface="MinionPro-Regular"/>
              </a:rPr>
              <a:t>The RPC protocol uses serialization to render the message into a binary stream to be sent to the remote node, which then deserializes the binary stream into the original message. </a:t>
            </a:r>
            <a:endParaRPr lang="en-IN" sz="2400" dirty="0"/>
          </a:p>
        </p:txBody>
      </p:sp>
    </p:spTree>
    <p:extLst>
      <p:ext uri="{BB962C8B-B14F-4D97-AF65-F5344CB8AC3E}">
        <p14:creationId xmlns:p14="http://schemas.microsoft.com/office/powerpoint/2010/main" val="980549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Serialization</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7" name="TextBox 6">
            <a:extLst>
              <a:ext uri="{FF2B5EF4-FFF2-40B4-BE49-F238E27FC236}">
                <a16:creationId xmlns:a16="http://schemas.microsoft.com/office/drawing/2014/main" id="{710E1812-BBFE-32E7-1A1D-01BFD77A7244}"/>
              </a:ext>
            </a:extLst>
          </p:cNvPr>
          <p:cNvSpPr txBox="1"/>
          <p:nvPr/>
        </p:nvSpPr>
        <p:spPr>
          <a:xfrm>
            <a:off x="467106" y="950676"/>
            <a:ext cx="8372094" cy="3139321"/>
          </a:xfrm>
          <a:prstGeom prst="rect">
            <a:avLst/>
          </a:prstGeom>
          <a:noFill/>
        </p:spPr>
        <p:txBody>
          <a:bodyPr wrap="square">
            <a:spAutoFit/>
          </a:bodyPr>
          <a:lstStyle/>
          <a:p>
            <a:pPr algn="l"/>
            <a:r>
              <a:rPr lang="en-US" sz="2200" b="0" i="0" u="none" strike="noStrike" baseline="0" dirty="0">
                <a:latin typeface="MinionPro-Regular"/>
              </a:rPr>
              <a:t>In general, it is desirable that an RPC serialization </a:t>
            </a:r>
            <a:r>
              <a:rPr lang="en-IN" sz="2200" b="0" i="0" u="none" strike="noStrike" baseline="0" dirty="0">
                <a:latin typeface="MinionPro-Regular"/>
              </a:rPr>
              <a:t>format is:</a:t>
            </a:r>
          </a:p>
          <a:p>
            <a:pPr marL="342900" indent="-342900" algn="l">
              <a:buFont typeface="Arial" panose="020B0604020202020204" pitchFamily="34" charset="0"/>
              <a:buChar char="•"/>
            </a:pPr>
            <a:r>
              <a:rPr lang="en-IN" sz="2200" b="0" i="1" u="none" strike="noStrike" baseline="0" dirty="0">
                <a:latin typeface="MinionPro-Italic"/>
              </a:rPr>
              <a:t>Compact :: </a:t>
            </a:r>
            <a:r>
              <a:rPr lang="en-US" sz="2200" b="0" i="0" u="none" strike="noStrike" baseline="0" dirty="0">
                <a:latin typeface="MinionPro-Regular"/>
              </a:rPr>
              <a:t>A compact format makes the best use of network bandwidth</a:t>
            </a:r>
          </a:p>
          <a:p>
            <a:pPr marL="342900" indent="-342900" algn="l">
              <a:buFont typeface="Arial" panose="020B0604020202020204" pitchFamily="34" charset="0"/>
              <a:buChar char="•"/>
            </a:pPr>
            <a:r>
              <a:rPr lang="en-IN" sz="2200" b="0" i="1" u="none" strike="noStrike" baseline="0" dirty="0">
                <a:latin typeface="MinionPro-Italic"/>
              </a:rPr>
              <a:t>Fast :: T</a:t>
            </a:r>
            <a:r>
              <a:rPr lang="en-US" sz="2200" b="0" i="0" u="none" strike="noStrike" baseline="0" dirty="0">
                <a:latin typeface="MinionPro-Regular"/>
              </a:rPr>
              <a:t>here is as little performance overhead as possible for the serialization </a:t>
            </a:r>
            <a:r>
              <a:rPr lang="en-IN" sz="2200" b="0" i="0" u="none" strike="noStrike" baseline="0" dirty="0">
                <a:latin typeface="MinionPro-Regular"/>
              </a:rPr>
              <a:t>and deserialization process.</a:t>
            </a:r>
          </a:p>
          <a:p>
            <a:pPr marL="342900" indent="-342900" algn="l">
              <a:buFont typeface="Arial" panose="020B0604020202020204" pitchFamily="34" charset="0"/>
              <a:buChar char="•"/>
            </a:pPr>
            <a:r>
              <a:rPr lang="en-IN" sz="2200" b="0" i="1" u="none" strike="noStrike" baseline="0" dirty="0">
                <a:latin typeface="MinionPro-Italic"/>
              </a:rPr>
              <a:t>Extensible :: </a:t>
            </a:r>
            <a:r>
              <a:rPr lang="en-US" sz="2200" b="0" i="0" u="none" strike="noStrike" baseline="0" dirty="0">
                <a:latin typeface="MinionPro-Regular"/>
              </a:rPr>
              <a:t>Protocols change over time to meet new requirements.</a:t>
            </a:r>
          </a:p>
          <a:p>
            <a:pPr marL="342900" indent="-342900" algn="l">
              <a:buFont typeface="Arial" panose="020B0604020202020204" pitchFamily="34" charset="0"/>
              <a:buChar char="•"/>
            </a:pPr>
            <a:r>
              <a:rPr lang="en-IN" sz="2200" b="0" i="1" u="none" strike="noStrike" baseline="0" dirty="0">
                <a:latin typeface="MinionPro-Italic"/>
              </a:rPr>
              <a:t>Interoperable :: </a:t>
            </a:r>
            <a:r>
              <a:rPr lang="en-US" sz="2200" b="0" i="0" u="none" strike="noStrike" baseline="0" dirty="0">
                <a:latin typeface="MinionPro-Regular"/>
              </a:rPr>
              <a:t>For some systems, it is desirable to be able to support clients that are written in different languages to the server, so the format needs to be designed to make this </a:t>
            </a:r>
            <a:r>
              <a:rPr lang="en-IN" sz="2200" b="0" i="0" u="none" strike="noStrike" baseline="0" dirty="0">
                <a:latin typeface="MinionPro-Regular"/>
              </a:rPr>
              <a:t>possible.</a:t>
            </a:r>
            <a:endParaRPr lang="en-IN" sz="2200" dirty="0"/>
          </a:p>
        </p:txBody>
      </p:sp>
    </p:spTree>
    <p:extLst>
      <p:ext uri="{BB962C8B-B14F-4D97-AF65-F5344CB8AC3E}">
        <p14:creationId xmlns:p14="http://schemas.microsoft.com/office/powerpoint/2010/main" val="82897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Serialization</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7" name="TextBox 6">
            <a:extLst>
              <a:ext uri="{FF2B5EF4-FFF2-40B4-BE49-F238E27FC236}">
                <a16:creationId xmlns:a16="http://schemas.microsoft.com/office/drawing/2014/main" id="{710E1812-BBFE-32E7-1A1D-01BFD77A7244}"/>
              </a:ext>
            </a:extLst>
          </p:cNvPr>
          <p:cNvSpPr txBox="1"/>
          <p:nvPr/>
        </p:nvSpPr>
        <p:spPr>
          <a:xfrm>
            <a:off x="467106" y="950676"/>
            <a:ext cx="8372094" cy="3816429"/>
          </a:xfrm>
          <a:prstGeom prst="rect">
            <a:avLst/>
          </a:prstGeom>
          <a:noFill/>
        </p:spPr>
        <p:txBody>
          <a:bodyPr wrap="square">
            <a:spAutoFit/>
          </a:bodyPr>
          <a:lstStyle/>
          <a:p>
            <a:pPr marL="342900" indent="-342900" algn="l">
              <a:buFont typeface="Arial" panose="020B0604020202020204" pitchFamily="34" charset="0"/>
              <a:buChar char="•"/>
            </a:pPr>
            <a:r>
              <a:rPr lang="en-US" sz="2200" b="0" i="0" u="none" strike="noStrike" baseline="0" dirty="0">
                <a:latin typeface="MinionPro-Regular"/>
              </a:rPr>
              <a:t>After all, the lifespan of an RPC is less than a second, whereas persistent data may be read years after it was written. </a:t>
            </a:r>
          </a:p>
          <a:p>
            <a:pPr marL="342900" indent="-342900" algn="l">
              <a:buFont typeface="Arial" panose="020B0604020202020204" pitchFamily="34" charset="0"/>
              <a:buChar char="•"/>
            </a:pPr>
            <a:r>
              <a:rPr lang="en-US" sz="2200" b="0" i="0" u="none" strike="noStrike" baseline="0" dirty="0">
                <a:latin typeface="MinionPro-Regular"/>
              </a:rPr>
              <a:t>But it turns out, the four desirable properties of an RPC’s serialization format are also crucial for a persistent storage format. </a:t>
            </a:r>
          </a:p>
          <a:p>
            <a:pPr marL="1257300" lvl="2" indent="-342900">
              <a:buFont typeface="Arial" panose="020B0604020202020204" pitchFamily="34" charset="0"/>
              <a:buChar char="•"/>
            </a:pPr>
            <a:r>
              <a:rPr lang="en-US" sz="2200" b="0" i="0" u="none" strike="noStrike" baseline="0" dirty="0">
                <a:latin typeface="MinionPro-Regular"/>
              </a:rPr>
              <a:t>compact </a:t>
            </a:r>
            <a:r>
              <a:rPr lang="en-US" sz="2200" dirty="0">
                <a:latin typeface="MinionPro-Regular"/>
              </a:rPr>
              <a:t>:: </a:t>
            </a:r>
            <a:r>
              <a:rPr lang="en-US" sz="2200" b="0" i="0" u="none" strike="noStrike" baseline="0" dirty="0">
                <a:latin typeface="MinionPro-Regular"/>
              </a:rPr>
              <a:t>to make efficient use of storage space</a:t>
            </a:r>
          </a:p>
          <a:p>
            <a:pPr marL="1257300" lvl="2" indent="-342900">
              <a:buFont typeface="Arial" panose="020B0604020202020204" pitchFamily="34" charset="0"/>
              <a:buChar char="•"/>
            </a:pPr>
            <a:r>
              <a:rPr lang="en-US" sz="2200" b="0" i="0" u="none" strike="noStrike" baseline="0" dirty="0">
                <a:latin typeface="MinionPro-Regular"/>
              </a:rPr>
              <a:t>fast :: the overhead in reading or writing terabytes of data is minimal</a:t>
            </a:r>
          </a:p>
          <a:p>
            <a:pPr marL="1257300" lvl="2" indent="-342900">
              <a:buFont typeface="Arial" panose="020B0604020202020204" pitchFamily="34" charset="0"/>
              <a:buChar char="•"/>
            </a:pPr>
            <a:r>
              <a:rPr lang="en-US" sz="2200" b="0" i="0" u="none" strike="noStrike" baseline="0" dirty="0">
                <a:latin typeface="MinionPro-Regular"/>
              </a:rPr>
              <a:t>extensible :: we can transparently read data written in an older format</a:t>
            </a:r>
          </a:p>
          <a:p>
            <a:pPr marL="1257300" lvl="2" indent="-342900">
              <a:buFont typeface="Arial" panose="020B0604020202020204" pitchFamily="34" charset="0"/>
              <a:buChar char="•"/>
            </a:pPr>
            <a:r>
              <a:rPr lang="en-US" sz="2200" b="0" i="0" u="none" strike="noStrike" baseline="0" dirty="0">
                <a:latin typeface="MinionPro-Regular"/>
              </a:rPr>
              <a:t>interoperable :: we can read or write persistent data using different languages.</a:t>
            </a:r>
            <a:endParaRPr lang="en-IN" sz="2200" dirty="0"/>
          </a:p>
        </p:txBody>
      </p:sp>
    </p:spTree>
    <p:extLst>
      <p:ext uri="{BB962C8B-B14F-4D97-AF65-F5344CB8AC3E}">
        <p14:creationId xmlns:p14="http://schemas.microsoft.com/office/powerpoint/2010/main" val="1611482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Serialization</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7" name="TextBox 6">
            <a:extLst>
              <a:ext uri="{FF2B5EF4-FFF2-40B4-BE49-F238E27FC236}">
                <a16:creationId xmlns:a16="http://schemas.microsoft.com/office/drawing/2014/main" id="{710E1812-BBFE-32E7-1A1D-01BFD77A7244}"/>
              </a:ext>
            </a:extLst>
          </p:cNvPr>
          <p:cNvSpPr txBox="1"/>
          <p:nvPr/>
        </p:nvSpPr>
        <p:spPr>
          <a:xfrm>
            <a:off x="533400" y="1971585"/>
            <a:ext cx="8372094" cy="1200329"/>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latin typeface="MinionPro-Regular"/>
              </a:rPr>
              <a:t>Hadoop uses its own serialization format, </a:t>
            </a:r>
            <a:r>
              <a:rPr lang="en-US" sz="2400" b="1" i="0" u="none" strike="noStrike" baseline="0" dirty="0" err="1">
                <a:solidFill>
                  <a:srgbClr val="FF0000"/>
                </a:solidFill>
                <a:latin typeface="MinionPro-Regular"/>
              </a:rPr>
              <a:t>Writables</a:t>
            </a:r>
            <a:r>
              <a:rPr lang="en-US" sz="2400" b="1" i="0" u="none" strike="noStrike" baseline="0" dirty="0">
                <a:solidFill>
                  <a:srgbClr val="FF0000"/>
                </a:solidFill>
                <a:latin typeface="MinionPro-Regular"/>
              </a:rPr>
              <a:t>,</a:t>
            </a:r>
            <a:r>
              <a:rPr lang="en-US" sz="2400" b="0" i="0" u="none" strike="noStrike" baseline="0" dirty="0">
                <a:latin typeface="MinionPro-Regular"/>
              </a:rPr>
              <a:t> which is certainly </a:t>
            </a:r>
            <a:r>
              <a:rPr lang="en-US" sz="2400" b="1" i="0" u="none" strike="noStrike" baseline="0" dirty="0">
                <a:solidFill>
                  <a:srgbClr val="FF0000"/>
                </a:solidFill>
                <a:latin typeface="MinionPro-Regular"/>
              </a:rPr>
              <a:t>compact and fast</a:t>
            </a:r>
            <a:r>
              <a:rPr lang="en-US" sz="2400" b="0" i="0" u="none" strike="noStrike" baseline="0" dirty="0">
                <a:latin typeface="MinionPro-Regular"/>
              </a:rPr>
              <a:t>, but not so easy to extend or use from languages other than Java. </a:t>
            </a:r>
          </a:p>
        </p:txBody>
      </p:sp>
    </p:spTree>
    <p:extLst>
      <p:ext uri="{BB962C8B-B14F-4D97-AF65-F5344CB8AC3E}">
        <p14:creationId xmlns:p14="http://schemas.microsoft.com/office/powerpoint/2010/main" val="2634893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BD62D3CE-943B-6E0B-D8FE-90CE34078A3A}"/>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6" name="object 2">
            <a:extLst>
              <a:ext uri="{FF2B5EF4-FFF2-40B4-BE49-F238E27FC236}">
                <a16:creationId xmlns:a16="http://schemas.microsoft.com/office/drawing/2014/main" id="{F3C44A89-71C1-2428-403A-AD2E8CC4863C}"/>
              </a:ext>
            </a:extLst>
          </p:cNvPr>
          <p:cNvSpPr txBox="1">
            <a:spLocks/>
          </p:cNvSpPr>
          <p:nvPr/>
        </p:nvSpPr>
        <p:spPr>
          <a:xfrm>
            <a:off x="1866900" y="1428750"/>
            <a:ext cx="6896100" cy="2474395"/>
          </a:xfrm>
          <a:prstGeom prst="rect">
            <a:avLst/>
          </a:prstGeom>
        </p:spPr>
        <p:txBody>
          <a:bodyPr vert="horz" wrap="square" lIns="0" tIns="12065" rIns="0" bIns="0" rtlCol="0">
            <a:spAutoFit/>
          </a:bodyPr>
          <a:lstStyle>
            <a:lvl1pPr>
              <a:defRPr sz="2800" b="1" i="0">
                <a:solidFill>
                  <a:srgbClr val="095A82"/>
                </a:solidFill>
                <a:latin typeface="Calibri"/>
                <a:ea typeface="+mj-ea"/>
                <a:cs typeface="Calibri"/>
              </a:defRPr>
            </a:lvl1pPr>
          </a:lstStyle>
          <a:p>
            <a:pPr marL="12700">
              <a:spcBef>
                <a:spcPts val="95"/>
              </a:spcBef>
            </a:pPr>
            <a:r>
              <a:rPr lang="en-IN" sz="3200" spc="-5" dirty="0"/>
              <a:t>Serialization</a:t>
            </a:r>
            <a:r>
              <a:rPr lang="en-US" sz="3200" kern="0" spc="-5" dirty="0"/>
              <a:t>:</a:t>
            </a:r>
            <a:br>
              <a:rPr lang="en-US" sz="3200" kern="0" spc="-5" dirty="0"/>
            </a:br>
            <a:r>
              <a:rPr lang="en-US" sz="3200" kern="0" spc="-5" dirty="0"/>
              <a:t>	- </a:t>
            </a:r>
            <a:r>
              <a:rPr lang="en-IN" sz="3200" spc="-5" dirty="0">
                <a:solidFill>
                  <a:srgbClr val="FF0000"/>
                </a:solidFill>
              </a:rPr>
              <a:t>The Writable Interface </a:t>
            </a:r>
            <a:br>
              <a:rPr lang="en-US" sz="3200" kern="0" spc="-5" dirty="0">
                <a:solidFill>
                  <a:srgbClr val="FF0000"/>
                </a:solidFill>
              </a:rPr>
            </a:br>
            <a:r>
              <a:rPr lang="en-US" sz="3200" kern="0" spc="-5" dirty="0"/>
              <a:t>	- </a:t>
            </a:r>
            <a:r>
              <a:rPr lang="en-IN" sz="3200" spc="-5" dirty="0"/>
              <a:t>Writable Classes </a:t>
            </a:r>
            <a:br>
              <a:rPr lang="en-US" sz="3200" kern="0" spc="-5" dirty="0"/>
            </a:br>
            <a:r>
              <a:rPr lang="en-US" sz="3200" kern="0" spc="-5" dirty="0"/>
              <a:t>	- </a:t>
            </a:r>
            <a:r>
              <a:rPr lang="en-IN" sz="3200" spc="-5" dirty="0"/>
              <a:t>Implementing a Custom Writable</a:t>
            </a:r>
          </a:p>
          <a:p>
            <a:pPr marL="12700">
              <a:spcBef>
                <a:spcPts val="95"/>
              </a:spcBef>
            </a:pPr>
            <a:r>
              <a:rPr lang="en-IN" sz="3200" spc="-5" dirty="0"/>
              <a:t> 	- Serialization Frameworks</a:t>
            </a:r>
            <a:endParaRPr lang="en-US" sz="3200" kern="0" spc="-5" dirty="0"/>
          </a:p>
        </p:txBody>
      </p:sp>
    </p:spTree>
    <p:extLst>
      <p:ext uri="{BB962C8B-B14F-4D97-AF65-F5344CB8AC3E}">
        <p14:creationId xmlns:p14="http://schemas.microsoft.com/office/powerpoint/2010/main" val="2939932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Writable Interface</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39D8B88C-56EF-CF55-E8AC-7F9ECE06D419}"/>
              </a:ext>
            </a:extLst>
          </p:cNvPr>
          <p:cNvSpPr txBox="1"/>
          <p:nvPr/>
        </p:nvSpPr>
        <p:spPr>
          <a:xfrm>
            <a:off x="467106" y="891965"/>
            <a:ext cx="8372094" cy="3908762"/>
          </a:xfrm>
          <a:prstGeom prst="rect">
            <a:avLst/>
          </a:prstGeom>
          <a:noFill/>
        </p:spPr>
        <p:txBody>
          <a:bodyPr wrap="square">
            <a:spAutoFit/>
          </a:bodyPr>
          <a:lstStyle/>
          <a:p>
            <a:pPr algn="l"/>
            <a:r>
              <a:rPr lang="en-US" sz="2400" b="0" i="0" u="none" strike="noStrike" baseline="0" dirty="0">
                <a:solidFill>
                  <a:srgbClr val="000000"/>
                </a:solidFill>
                <a:latin typeface="MinionPro-Regular"/>
              </a:rPr>
              <a:t>The </a:t>
            </a:r>
            <a:r>
              <a:rPr lang="en-US" sz="2400" b="0" i="0" u="none" strike="noStrike" baseline="0" dirty="0">
                <a:solidFill>
                  <a:srgbClr val="000000"/>
                </a:solidFill>
                <a:latin typeface="UbuntuMono-Regular"/>
              </a:rPr>
              <a:t>Writable </a:t>
            </a:r>
            <a:r>
              <a:rPr lang="en-US" sz="2400" b="0" i="0" u="none" strike="noStrike" baseline="0" dirty="0">
                <a:solidFill>
                  <a:srgbClr val="000000"/>
                </a:solidFill>
                <a:latin typeface="MinionPro-Regular"/>
              </a:rPr>
              <a:t>interface defines two methods</a:t>
            </a:r>
            <a:r>
              <a:rPr lang="en-US" sz="2400" dirty="0">
                <a:solidFill>
                  <a:srgbClr val="000000"/>
                </a:solidFill>
                <a:latin typeface="MinionPro-Regular"/>
              </a:rPr>
              <a:t> :</a:t>
            </a:r>
            <a:endParaRPr lang="en-US" sz="2400" b="0" i="0" u="none" strike="noStrike" baseline="0" dirty="0">
              <a:solidFill>
                <a:srgbClr val="000000"/>
              </a:solidFill>
              <a:latin typeface="MinionPro-Regular"/>
            </a:endParaRPr>
          </a:p>
          <a:p>
            <a:pPr marL="1200150" lvl="2" indent="-285750">
              <a:buFont typeface="Arial" panose="020B0604020202020204" pitchFamily="34" charset="0"/>
              <a:buChar char="•"/>
            </a:pPr>
            <a:r>
              <a:rPr lang="en-US" sz="2400" dirty="0">
                <a:solidFill>
                  <a:srgbClr val="000000"/>
                </a:solidFill>
                <a:latin typeface="MinionPro-Regular"/>
              </a:rPr>
              <a:t>O</a:t>
            </a:r>
            <a:r>
              <a:rPr lang="en-US" sz="2400" b="0" i="0" u="none" strike="noStrike" baseline="0" dirty="0">
                <a:solidFill>
                  <a:srgbClr val="000000"/>
                </a:solidFill>
                <a:latin typeface="MinionPro-Regular"/>
              </a:rPr>
              <a:t>ne for writing its state to a </a:t>
            </a:r>
            <a:r>
              <a:rPr lang="en-US" sz="2400" b="0" i="0" u="none" strike="noStrike" baseline="0" dirty="0" err="1">
                <a:solidFill>
                  <a:srgbClr val="000000"/>
                </a:solidFill>
                <a:latin typeface="UbuntuMono-Regular"/>
              </a:rPr>
              <a:t>DataOutput</a:t>
            </a:r>
            <a:r>
              <a:rPr lang="en-US" sz="2400" b="0" i="0" u="none" strike="noStrike" baseline="0" dirty="0">
                <a:solidFill>
                  <a:srgbClr val="000000"/>
                </a:solidFill>
                <a:latin typeface="UbuntuMono-Regular"/>
              </a:rPr>
              <a:t> </a:t>
            </a:r>
            <a:r>
              <a:rPr lang="en-US" sz="2400" b="0" i="0" u="none" strike="noStrike" baseline="0" dirty="0">
                <a:solidFill>
                  <a:srgbClr val="000000"/>
                </a:solidFill>
                <a:latin typeface="MinionPro-Regular"/>
              </a:rPr>
              <a:t>binary stream</a:t>
            </a:r>
          </a:p>
          <a:p>
            <a:pPr marL="1200150" lvl="2" indent="-285750">
              <a:buFont typeface="Arial" panose="020B0604020202020204" pitchFamily="34" charset="0"/>
              <a:buChar char="•"/>
            </a:pPr>
            <a:r>
              <a:rPr lang="en-US" sz="2400" dirty="0">
                <a:solidFill>
                  <a:srgbClr val="000000"/>
                </a:solidFill>
                <a:latin typeface="MinionPro-Regular"/>
              </a:rPr>
              <a:t>O</a:t>
            </a:r>
            <a:r>
              <a:rPr lang="en-US" sz="2400" b="0" i="0" u="none" strike="noStrike" baseline="0" dirty="0">
                <a:solidFill>
                  <a:srgbClr val="000000"/>
                </a:solidFill>
                <a:latin typeface="MinionPro-Regular"/>
              </a:rPr>
              <a:t>ne for reading its state from a </a:t>
            </a:r>
            <a:r>
              <a:rPr lang="en-US" sz="2400" b="0" i="0" u="none" strike="noStrike" baseline="0" dirty="0" err="1">
                <a:solidFill>
                  <a:srgbClr val="000000"/>
                </a:solidFill>
                <a:latin typeface="UbuntuMono-Regular"/>
              </a:rPr>
              <a:t>DataInput</a:t>
            </a:r>
            <a:r>
              <a:rPr lang="en-US" sz="2400" b="0" i="0" u="none" strike="noStrike" baseline="0" dirty="0">
                <a:solidFill>
                  <a:srgbClr val="000000"/>
                </a:solidFill>
                <a:latin typeface="UbuntuMono-Regular"/>
              </a:rPr>
              <a:t> </a:t>
            </a:r>
            <a:r>
              <a:rPr lang="en-US" sz="2400" b="0" i="0" u="none" strike="noStrike" baseline="0" dirty="0">
                <a:solidFill>
                  <a:srgbClr val="000000"/>
                </a:solidFill>
                <a:latin typeface="MinionPro-Regular"/>
              </a:rPr>
              <a:t>binary stream</a:t>
            </a:r>
          </a:p>
          <a:p>
            <a:pPr algn="l"/>
            <a:r>
              <a:rPr lang="en-US" sz="2200" b="1" i="0" u="none" strike="noStrike" baseline="0" dirty="0">
                <a:solidFill>
                  <a:srgbClr val="00669A"/>
                </a:solidFill>
                <a:latin typeface="UbuntuMono-Bold"/>
              </a:rPr>
              <a:t>package </a:t>
            </a:r>
            <a:r>
              <a:rPr lang="en-US" sz="2200" b="0" i="0" u="none" strike="noStrike" baseline="0" dirty="0">
                <a:solidFill>
                  <a:srgbClr val="000089"/>
                </a:solidFill>
                <a:latin typeface="UbuntuMono-Regular"/>
              </a:rPr>
              <a:t>org</a:t>
            </a:r>
            <a:r>
              <a:rPr lang="en-US" sz="2200" b="0" i="0" u="none" strike="noStrike" baseline="0" dirty="0">
                <a:solidFill>
                  <a:srgbClr val="555555"/>
                </a:solidFill>
                <a:latin typeface="UbuntuMono-Regular"/>
              </a:rPr>
              <a:t>.</a:t>
            </a:r>
            <a:r>
              <a:rPr lang="en-US" sz="2200" b="0" i="0" u="none" strike="noStrike" baseline="0" dirty="0">
                <a:solidFill>
                  <a:srgbClr val="33009A"/>
                </a:solidFill>
                <a:latin typeface="UbuntuMono-Regular"/>
              </a:rPr>
              <a:t>apache</a:t>
            </a:r>
            <a:r>
              <a:rPr lang="en-US" sz="2200" b="0" i="0" u="none" strike="noStrike" baseline="0" dirty="0">
                <a:solidFill>
                  <a:srgbClr val="555555"/>
                </a:solidFill>
                <a:latin typeface="UbuntuMono-Regular"/>
              </a:rPr>
              <a:t>.</a:t>
            </a:r>
            <a:r>
              <a:rPr lang="en-US" sz="2200" b="0" i="0" u="none" strike="noStrike" baseline="0" dirty="0">
                <a:solidFill>
                  <a:srgbClr val="33009A"/>
                </a:solidFill>
                <a:latin typeface="UbuntuMono-Regular"/>
              </a:rPr>
              <a:t>hadoop</a:t>
            </a:r>
            <a:r>
              <a:rPr lang="en-US" sz="2200" b="0" i="0" u="none" strike="noStrike" baseline="0" dirty="0">
                <a:solidFill>
                  <a:srgbClr val="555555"/>
                </a:solidFill>
                <a:latin typeface="UbuntuMono-Regular"/>
              </a:rPr>
              <a:t>.</a:t>
            </a:r>
            <a:r>
              <a:rPr lang="en-US" sz="2200" b="0" i="0" u="none" strike="noStrike" baseline="0" dirty="0">
                <a:solidFill>
                  <a:srgbClr val="33009A"/>
                </a:solidFill>
                <a:latin typeface="UbuntuMono-Regular"/>
              </a:rPr>
              <a:t>io</a:t>
            </a:r>
            <a:r>
              <a:rPr lang="en-US" sz="2200" b="0" i="0" u="none" strike="noStrike" baseline="0" dirty="0">
                <a:solidFill>
                  <a:srgbClr val="555555"/>
                </a:solidFill>
                <a:latin typeface="UbuntuMono-Regular"/>
              </a:rPr>
              <a:t>;</a:t>
            </a:r>
          </a:p>
          <a:p>
            <a:pPr algn="l"/>
            <a:r>
              <a:rPr lang="en-IN" sz="2200" b="1" i="0" u="none" strike="noStrike" baseline="0" dirty="0">
                <a:solidFill>
                  <a:srgbClr val="00669A"/>
                </a:solidFill>
                <a:latin typeface="UbuntuMono-Bold"/>
              </a:rPr>
              <a:t>import </a:t>
            </a:r>
            <a:r>
              <a:rPr lang="en-IN" sz="2200" b="1" i="0" u="none" strike="noStrike" baseline="0" dirty="0" err="1">
                <a:solidFill>
                  <a:srgbClr val="00CDFF"/>
                </a:solidFill>
                <a:latin typeface="UbuntuMono-Bold"/>
              </a:rPr>
              <a:t>java.io.DataOutput</a:t>
            </a:r>
            <a:r>
              <a:rPr lang="en-IN" sz="2200" b="0" i="0" u="none" strike="noStrike" baseline="0" dirty="0">
                <a:solidFill>
                  <a:srgbClr val="555555"/>
                </a:solidFill>
                <a:latin typeface="UbuntuMono-Regular"/>
              </a:rPr>
              <a:t>;</a:t>
            </a:r>
          </a:p>
          <a:p>
            <a:pPr algn="l"/>
            <a:r>
              <a:rPr lang="en-IN" sz="2200" b="1" i="0" u="none" strike="noStrike" baseline="0" dirty="0">
                <a:solidFill>
                  <a:srgbClr val="00669A"/>
                </a:solidFill>
                <a:latin typeface="UbuntuMono-Bold"/>
              </a:rPr>
              <a:t>import </a:t>
            </a:r>
            <a:r>
              <a:rPr lang="en-IN" sz="2200" b="1" i="0" u="none" strike="noStrike" baseline="0" dirty="0" err="1">
                <a:solidFill>
                  <a:srgbClr val="00CDFF"/>
                </a:solidFill>
                <a:latin typeface="UbuntuMono-Bold"/>
              </a:rPr>
              <a:t>java.io.DataInput</a:t>
            </a:r>
            <a:r>
              <a:rPr lang="en-IN" sz="2200" b="0" i="0" u="none" strike="noStrike" baseline="0" dirty="0">
                <a:solidFill>
                  <a:srgbClr val="555555"/>
                </a:solidFill>
                <a:latin typeface="UbuntuMono-Regular"/>
              </a:rPr>
              <a:t>;</a:t>
            </a:r>
          </a:p>
          <a:p>
            <a:pPr algn="l"/>
            <a:r>
              <a:rPr lang="en-IN" sz="2200" b="1" i="0" u="none" strike="noStrike" baseline="0" dirty="0">
                <a:solidFill>
                  <a:srgbClr val="00669A"/>
                </a:solidFill>
                <a:latin typeface="UbuntuMono-Bold"/>
              </a:rPr>
              <a:t>import </a:t>
            </a:r>
            <a:r>
              <a:rPr lang="en-IN" sz="2200" b="1" i="0" u="none" strike="noStrike" baseline="0" dirty="0" err="1">
                <a:solidFill>
                  <a:srgbClr val="00CDFF"/>
                </a:solidFill>
                <a:latin typeface="UbuntuMono-Bold"/>
              </a:rPr>
              <a:t>java.io.IOException</a:t>
            </a:r>
            <a:r>
              <a:rPr lang="en-IN" sz="2200" b="0" i="0" u="none" strike="noStrike" baseline="0" dirty="0">
                <a:solidFill>
                  <a:srgbClr val="555555"/>
                </a:solidFill>
                <a:latin typeface="UbuntuMono-Regular"/>
              </a:rPr>
              <a:t>;</a:t>
            </a:r>
          </a:p>
          <a:p>
            <a:pPr algn="l"/>
            <a:r>
              <a:rPr lang="en-IN" sz="2200" b="1" i="0" u="none" strike="noStrike" baseline="0" dirty="0">
                <a:solidFill>
                  <a:srgbClr val="00669A"/>
                </a:solidFill>
                <a:latin typeface="UbuntuMono-Bold"/>
              </a:rPr>
              <a:t>public interface </a:t>
            </a:r>
            <a:r>
              <a:rPr lang="en-IN" sz="2200" b="1" i="0" u="none" strike="noStrike" baseline="0" dirty="0">
                <a:solidFill>
                  <a:srgbClr val="00AB89"/>
                </a:solidFill>
                <a:latin typeface="UbuntuMono-Bold"/>
              </a:rPr>
              <a:t>Writable </a:t>
            </a:r>
            <a:r>
              <a:rPr lang="en-IN" sz="2200" b="0" i="0" u="none" strike="noStrike" baseline="0" dirty="0">
                <a:solidFill>
                  <a:srgbClr val="555555"/>
                </a:solidFill>
                <a:latin typeface="UbuntuMono-Regular"/>
              </a:rPr>
              <a:t>{</a:t>
            </a:r>
          </a:p>
          <a:p>
            <a:pPr algn="l"/>
            <a:r>
              <a:rPr lang="en-US" sz="2200" b="1" i="0" u="none" strike="noStrike" baseline="0" dirty="0">
                <a:solidFill>
                  <a:srgbClr val="007789"/>
                </a:solidFill>
                <a:latin typeface="UbuntuMono-Bold"/>
              </a:rPr>
              <a:t>	void </a:t>
            </a:r>
            <a:r>
              <a:rPr lang="en-US" sz="2200" b="0" i="0" u="none" strike="noStrike" baseline="0" dirty="0">
                <a:solidFill>
                  <a:srgbClr val="CD00FF"/>
                </a:solidFill>
                <a:latin typeface="UbuntuMono-Regular"/>
              </a:rPr>
              <a:t>write</a:t>
            </a:r>
            <a:r>
              <a:rPr lang="en-US" sz="2200" b="0" i="0" u="none" strike="noStrike" baseline="0" dirty="0">
                <a:solidFill>
                  <a:srgbClr val="555555"/>
                </a:solidFill>
                <a:latin typeface="UbuntuMono-Regular"/>
              </a:rPr>
              <a:t>(</a:t>
            </a:r>
            <a:r>
              <a:rPr lang="en-US" sz="2200" b="0" i="0" u="none" strike="noStrike" baseline="0" dirty="0" err="1">
                <a:solidFill>
                  <a:srgbClr val="000089"/>
                </a:solidFill>
                <a:latin typeface="UbuntuMono-Regular"/>
              </a:rPr>
              <a:t>DataOutput</a:t>
            </a:r>
            <a:r>
              <a:rPr lang="en-US" sz="2200" b="0" i="0" u="none" strike="noStrike" baseline="0" dirty="0">
                <a:solidFill>
                  <a:srgbClr val="000089"/>
                </a:solidFill>
                <a:latin typeface="UbuntuMono-Regular"/>
              </a:rPr>
              <a:t> out</a:t>
            </a:r>
            <a:r>
              <a:rPr lang="en-US" sz="2200" b="0" i="0" u="none" strike="noStrike" baseline="0" dirty="0">
                <a:solidFill>
                  <a:srgbClr val="555555"/>
                </a:solidFill>
                <a:latin typeface="UbuntuMono-Regular"/>
              </a:rPr>
              <a:t>) </a:t>
            </a:r>
            <a:r>
              <a:rPr lang="en-US" sz="2200" b="1" i="0" u="none" strike="noStrike" baseline="0" dirty="0">
                <a:solidFill>
                  <a:srgbClr val="00669A"/>
                </a:solidFill>
                <a:latin typeface="UbuntuMono-Bold"/>
              </a:rPr>
              <a:t>throws </a:t>
            </a:r>
            <a:r>
              <a:rPr lang="en-US" sz="2200" b="0" i="0" u="none" strike="noStrike" baseline="0" dirty="0" err="1">
                <a:solidFill>
                  <a:srgbClr val="000089"/>
                </a:solidFill>
                <a:latin typeface="UbuntuMono-Regular"/>
              </a:rPr>
              <a:t>IOException</a:t>
            </a:r>
            <a:r>
              <a:rPr lang="en-US" sz="2200" b="0" i="0" u="none" strike="noStrike" baseline="0" dirty="0">
                <a:solidFill>
                  <a:srgbClr val="555555"/>
                </a:solidFill>
                <a:latin typeface="UbuntuMono-Regular"/>
              </a:rPr>
              <a:t>;</a:t>
            </a:r>
          </a:p>
          <a:p>
            <a:pPr algn="l"/>
            <a:r>
              <a:rPr lang="en-US" sz="2200" b="1" i="0" u="none" strike="noStrike" baseline="0" dirty="0">
                <a:solidFill>
                  <a:srgbClr val="007789"/>
                </a:solidFill>
                <a:latin typeface="UbuntuMono-Bold"/>
              </a:rPr>
              <a:t>	void </a:t>
            </a:r>
            <a:r>
              <a:rPr lang="en-US" sz="2200" b="0" i="0" u="none" strike="noStrike" baseline="0" dirty="0" err="1">
                <a:solidFill>
                  <a:srgbClr val="CD00FF"/>
                </a:solidFill>
                <a:latin typeface="UbuntuMono-Regular"/>
              </a:rPr>
              <a:t>readFields</a:t>
            </a:r>
            <a:r>
              <a:rPr lang="en-US" sz="2200" b="0" i="0" u="none" strike="noStrike" baseline="0" dirty="0">
                <a:solidFill>
                  <a:srgbClr val="555555"/>
                </a:solidFill>
                <a:latin typeface="UbuntuMono-Regular"/>
              </a:rPr>
              <a:t>(</a:t>
            </a:r>
            <a:r>
              <a:rPr lang="en-US" sz="2200" b="0" i="0" u="none" strike="noStrike" baseline="0" dirty="0" err="1">
                <a:solidFill>
                  <a:srgbClr val="000089"/>
                </a:solidFill>
                <a:latin typeface="UbuntuMono-Regular"/>
              </a:rPr>
              <a:t>DataInput</a:t>
            </a:r>
            <a:r>
              <a:rPr lang="en-US" sz="2200" b="0" i="0" u="none" strike="noStrike" baseline="0" dirty="0">
                <a:solidFill>
                  <a:srgbClr val="000089"/>
                </a:solidFill>
                <a:latin typeface="UbuntuMono-Regular"/>
              </a:rPr>
              <a:t> in</a:t>
            </a:r>
            <a:r>
              <a:rPr lang="en-US" sz="2200" b="0" i="0" u="none" strike="noStrike" baseline="0" dirty="0">
                <a:solidFill>
                  <a:srgbClr val="555555"/>
                </a:solidFill>
                <a:latin typeface="UbuntuMono-Regular"/>
              </a:rPr>
              <a:t>) </a:t>
            </a:r>
            <a:r>
              <a:rPr lang="en-US" sz="2200" b="1" i="0" u="none" strike="noStrike" baseline="0" dirty="0">
                <a:solidFill>
                  <a:srgbClr val="00669A"/>
                </a:solidFill>
                <a:latin typeface="UbuntuMono-Bold"/>
              </a:rPr>
              <a:t>throws </a:t>
            </a:r>
            <a:r>
              <a:rPr lang="en-US" sz="2200" b="0" i="0" u="none" strike="noStrike" baseline="0" dirty="0" err="1">
                <a:solidFill>
                  <a:srgbClr val="000089"/>
                </a:solidFill>
                <a:latin typeface="UbuntuMono-Regular"/>
              </a:rPr>
              <a:t>IOException</a:t>
            </a:r>
            <a:r>
              <a:rPr lang="en-US" sz="2200" b="0" i="0" u="none" strike="noStrike" baseline="0" dirty="0">
                <a:solidFill>
                  <a:srgbClr val="555555"/>
                </a:solidFill>
                <a:latin typeface="UbuntuMono-Regular"/>
              </a:rPr>
              <a:t>;</a:t>
            </a:r>
          </a:p>
          <a:p>
            <a:pPr algn="l"/>
            <a:r>
              <a:rPr lang="en-IN" sz="2200" b="0" i="0" u="none" strike="noStrike" baseline="0" dirty="0">
                <a:solidFill>
                  <a:srgbClr val="555555"/>
                </a:solidFill>
                <a:latin typeface="UbuntuMono-Regular"/>
              </a:rPr>
              <a:t>}</a:t>
            </a:r>
            <a:endParaRPr lang="en-IN" sz="2200" dirty="0"/>
          </a:p>
        </p:txBody>
      </p:sp>
    </p:spTree>
    <p:extLst>
      <p:ext uri="{BB962C8B-B14F-4D97-AF65-F5344CB8AC3E}">
        <p14:creationId xmlns:p14="http://schemas.microsoft.com/office/powerpoint/2010/main" val="2825715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6234583" cy="443070"/>
          </a:xfrm>
          <a:prstGeom prst="rect">
            <a:avLst/>
          </a:prstGeom>
        </p:spPr>
        <p:txBody>
          <a:bodyPr vert="horz" wrap="square" lIns="0" tIns="12065" rIns="0" bIns="0" rtlCol="0">
            <a:spAutoFit/>
          </a:bodyPr>
          <a:lstStyle/>
          <a:p>
            <a:pPr marL="12700">
              <a:lnSpc>
                <a:spcPct val="100000"/>
              </a:lnSpc>
              <a:spcBef>
                <a:spcPts val="95"/>
              </a:spcBef>
            </a:pPr>
            <a:r>
              <a:rPr lang="en-US" dirty="0" err="1"/>
              <a:t>WritableComparable</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39D8B88C-56EF-CF55-E8AC-7F9ECE06D419}"/>
              </a:ext>
            </a:extLst>
          </p:cNvPr>
          <p:cNvSpPr txBox="1"/>
          <p:nvPr/>
        </p:nvSpPr>
        <p:spPr>
          <a:xfrm>
            <a:off x="467106" y="891965"/>
            <a:ext cx="8372094" cy="3631763"/>
          </a:xfrm>
          <a:prstGeom prst="rect">
            <a:avLst/>
          </a:prstGeom>
          <a:noFill/>
        </p:spPr>
        <p:txBody>
          <a:bodyPr wrap="square">
            <a:spAutoFit/>
          </a:bodyPr>
          <a:lstStyle/>
          <a:p>
            <a:pPr marL="342900" indent="-342900">
              <a:buFont typeface="Arial" panose="020B0604020202020204" pitchFamily="34" charset="0"/>
              <a:buChar char="•"/>
            </a:pPr>
            <a:r>
              <a:rPr lang="en-US" sz="2200" dirty="0" err="1"/>
              <a:t>WritableComparable</a:t>
            </a:r>
            <a:r>
              <a:rPr lang="en-US" sz="2200" dirty="0"/>
              <a:t> is sub-interface of Writable and </a:t>
            </a:r>
            <a:r>
              <a:rPr lang="en-US" sz="2200" dirty="0" err="1"/>
              <a:t>java.lang.Comparable</a:t>
            </a:r>
            <a:r>
              <a:rPr lang="en-US" sz="2200" dirty="0"/>
              <a:t> Interface class. </a:t>
            </a:r>
          </a:p>
          <a:p>
            <a:pPr marL="342900" indent="-342900" algn="l">
              <a:buFont typeface="Arial" panose="020B0604020202020204" pitchFamily="34" charset="0"/>
              <a:buChar char="•"/>
            </a:pPr>
            <a:r>
              <a:rPr lang="en-US" sz="2200" dirty="0" err="1"/>
              <a:t>WritableComparable</a:t>
            </a:r>
            <a:r>
              <a:rPr lang="en-US" sz="2200" dirty="0"/>
              <a:t> is similar to Writable but with additional method ‘</a:t>
            </a:r>
            <a:r>
              <a:rPr lang="en-US" sz="2200" dirty="0" err="1"/>
              <a:t>compareTo</a:t>
            </a:r>
            <a:r>
              <a:rPr lang="en-US" sz="2200" dirty="0"/>
              <a:t>(). </a:t>
            </a:r>
          </a:p>
          <a:p>
            <a:pPr marL="342900" indent="-342900" algn="l">
              <a:buFont typeface="Arial" panose="020B0604020202020204" pitchFamily="34" charset="0"/>
              <a:buChar char="•"/>
            </a:pPr>
            <a:endParaRPr lang="en-US" sz="2200" dirty="0"/>
          </a:p>
          <a:p>
            <a:pPr algn="l"/>
            <a:r>
              <a:rPr lang="en-US" sz="2000" b="1" i="0" u="none" strike="noStrike" baseline="0" dirty="0">
                <a:solidFill>
                  <a:srgbClr val="00669A"/>
                </a:solidFill>
                <a:latin typeface="UbuntuMono-Bold"/>
              </a:rPr>
              <a:t>package </a:t>
            </a:r>
            <a:r>
              <a:rPr lang="en-US" sz="2000" b="0" i="0" u="none" strike="noStrike" baseline="0" dirty="0">
                <a:solidFill>
                  <a:srgbClr val="000089"/>
                </a:solidFill>
                <a:latin typeface="UbuntuMono-Regular"/>
              </a:rPr>
              <a:t>org</a:t>
            </a:r>
            <a:r>
              <a:rPr lang="en-US" sz="2000" b="0" i="0" u="none" strike="noStrike" baseline="0" dirty="0">
                <a:solidFill>
                  <a:srgbClr val="555555"/>
                </a:solidFill>
                <a:latin typeface="UbuntuMono-Regular"/>
              </a:rPr>
              <a:t>.</a:t>
            </a:r>
            <a:r>
              <a:rPr lang="en-US" sz="2000" b="0" i="0" u="none" strike="noStrike" baseline="0" dirty="0">
                <a:solidFill>
                  <a:srgbClr val="33009A"/>
                </a:solidFill>
                <a:latin typeface="UbuntuMono-Regular"/>
              </a:rPr>
              <a:t>apache</a:t>
            </a:r>
            <a:r>
              <a:rPr lang="en-US" sz="2000" b="0" i="0" u="none" strike="noStrike" baseline="0" dirty="0">
                <a:solidFill>
                  <a:srgbClr val="555555"/>
                </a:solidFill>
                <a:latin typeface="UbuntuMono-Regular"/>
              </a:rPr>
              <a:t>.</a:t>
            </a:r>
            <a:r>
              <a:rPr lang="en-US" sz="2000" b="0" i="0" u="none" strike="noStrike" baseline="0" dirty="0">
                <a:solidFill>
                  <a:srgbClr val="33009A"/>
                </a:solidFill>
                <a:latin typeface="UbuntuMono-Regular"/>
              </a:rPr>
              <a:t>hadoop</a:t>
            </a:r>
            <a:r>
              <a:rPr lang="en-US" sz="2000" b="0" i="0" u="none" strike="noStrike" baseline="0" dirty="0">
                <a:solidFill>
                  <a:srgbClr val="555555"/>
                </a:solidFill>
                <a:latin typeface="UbuntuMono-Regular"/>
              </a:rPr>
              <a:t>.</a:t>
            </a:r>
            <a:r>
              <a:rPr lang="en-US" sz="2000" b="0" i="0" u="none" strike="noStrike" baseline="0" dirty="0">
                <a:solidFill>
                  <a:srgbClr val="33009A"/>
                </a:solidFill>
                <a:latin typeface="UbuntuMono-Regular"/>
              </a:rPr>
              <a:t>io</a:t>
            </a:r>
            <a:r>
              <a:rPr lang="en-US" sz="2000" b="0" i="0" u="none" strike="noStrike" baseline="0" dirty="0">
                <a:solidFill>
                  <a:srgbClr val="555555"/>
                </a:solidFill>
                <a:latin typeface="UbuntuMono-Regular"/>
              </a:rPr>
              <a:t>;</a:t>
            </a:r>
          </a:p>
          <a:p>
            <a:pPr algn="l"/>
            <a:r>
              <a:rPr lang="en-IN" sz="2000" b="1" i="0" u="none" strike="noStrike" baseline="0" dirty="0">
                <a:solidFill>
                  <a:srgbClr val="00669A"/>
                </a:solidFill>
                <a:latin typeface="UbuntuMono-Bold"/>
              </a:rPr>
              <a:t>public interface </a:t>
            </a:r>
            <a:r>
              <a:rPr lang="en-IN" sz="2000" b="1" i="0" u="none" strike="noStrike" baseline="0" dirty="0" err="1">
                <a:solidFill>
                  <a:srgbClr val="00AB89"/>
                </a:solidFill>
                <a:latin typeface="UbuntuMono-Bold"/>
              </a:rPr>
              <a:t>WritableComparable</a:t>
            </a:r>
            <a:r>
              <a:rPr lang="en-IN" sz="2000" b="0" i="0" u="none" strike="noStrike" baseline="0" dirty="0">
                <a:solidFill>
                  <a:srgbClr val="555555"/>
                </a:solidFill>
                <a:latin typeface="UbuntuMono-Regular"/>
              </a:rPr>
              <a:t> </a:t>
            </a:r>
            <a:r>
              <a:rPr lang="en-IN" sz="2000" b="1" i="0" u="none" strike="noStrike" baseline="0" dirty="0">
                <a:solidFill>
                  <a:srgbClr val="00669A"/>
                </a:solidFill>
                <a:latin typeface="UbuntuMono-Bold"/>
              </a:rPr>
              <a:t>extends </a:t>
            </a:r>
            <a:r>
              <a:rPr lang="en-IN" sz="2000" b="0" i="0" u="none" strike="noStrike" baseline="0" dirty="0">
                <a:solidFill>
                  <a:srgbClr val="000089"/>
                </a:solidFill>
                <a:latin typeface="UbuntuMono-Regular"/>
              </a:rPr>
              <a:t>Writable</a:t>
            </a:r>
            <a:r>
              <a:rPr lang="en-IN" sz="2000" b="0" i="0" u="none" strike="noStrike" baseline="0" dirty="0">
                <a:solidFill>
                  <a:srgbClr val="555555"/>
                </a:solidFill>
                <a:latin typeface="UbuntuMono-Regular"/>
              </a:rPr>
              <a:t>, </a:t>
            </a:r>
            <a:r>
              <a:rPr lang="en-IN" sz="2000" b="0" i="0" u="none" strike="noStrike" baseline="0" dirty="0">
                <a:solidFill>
                  <a:srgbClr val="000089"/>
                </a:solidFill>
                <a:latin typeface="UbuntuMono-Regular"/>
              </a:rPr>
              <a:t>Comparable</a:t>
            </a:r>
            <a:r>
              <a:rPr lang="en-IN" sz="2000" b="0" i="0" u="none" strike="noStrike" baseline="0" dirty="0">
                <a:solidFill>
                  <a:srgbClr val="555555"/>
                </a:solidFill>
                <a:latin typeface="UbuntuMono-Regular"/>
              </a:rPr>
              <a:t> {</a:t>
            </a:r>
          </a:p>
          <a:p>
            <a:pPr algn="l"/>
            <a:r>
              <a:rPr lang="en-US" sz="2000" b="1" dirty="0">
                <a:solidFill>
                  <a:srgbClr val="007789"/>
                </a:solidFill>
                <a:latin typeface="UbuntuMono-Bold"/>
              </a:rPr>
              <a:t>          </a:t>
            </a:r>
            <a:r>
              <a:rPr lang="en-US" sz="2000" b="1" i="0" u="none" strike="noStrike" baseline="0" dirty="0">
                <a:solidFill>
                  <a:srgbClr val="007789"/>
                </a:solidFill>
                <a:latin typeface="UbuntuMono-Bold"/>
              </a:rPr>
              <a:t>void </a:t>
            </a:r>
            <a:r>
              <a:rPr lang="en-US" sz="2000" b="0" i="0" u="none" strike="noStrike" baseline="0" dirty="0">
                <a:solidFill>
                  <a:srgbClr val="CD00FF"/>
                </a:solidFill>
                <a:latin typeface="UbuntuMono-Regular"/>
              </a:rPr>
              <a:t>write</a:t>
            </a:r>
            <a:r>
              <a:rPr lang="en-US" sz="2000" b="0" i="0" u="none" strike="noStrike" baseline="0" dirty="0">
                <a:solidFill>
                  <a:srgbClr val="555555"/>
                </a:solidFill>
                <a:latin typeface="UbuntuMono-Regular"/>
              </a:rPr>
              <a:t>(</a:t>
            </a:r>
            <a:r>
              <a:rPr lang="en-US" sz="2000" b="0" i="0" u="none" strike="noStrike" baseline="0" dirty="0" err="1">
                <a:solidFill>
                  <a:srgbClr val="000089"/>
                </a:solidFill>
                <a:latin typeface="UbuntuMono-Regular"/>
              </a:rPr>
              <a:t>DataOutput</a:t>
            </a:r>
            <a:r>
              <a:rPr lang="en-US" sz="2000" b="0" i="0" u="none" strike="noStrike" baseline="0" dirty="0">
                <a:solidFill>
                  <a:srgbClr val="000089"/>
                </a:solidFill>
                <a:latin typeface="UbuntuMono-Regular"/>
              </a:rPr>
              <a:t> out</a:t>
            </a:r>
            <a:r>
              <a:rPr lang="en-US" sz="2000" b="0" i="0" u="none" strike="noStrike" baseline="0" dirty="0">
                <a:solidFill>
                  <a:srgbClr val="555555"/>
                </a:solidFill>
                <a:latin typeface="UbuntuMono-Regular"/>
              </a:rPr>
              <a:t>) </a:t>
            </a:r>
            <a:r>
              <a:rPr lang="en-US" sz="2000" b="1" i="0" u="none" strike="noStrike" baseline="0" dirty="0">
                <a:solidFill>
                  <a:srgbClr val="00669A"/>
                </a:solidFill>
                <a:latin typeface="UbuntuMono-Bold"/>
              </a:rPr>
              <a:t>throws </a:t>
            </a:r>
            <a:r>
              <a:rPr lang="en-US" sz="2000" b="0" i="0" u="none" strike="noStrike" baseline="0" dirty="0" err="1">
                <a:solidFill>
                  <a:srgbClr val="000089"/>
                </a:solidFill>
                <a:latin typeface="UbuntuMono-Regular"/>
              </a:rPr>
              <a:t>IOException</a:t>
            </a:r>
            <a:r>
              <a:rPr lang="en-US" sz="2000" b="0" i="0" u="none" strike="noStrike" baseline="0" dirty="0">
                <a:solidFill>
                  <a:srgbClr val="555555"/>
                </a:solidFill>
                <a:latin typeface="UbuntuMono-Regular"/>
              </a:rPr>
              <a:t>;</a:t>
            </a:r>
          </a:p>
          <a:p>
            <a:pPr algn="l"/>
            <a:r>
              <a:rPr lang="en-US" sz="2000" b="1" dirty="0">
                <a:solidFill>
                  <a:srgbClr val="007789"/>
                </a:solidFill>
                <a:latin typeface="UbuntuMono-Bold"/>
              </a:rPr>
              <a:t>          </a:t>
            </a:r>
            <a:r>
              <a:rPr lang="en-US" sz="2000" b="1" i="0" u="none" strike="noStrike" baseline="0" dirty="0">
                <a:solidFill>
                  <a:srgbClr val="007789"/>
                </a:solidFill>
                <a:latin typeface="UbuntuMono-Bold"/>
              </a:rPr>
              <a:t>void </a:t>
            </a:r>
            <a:r>
              <a:rPr lang="en-US" sz="2000" b="0" i="0" u="none" strike="noStrike" baseline="0" dirty="0" err="1">
                <a:solidFill>
                  <a:srgbClr val="CD00FF"/>
                </a:solidFill>
                <a:latin typeface="UbuntuMono-Regular"/>
              </a:rPr>
              <a:t>readFields</a:t>
            </a:r>
            <a:r>
              <a:rPr lang="en-US" sz="2000" b="0" i="0" u="none" strike="noStrike" baseline="0" dirty="0">
                <a:solidFill>
                  <a:srgbClr val="555555"/>
                </a:solidFill>
                <a:latin typeface="UbuntuMono-Regular"/>
              </a:rPr>
              <a:t>(</a:t>
            </a:r>
            <a:r>
              <a:rPr lang="en-US" sz="2000" b="0" i="0" u="none" strike="noStrike" baseline="0" dirty="0" err="1">
                <a:solidFill>
                  <a:srgbClr val="000089"/>
                </a:solidFill>
                <a:latin typeface="UbuntuMono-Regular"/>
              </a:rPr>
              <a:t>DataInput</a:t>
            </a:r>
            <a:r>
              <a:rPr lang="en-US" sz="2000" b="0" i="0" u="none" strike="noStrike" baseline="0" dirty="0">
                <a:solidFill>
                  <a:srgbClr val="000089"/>
                </a:solidFill>
                <a:latin typeface="UbuntuMono-Regular"/>
              </a:rPr>
              <a:t> in</a:t>
            </a:r>
            <a:r>
              <a:rPr lang="en-US" sz="2000" b="0" i="0" u="none" strike="noStrike" baseline="0" dirty="0">
                <a:solidFill>
                  <a:srgbClr val="555555"/>
                </a:solidFill>
                <a:latin typeface="UbuntuMono-Regular"/>
              </a:rPr>
              <a:t>) </a:t>
            </a:r>
            <a:r>
              <a:rPr lang="en-US" sz="2000" b="1" i="0" u="none" strike="noStrike" baseline="0" dirty="0">
                <a:solidFill>
                  <a:srgbClr val="00669A"/>
                </a:solidFill>
                <a:latin typeface="UbuntuMono-Bold"/>
              </a:rPr>
              <a:t>throws </a:t>
            </a:r>
            <a:r>
              <a:rPr lang="en-US" sz="2000" b="0" i="0" u="none" strike="noStrike" baseline="0" dirty="0" err="1">
                <a:solidFill>
                  <a:srgbClr val="000089"/>
                </a:solidFill>
                <a:latin typeface="UbuntuMono-Regular"/>
              </a:rPr>
              <a:t>IOException</a:t>
            </a:r>
            <a:r>
              <a:rPr lang="en-US" sz="2000" b="0" i="0" u="none" strike="noStrike" baseline="0" dirty="0">
                <a:solidFill>
                  <a:srgbClr val="555555"/>
                </a:solidFill>
                <a:latin typeface="UbuntuMono-Regular"/>
              </a:rPr>
              <a:t>;</a:t>
            </a:r>
          </a:p>
          <a:p>
            <a:pPr algn="l"/>
            <a:r>
              <a:rPr lang="en-IN" sz="2000" dirty="0">
                <a:solidFill>
                  <a:srgbClr val="555555"/>
                </a:solidFill>
                <a:latin typeface="UbuntuMono-Regular"/>
              </a:rPr>
              <a:t>          </a:t>
            </a:r>
            <a:r>
              <a:rPr lang="en-IN" sz="2000" b="1" dirty="0">
                <a:solidFill>
                  <a:srgbClr val="007789"/>
                </a:solidFill>
                <a:latin typeface="UbuntuMono-Bold"/>
              </a:rPr>
              <a:t>int</a:t>
            </a:r>
            <a:r>
              <a:rPr lang="en-IN" sz="2000" b="0" i="0" u="none" strike="noStrike" baseline="0" dirty="0">
                <a:solidFill>
                  <a:srgbClr val="555555"/>
                </a:solidFill>
                <a:latin typeface="UbuntuMono-Regular"/>
              </a:rPr>
              <a:t> </a:t>
            </a:r>
            <a:r>
              <a:rPr lang="en-IN" sz="2000" dirty="0" err="1">
                <a:solidFill>
                  <a:srgbClr val="CD00FF"/>
                </a:solidFill>
                <a:latin typeface="UbuntuMono-Regular"/>
              </a:rPr>
              <a:t>compareTo</a:t>
            </a:r>
            <a:r>
              <a:rPr lang="en-IN" sz="2000" b="0" i="0" u="none" strike="noStrike" baseline="0" dirty="0">
                <a:solidFill>
                  <a:srgbClr val="555555"/>
                </a:solidFill>
                <a:latin typeface="UbuntuMono-Regular"/>
              </a:rPr>
              <a:t>(</a:t>
            </a:r>
            <a:r>
              <a:rPr lang="en-IN" sz="2000" dirty="0" err="1">
                <a:solidFill>
                  <a:srgbClr val="000089"/>
                </a:solidFill>
                <a:latin typeface="UbuntuMono-Regular"/>
              </a:rPr>
              <a:t>WritableComparable</a:t>
            </a:r>
            <a:r>
              <a:rPr lang="en-IN" sz="2000" dirty="0">
                <a:solidFill>
                  <a:srgbClr val="000089"/>
                </a:solidFill>
                <a:latin typeface="UbuntuMono-Regular"/>
              </a:rPr>
              <a:t> 0</a:t>
            </a:r>
            <a:r>
              <a:rPr lang="en-IN" sz="2000" b="0" i="0" u="none" strike="noStrike" baseline="0" dirty="0">
                <a:solidFill>
                  <a:srgbClr val="555555"/>
                </a:solidFill>
                <a:latin typeface="UbuntuMono-Regular"/>
              </a:rPr>
              <a:t>); // </a:t>
            </a:r>
            <a:r>
              <a:rPr lang="en-IN" sz="2000" b="0" i="0" u="none" strike="noStrike" baseline="0" dirty="0" err="1">
                <a:solidFill>
                  <a:srgbClr val="555555"/>
                </a:solidFill>
                <a:latin typeface="UbuntuMono-Regular"/>
              </a:rPr>
              <a:t>canbe</a:t>
            </a:r>
            <a:r>
              <a:rPr lang="en-IN" sz="2000" b="0" i="0" u="none" strike="noStrike" baseline="0" dirty="0">
                <a:solidFill>
                  <a:srgbClr val="555555"/>
                </a:solidFill>
                <a:latin typeface="UbuntuMono-Regular"/>
              </a:rPr>
              <a:t> </a:t>
            </a:r>
            <a:r>
              <a:rPr lang="en-IN" sz="2000" b="0" i="0" u="none" strike="noStrike" baseline="0" dirty="0" err="1">
                <a:solidFill>
                  <a:srgbClr val="555555"/>
                </a:solidFill>
                <a:latin typeface="UbuntuMono-Regular"/>
              </a:rPr>
              <a:t>negative,equal</a:t>
            </a:r>
            <a:r>
              <a:rPr lang="en-IN" sz="2000" b="0" i="0" u="none" strike="noStrike" baseline="0" dirty="0">
                <a:solidFill>
                  <a:srgbClr val="555555"/>
                </a:solidFill>
                <a:latin typeface="UbuntuMono-Regular"/>
              </a:rPr>
              <a:t>, positive</a:t>
            </a:r>
          </a:p>
          <a:p>
            <a:pPr algn="l"/>
            <a:r>
              <a:rPr lang="en-IN" sz="2000" b="0" i="0" u="none" strike="noStrike" baseline="0" dirty="0">
                <a:solidFill>
                  <a:srgbClr val="555555"/>
                </a:solidFill>
                <a:latin typeface="UbuntuMono-Regular"/>
              </a:rPr>
              <a:t>}</a:t>
            </a:r>
          </a:p>
        </p:txBody>
      </p:sp>
    </p:spTree>
    <p:extLst>
      <p:ext uri="{BB962C8B-B14F-4D97-AF65-F5344CB8AC3E}">
        <p14:creationId xmlns:p14="http://schemas.microsoft.com/office/powerpoint/2010/main" val="3293567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6234583" cy="443070"/>
          </a:xfrm>
          <a:prstGeom prst="rect">
            <a:avLst/>
          </a:prstGeom>
        </p:spPr>
        <p:txBody>
          <a:bodyPr vert="horz" wrap="square" lIns="0" tIns="12065" rIns="0" bIns="0" rtlCol="0">
            <a:spAutoFit/>
          </a:bodyPr>
          <a:lstStyle/>
          <a:p>
            <a:pPr marL="12700">
              <a:lnSpc>
                <a:spcPct val="100000"/>
              </a:lnSpc>
              <a:spcBef>
                <a:spcPts val="95"/>
              </a:spcBef>
            </a:pPr>
            <a:r>
              <a:rPr lang="en-US" dirty="0" err="1"/>
              <a:t>RawComparators</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39D8B88C-56EF-CF55-E8AC-7F9ECE06D419}"/>
              </a:ext>
            </a:extLst>
          </p:cNvPr>
          <p:cNvSpPr txBox="1"/>
          <p:nvPr/>
        </p:nvSpPr>
        <p:spPr>
          <a:xfrm>
            <a:off x="151511" y="891965"/>
            <a:ext cx="8840978" cy="3693319"/>
          </a:xfrm>
          <a:prstGeom prst="rect">
            <a:avLst/>
          </a:prstGeom>
          <a:noFill/>
        </p:spPr>
        <p:txBody>
          <a:bodyPr wrap="square">
            <a:spAutoFit/>
          </a:bodyPr>
          <a:lstStyle/>
          <a:p>
            <a:pPr marL="342900" indent="-342900" algn="l">
              <a:buFont typeface="Arial" panose="020B0604020202020204" pitchFamily="34" charset="0"/>
              <a:buChar char="•"/>
            </a:pPr>
            <a:r>
              <a:rPr lang="en-US" sz="2200" b="0" i="0" u="none" strike="noStrike" baseline="0" dirty="0">
                <a:latin typeface="MinionPro-Regular"/>
              </a:rPr>
              <a:t>In MapReduce, during sorting phase, keys are compared with one another. </a:t>
            </a:r>
          </a:p>
          <a:p>
            <a:pPr marL="342900" indent="-342900" algn="l">
              <a:buFont typeface="Arial" panose="020B0604020202020204" pitchFamily="34" charset="0"/>
              <a:buChar char="•"/>
            </a:pPr>
            <a:r>
              <a:rPr lang="en-US" sz="2200" dirty="0">
                <a:latin typeface="MinionPro-Regular"/>
              </a:rPr>
              <a:t>Sorting is improved because </a:t>
            </a:r>
            <a:r>
              <a:rPr lang="en-US" sz="2200" dirty="0" err="1">
                <a:latin typeface="MinionPro-Regular"/>
              </a:rPr>
              <a:t>RawComparator</a:t>
            </a:r>
            <a:r>
              <a:rPr lang="en-US" sz="2200" dirty="0">
                <a:latin typeface="MinionPro-Regular"/>
              </a:rPr>
              <a:t> will compare keys by bytes.</a:t>
            </a:r>
          </a:p>
          <a:p>
            <a:pPr marL="342900" indent="-342900" algn="l">
              <a:buFont typeface="Arial" panose="020B0604020202020204" pitchFamily="34" charset="0"/>
              <a:buChar char="•"/>
            </a:pPr>
            <a:r>
              <a:rPr lang="en-US" sz="2200" b="0" i="0" u="none" strike="noStrike" baseline="0" dirty="0">
                <a:latin typeface="MinionPro-Regular"/>
              </a:rPr>
              <a:t>If we don’t use Raw Comparator then all the intermediate keys would have to be completely de-se</a:t>
            </a:r>
            <a:r>
              <a:rPr lang="en-US" sz="2200" dirty="0">
                <a:latin typeface="MinionPro-Regular"/>
              </a:rPr>
              <a:t>rialized to perform a comparison.</a:t>
            </a:r>
            <a:endParaRPr lang="en-US" sz="2200" b="0" i="0" u="none" strike="noStrike" baseline="0" dirty="0">
              <a:latin typeface="MinionPro-Regular"/>
            </a:endParaRPr>
          </a:p>
          <a:p>
            <a:pPr marL="342900" indent="-342900" algn="l">
              <a:buFont typeface="Arial" panose="020B0604020202020204" pitchFamily="34" charset="0"/>
              <a:buChar char="•"/>
            </a:pPr>
            <a:r>
              <a:rPr lang="en-US" sz="2200" b="0" i="0" u="none" strike="noStrike" baseline="0" dirty="0">
                <a:latin typeface="MinionPro-Regular"/>
              </a:rPr>
              <a:t>One optimization that Hadoop provides is the </a:t>
            </a:r>
            <a:r>
              <a:rPr lang="en-US" sz="2200" b="0" i="0" u="none" strike="noStrike" baseline="0" dirty="0" err="1">
                <a:latin typeface="UbuntuMono-Regular"/>
              </a:rPr>
              <a:t>RawComparator</a:t>
            </a:r>
            <a:r>
              <a:rPr lang="en-US" sz="2200" b="0" i="0" u="none" strike="noStrike" baseline="0" dirty="0">
                <a:latin typeface="UbuntuMono-Regular"/>
              </a:rPr>
              <a:t> </a:t>
            </a:r>
            <a:r>
              <a:rPr lang="en-US" sz="2200" b="0" i="0" u="none" strike="noStrike" baseline="0" dirty="0">
                <a:latin typeface="MinionPro-Regular"/>
              </a:rPr>
              <a:t>extension of Java’s </a:t>
            </a:r>
            <a:r>
              <a:rPr lang="en-US" sz="2200" b="0" i="0" u="none" strike="noStrike" baseline="0" dirty="0">
                <a:latin typeface="UbuntuMono-Regular"/>
              </a:rPr>
              <a:t>Comparator</a:t>
            </a:r>
            <a:r>
              <a:rPr lang="en-US" sz="2200" b="0" i="0" u="none" strike="noStrike" baseline="0" dirty="0">
                <a:latin typeface="MinionPro-Regular"/>
              </a:rPr>
              <a:t>:</a:t>
            </a:r>
            <a:endParaRPr lang="en-US" sz="2200" dirty="0"/>
          </a:p>
          <a:p>
            <a:pPr algn="l"/>
            <a:r>
              <a:rPr lang="en-IN" sz="2000" b="1" i="0" u="none" strike="noStrike" baseline="0" dirty="0">
                <a:solidFill>
                  <a:srgbClr val="00669A"/>
                </a:solidFill>
                <a:latin typeface="UbuntuMono-Bold"/>
              </a:rPr>
              <a:t>import </a:t>
            </a:r>
            <a:r>
              <a:rPr lang="en-IN" sz="2000" b="1" i="0" u="none" strike="noStrike" baseline="0" dirty="0" err="1">
                <a:solidFill>
                  <a:srgbClr val="00CDFF"/>
                </a:solidFill>
                <a:latin typeface="UbuntuMono-Bold"/>
              </a:rPr>
              <a:t>java.util.Comparator</a:t>
            </a:r>
            <a:r>
              <a:rPr lang="en-IN" sz="2000" b="0" i="0" u="none" strike="noStrike" baseline="0" dirty="0">
                <a:solidFill>
                  <a:srgbClr val="555555"/>
                </a:solidFill>
                <a:latin typeface="UbuntuMono-Regular"/>
              </a:rPr>
              <a:t>;</a:t>
            </a:r>
          </a:p>
          <a:p>
            <a:pPr algn="l"/>
            <a:r>
              <a:rPr lang="fr-FR" sz="2000" b="1" i="0" u="none" strike="noStrike" baseline="0" dirty="0">
                <a:solidFill>
                  <a:srgbClr val="00669A"/>
                </a:solidFill>
                <a:latin typeface="UbuntuMono-Bold"/>
              </a:rPr>
              <a:t>public interface </a:t>
            </a:r>
            <a:r>
              <a:rPr lang="fr-FR" sz="2000" b="1" i="0" u="none" strike="noStrike" baseline="0" dirty="0" err="1">
                <a:solidFill>
                  <a:srgbClr val="00AB89"/>
                </a:solidFill>
                <a:latin typeface="UbuntuMono-Bold"/>
              </a:rPr>
              <a:t>RawComparator</a:t>
            </a:r>
            <a:r>
              <a:rPr lang="fr-FR" sz="2000" b="0" i="0" u="none" strike="noStrike" baseline="0" dirty="0">
                <a:solidFill>
                  <a:srgbClr val="555555"/>
                </a:solidFill>
                <a:latin typeface="UbuntuMono-Regular"/>
              </a:rPr>
              <a:t> </a:t>
            </a:r>
            <a:r>
              <a:rPr lang="fr-FR" sz="2000" b="1" i="0" u="none" strike="noStrike" baseline="0" dirty="0" err="1">
                <a:solidFill>
                  <a:srgbClr val="00669A"/>
                </a:solidFill>
                <a:latin typeface="UbuntuMono-Bold"/>
              </a:rPr>
              <a:t>extends</a:t>
            </a:r>
            <a:r>
              <a:rPr lang="fr-FR" sz="2000" b="1" i="0" u="none" strike="noStrike" baseline="0" dirty="0">
                <a:solidFill>
                  <a:srgbClr val="00669A"/>
                </a:solidFill>
                <a:latin typeface="UbuntuMono-Bold"/>
              </a:rPr>
              <a:t> </a:t>
            </a:r>
            <a:r>
              <a:rPr lang="fr-FR" sz="2000" b="0" i="0" u="none" strike="noStrike" baseline="0" dirty="0" err="1">
                <a:solidFill>
                  <a:srgbClr val="000089"/>
                </a:solidFill>
                <a:latin typeface="UbuntuMono-Regular"/>
              </a:rPr>
              <a:t>Comparator</a:t>
            </a:r>
            <a:r>
              <a:rPr lang="fr-FR" sz="2000" b="0" i="0" u="none" strike="noStrike" baseline="0" dirty="0">
                <a:solidFill>
                  <a:srgbClr val="555555"/>
                </a:solidFill>
                <a:latin typeface="UbuntuMono-Regular"/>
              </a:rPr>
              <a:t> {</a:t>
            </a:r>
          </a:p>
          <a:p>
            <a:pPr algn="l"/>
            <a:r>
              <a:rPr lang="en-US" sz="2000" b="1" i="0" u="none" strike="noStrike" baseline="0" dirty="0">
                <a:solidFill>
                  <a:srgbClr val="00669A"/>
                </a:solidFill>
                <a:latin typeface="UbuntuMono-Bold"/>
              </a:rPr>
              <a:t>public </a:t>
            </a:r>
            <a:r>
              <a:rPr lang="en-US" sz="2000" b="1" i="0" u="none" strike="noStrike" baseline="0" dirty="0">
                <a:solidFill>
                  <a:srgbClr val="007789"/>
                </a:solidFill>
                <a:latin typeface="UbuntuMono-Bold"/>
              </a:rPr>
              <a:t>int </a:t>
            </a:r>
            <a:r>
              <a:rPr lang="en-US" sz="2000" b="0" i="0" u="none" strike="noStrike" baseline="0" dirty="0">
                <a:solidFill>
                  <a:srgbClr val="CD00FF"/>
                </a:solidFill>
                <a:latin typeface="UbuntuMono-Regular"/>
              </a:rPr>
              <a:t>compare</a:t>
            </a:r>
            <a:r>
              <a:rPr lang="en-US" sz="2000" b="0" i="0" u="none" strike="noStrike" baseline="0" dirty="0">
                <a:solidFill>
                  <a:srgbClr val="555555"/>
                </a:solidFill>
                <a:latin typeface="UbuntuMono-Regular"/>
              </a:rPr>
              <a:t>(</a:t>
            </a:r>
            <a:r>
              <a:rPr lang="en-US" sz="2000" b="1" i="0" u="none" strike="noStrike" baseline="0" dirty="0">
                <a:solidFill>
                  <a:srgbClr val="007789"/>
                </a:solidFill>
                <a:latin typeface="UbuntuMono-Bold"/>
              </a:rPr>
              <a:t>byte</a:t>
            </a:r>
            <a:r>
              <a:rPr lang="en-US" sz="2000" b="0" i="0" u="none" strike="noStrike" baseline="0" dirty="0">
                <a:solidFill>
                  <a:srgbClr val="555555"/>
                </a:solidFill>
                <a:latin typeface="UbuntuMono-Regular"/>
              </a:rPr>
              <a:t>[] </a:t>
            </a:r>
            <a:r>
              <a:rPr lang="en-US" sz="2000" b="0" i="0" u="none" strike="noStrike" baseline="0" dirty="0">
                <a:solidFill>
                  <a:srgbClr val="000089"/>
                </a:solidFill>
                <a:latin typeface="UbuntuMono-Regular"/>
              </a:rPr>
              <a:t>b1</a:t>
            </a:r>
            <a:r>
              <a:rPr lang="en-US" sz="2000" b="0" i="0" u="none" strike="noStrike" baseline="0" dirty="0">
                <a:solidFill>
                  <a:srgbClr val="555555"/>
                </a:solidFill>
                <a:latin typeface="UbuntuMono-Regular"/>
              </a:rPr>
              <a:t>, </a:t>
            </a:r>
            <a:r>
              <a:rPr lang="en-US" sz="2000" b="1" i="0" u="none" strike="noStrike" baseline="0" dirty="0">
                <a:solidFill>
                  <a:srgbClr val="007789"/>
                </a:solidFill>
                <a:latin typeface="UbuntuMono-Bold"/>
              </a:rPr>
              <a:t>int </a:t>
            </a:r>
            <a:r>
              <a:rPr lang="en-US" sz="2000" b="0" i="0" u="none" strike="noStrike" baseline="0" dirty="0">
                <a:solidFill>
                  <a:srgbClr val="000089"/>
                </a:solidFill>
                <a:latin typeface="UbuntuMono-Regular"/>
              </a:rPr>
              <a:t>s1</a:t>
            </a:r>
            <a:r>
              <a:rPr lang="en-US" sz="2000" b="0" i="0" u="none" strike="noStrike" baseline="0" dirty="0">
                <a:solidFill>
                  <a:srgbClr val="555555"/>
                </a:solidFill>
                <a:latin typeface="UbuntuMono-Regular"/>
              </a:rPr>
              <a:t>, </a:t>
            </a:r>
            <a:r>
              <a:rPr lang="en-US" sz="2000" b="1" i="0" u="none" strike="noStrike" baseline="0" dirty="0">
                <a:solidFill>
                  <a:srgbClr val="007789"/>
                </a:solidFill>
                <a:latin typeface="UbuntuMono-Bold"/>
              </a:rPr>
              <a:t>int </a:t>
            </a:r>
            <a:r>
              <a:rPr lang="en-US" sz="2000" b="0" i="0" u="none" strike="noStrike" baseline="0" dirty="0">
                <a:solidFill>
                  <a:srgbClr val="000089"/>
                </a:solidFill>
                <a:latin typeface="UbuntuMono-Regular"/>
              </a:rPr>
              <a:t>l1</a:t>
            </a:r>
            <a:r>
              <a:rPr lang="en-US" sz="2000" b="0" i="0" u="none" strike="noStrike" baseline="0" dirty="0">
                <a:solidFill>
                  <a:srgbClr val="555555"/>
                </a:solidFill>
                <a:latin typeface="UbuntuMono-Regular"/>
              </a:rPr>
              <a:t>, </a:t>
            </a:r>
            <a:r>
              <a:rPr lang="en-US" sz="2000" b="1" i="0" u="none" strike="noStrike" baseline="0" dirty="0">
                <a:solidFill>
                  <a:srgbClr val="007789"/>
                </a:solidFill>
                <a:latin typeface="UbuntuMono-Bold"/>
              </a:rPr>
              <a:t>byte</a:t>
            </a:r>
            <a:r>
              <a:rPr lang="en-US" sz="2000" b="0" i="0" u="none" strike="noStrike" baseline="0" dirty="0">
                <a:solidFill>
                  <a:srgbClr val="555555"/>
                </a:solidFill>
                <a:latin typeface="UbuntuMono-Regular"/>
              </a:rPr>
              <a:t>[] </a:t>
            </a:r>
            <a:r>
              <a:rPr lang="en-US" sz="2000" b="0" i="0" u="none" strike="noStrike" baseline="0" dirty="0">
                <a:solidFill>
                  <a:srgbClr val="000089"/>
                </a:solidFill>
                <a:latin typeface="UbuntuMono-Regular"/>
              </a:rPr>
              <a:t>b2</a:t>
            </a:r>
            <a:r>
              <a:rPr lang="en-US" sz="2000" b="0" i="0" u="none" strike="noStrike" baseline="0" dirty="0">
                <a:solidFill>
                  <a:srgbClr val="555555"/>
                </a:solidFill>
                <a:latin typeface="UbuntuMono-Regular"/>
              </a:rPr>
              <a:t>, </a:t>
            </a:r>
            <a:r>
              <a:rPr lang="en-US" sz="2000" b="1" i="0" u="none" strike="noStrike" baseline="0" dirty="0">
                <a:solidFill>
                  <a:srgbClr val="007789"/>
                </a:solidFill>
                <a:latin typeface="UbuntuMono-Bold"/>
              </a:rPr>
              <a:t>int </a:t>
            </a:r>
            <a:r>
              <a:rPr lang="en-US" sz="2000" b="0" i="0" u="none" strike="noStrike" baseline="0" dirty="0">
                <a:solidFill>
                  <a:srgbClr val="000089"/>
                </a:solidFill>
                <a:latin typeface="UbuntuMono-Regular"/>
              </a:rPr>
              <a:t>s2</a:t>
            </a:r>
            <a:r>
              <a:rPr lang="en-US" sz="2000" b="0" i="0" u="none" strike="noStrike" baseline="0" dirty="0">
                <a:solidFill>
                  <a:srgbClr val="555555"/>
                </a:solidFill>
                <a:latin typeface="UbuntuMono-Regular"/>
              </a:rPr>
              <a:t>, </a:t>
            </a:r>
            <a:r>
              <a:rPr lang="en-US" sz="2000" b="1" i="0" u="none" strike="noStrike" baseline="0" dirty="0">
                <a:solidFill>
                  <a:srgbClr val="007789"/>
                </a:solidFill>
                <a:latin typeface="UbuntuMono-Bold"/>
              </a:rPr>
              <a:t>int </a:t>
            </a:r>
            <a:r>
              <a:rPr lang="en-US" sz="2000" b="0" i="0" u="none" strike="noStrike" baseline="0" dirty="0">
                <a:solidFill>
                  <a:srgbClr val="000089"/>
                </a:solidFill>
                <a:latin typeface="UbuntuMono-Regular"/>
              </a:rPr>
              <a:t>l2</a:t>
            </a:r>
            <a:r>
              <a:rPr lang="en-US" sz="2000" b="0" i="0" u="none" strike="noStrike" baseline="0" dirty="0">
                <a:solidFill>
                  <a:srgbClr val="555555"/>
                </a:solidFill>
                <a:latin typeface="UbuntuMono-Regular"/>
              </a:rPr>
              <a:t>);</a:t>
            </a:r>
          </a:p>
          <a:p>
            <a:pPr algn="l"/>
            <a:r>
              <a:rPr lang="en-IN" sz="2000" b="0" i="0" u="none" strike="noStrike" baseline="0" dirty="0">
                <a:solidFill>
                  <a:srgbClr val="555555"/>
                </a:solidFill>
                <a:latin typeface="UbuntuMono-Regular"/>
              </a:rPr>
              <a:t>}</a:t>
            </a:r>
            <a:endParaRPr lang="en-IN" sz="2000" dirty="0"/>
          </a:p>
        </p:txBody>
      </p:sp>
    </p:spTree>
    <p:extLst>
      <p:ext uri="{BB962C8B-B14F-4D97-AF65-F5344CB8AC3E}">
        <p14:creationId xmlns:p14="http://schemas.microsoft.com/office/powerpoint/2010/main" val="1197565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1890EB9A-13C1-9156-B72D-5B8616EFD976}"/>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7" name="object 2">
            <a:extLst>
              <a:ext uri="{FF2B5EF4-FFF2-40B4-BE49-F238E27FC236}">
                <a16:creationId xmlns:a16="http://schemas.microsoft.com/office/drawing/2014/main" id="{575157BB-2301-8572-27BB-F58AE43E836F}"/>
              </a:ext>
            </a:extLst>
          </p:cNvPr>
          <p:cNvSpPr txBox="1">
            <a:spLocks/>
          </p:cNvSpPr>
          <p:nvPr/>
        </p:nvSpPr>
        <p:spPr>
          <a:xfrm>
            <a:off x="1447800" y="1999451"/>
            <a:ext cx="6401689" cy="627736"/>
          </a:xfrm>
          <a:prstGeom prst="rect">
            <a:avLst/>
          </a:prstGeom>
        </p:spPr>
        <p:txBody>
          <a:bodyPr vert="horz" wrap="square" lIns="0" tIns="12065" rIns="0" bIns="0" rtlCol="0">
            <a:spAutoFit/>
          </a:bodyPr>
          <a:lstStyle>
            <a:lvl1pPr>
              <a:defRPr sz="2800" b="1" i="0">
                <a:solidFill>
                  <a:srgbClr val="095A82"/>
                </a:solidFill>
                <a:latin typeface="Calibri"/>
                <a:ea typeface="+mj-ea"/>
                <a:cs typeface="Calibri"/>
              </a:defRPr>
            </a:lvl1pPr>
          </a:lstStyle>
          <a:p>
            <a:pPr marL="12700" algn="ctr">
              <a:spcBef>
                <a:spcPts val="95"/>
              </a:spcBef>
            </a:pPr>
            <a:r>
              <a:rPr lang="en-IN" sz="4000" spc="-5" dirty="0"/>
              <a:t>Demo on Writable Interface</a:t>
            </a:r>
            <a:endParaRPr lang="en-US" sz="4000" kern="0" spc="-5" dirty="0"/>
          </a:p>
        </p:txBody>
      </p:sp>
    </p:spTree>
    <p:extLst>
      <p:ext uri="{BB962C8B-B14F-4D97-AF65-F5344CB8AC3E}">
        <p14:creationId xmlns:p14="http://schemas.microsoft.com/office/powerpoint/2010/main" val="1100024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BD62D3CE-943B-6E0B-D8FE-90CE34078A3A}"/>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6" name="object 2">
            <a:extLst>
              <a:ext uri="{FF2B5EF4-FFF2-40B4-BE49-F238E27FC236}">
                <a16:creationId xmlns:a16="http://schemas.microsoft.com/office/drawing/2014/main" id="{F3C44A89-71C1-2428-403A-AD2E8CC4863C}"/>
              </a:ext>
            </a:extLst>
          </p:cNvPr>
          <p:cNvSpPr txBox="1">
            <a:spLocks/>
          </p:cNvSpPr>
          <p:nvPr/>
        </p:nvSpPr>
        <p:spPr>
          <a:xfrm>
            <a:off x="1866900" y="1428750"/>
            <a:ext cx="6896100" cy="2474395"/>
          </a:xfrm>
          <a:prstGeom prst="rect">
            <a:avLst/>
          </a:prstGeom>
        </p:spPr>
        <p:txBody>
          <a:bodyPr vert="horz" wrap="square" lIns="0" tIns="12065" rIns="0" bIns="0" rtlCol="0">
            <a:spAutoFit/>
          </a:bodyPr>
          <a:lstStyle>
            <a:lvl1pPr>
              <a:defRPr sz="2800" b="1" i="0">
                <a:solidFill>
                  <a:srgbClr val="095A82"/>
                </a:solidFill>
                <a:latin typeface="Calibri"/>
                <a:ea typeface="+mj-ea"/>
                <a:cs typeface="Calibri"/>
              </a:defRPr>
            </a:lvl1pPr>
          </a:lstStyle>
          <a:p>
            <a:pPr marL="12700">
              <a:spcBef>
                <a:spcPts val="95"/>
              </a:spcBef>
            </a:pPr>
            <a:r>
              <a:rPr lang="en-IN" sz="3200" spc="-5" dirty="0"/>
              <a:t>Serialization</a:t>
            </a:r>
            <a:r>
              <a:rPr lang="en-US" sz="3200" kern="0" spc="-5" dirty="0"/>
              <a:t>:</a:t>
            </a:r>
            <a:br>
              <a:rPr lang="en-US" sz="3200" kern="0" spc="-5" dirty="0"/>
            </a:br>
            <a:r>
              <a:rPr lang="en-US" sz="3200" kern="0" spc="-5" dirty="0"/>
              <a:t>	- </a:t>
            </a:r>
            <a:r>
              <a:rPr lang="en-IN" sz="3200" spc="-5" dirty="0"/>
              <a:t>The Writable Interface </a:t>
            </a:r>
            <a:br>
              <a:rPr lang="en-US" sz="3200" kern="0" spc="-5" dirty="0">
                <a:solidFill>
                  <a:srgbClr val="FF0000"/>
                </a:solidFill>
              </a:rPr>
            </a:br>
            <a:r>
              <a:rPr lang="en-US" sz="3200" kern="0" spc="-5" dirty="0"/>
              <a:t>	- </a:t>
            </a:r>
            <a:r>
              <a:rPr lang="en-IN" sz="3200" spc="-5" dirty="0">
                <a:solidFill>
                  <a:srgbClr val="FF0000"/>
                </a:solidFill>
              </a:rPr>
              <a:t>Writable Classes </a:t>
            </a:r>
            <a:br>
              <a:rPr lang="en-US" sz="3200" kern="0" spc="-5" dirty="0"/>
            </a:br>
            <a:r>
              <a:rPr lang="en-US" sz="3200" kern="0" spc="-5" dirty="0"/>
              <a:t>	- </a:t>
            </a:r>
            <a:r>
              <a:rPr lang="en-IN" sz="3200" spc="-5" dirty="0"/>
              <a:t>Implementing a Custom Writable</a:t>
            </a:r>
          </a:p>
          <a:p>
            <a:pPr marL="12700">
              <a:spcBef>
                <a:spcPts val="95"/>
              </a:spcBef>
            </a:pPr>
            <a:r>
              <a:rPr lang="en-IN" sz="3200" spc="-5" dirty="0"/>
              <a:t> 	- Serialization Frameworks</a:t>
            </a:r>
            <a:endParaRPr lang="en-US" sz="3200" kern="0" spc="-5" dirty="0"/>
          </a:p>
        </p:txBody>
      </p:sp>
    </p:spTree>
    <p:extLst>
      <p:ext uri="{BB962C8B-B14F-4D97-AF65-F5344CB8AC3E}">
        <p14:creationId xmlns:p14="http://schemas.microsoft.com/office/powerpoint/2010/main" val="149561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Writable Classes </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3DF80400-27DF-D68A-7B47-79CF0E478436}"/>
              </a:ext>
            </a:extLst>
          </p:cNvPr>
          <p:cNvSpPr txBox="1"/>
          <p:nvPr/>
        </p:nvSpPr>
        <p:spPr>
          <a:xfrm>
            <a:off x="467106" y="950676"/>
            <a:ext cx="8210550" cy="1107996"/>
          </a:xfrm>
          <a:prstGeom prst="rect">
            <a:avLst/>
          </a:prstGeom>
          <a:noFill/>
        </p:spPr>
        <p:txBody>
          <a:bodyPr wrap="square">
            <a:spAutoFit/>
          </a:bodyPr>
          <a:lstStyle/>
          <a:p>
            <a:pPr marL="342900" indent="-342900" algn="l">
              <a:buFont typeface="Arial" panose="020B0604020202020204" pitchFamily="34" charset="0"/>
              <a:buChar char="•"/>
            </a:pPr>
            <a:r>
              <a:rPr lang="en-US" sz="2200" b="0" i="0" u="none" strike="noStrike" baseline="0" dirty="0">
                <a:latin typeface="MinionPro-Regular"/>
              </a:rPr>
              <a:t>Hadoop comes with a large selection of </a:t>
            </a:r>
            <a:r>
              <a:rPr lang="en-US" sz="2200" b="0" i="0" u="none" strike="noStrike" baseline="0" dirty="0">
                <a:latin typeface="UbuntuMono-Regular"/>
              </a:rPr>
              <a:t>Writable </a:t>
            </a:r>
            <a:r>
              <a:rPr lang="en-US" sz="2200" b="0" i="0" u="none" strike="noStrike" baseline="0" dirty="0">
                <a:latin typeface="MinionPro-Regular"/>
              </a:rPr>
              <a:t>classes, which are available in the </a:t>
            </a:r>
            <a:r>
              <a:rPr lang="en-IN" sz="2200" b="1" i="0" u="none" strike="noStrike" baseline="0" dirty="0">
                <a:solidFill>
                  <a:srgbClr val="FF0000"/>
                </a:solidFill>
                <a:latin typeface="UbuntuMono-Regular"/>
              </a:rPr>
              <a:t>org.apache.hadoop.io</a:t>
            </a:r>
            <a:r>
              <a:rPr lang="en-IN" sz="2200" b="0" i="0" u="none" strike="noStrike" baseline="0" dirty="0">
                <a:latin typeface="UbuntuMono-Regular"/>
              </a:rPr>
              <a:t> </a:t>
            </a:r>
            <a:r>
              <a:rPr lang="en-IN" sz="2200" b="0" i="0" u="none" strike="noStrike" baseline="0" dirty="0">
                <a:latin typeface="MinionPro-Regular"/>
              </a:rPr>
              <a:t>package.</a:t>
            </a:r>
          </a:p>
          <a:p>
            <a:pPr marL="342900" indent="-342900" algn="l">
              <a:buFont typeface="Arial" panose="020B0604020202020204" pitchFamily="34" charset="0"/>
              <a:buChar char="•"/>
            </a:pPr>
            <a:endParaRPr lang="en-IN" sz="2200" dirty="0"/>
          </a:p>
        </p:txBody>
      </p:sp>
      <p:pic>
        <p:nvPicPr>
          <p:cNvPr id="9" name="Picture 8">
            <a:extLst>
              <a:ext uri="{FF2B5EF4-FFF2-40B4-BE49-F238E27FC236}">
                <a16:creationId xmlns:a16="http://schemas.microsoft.com/office/drawing/2014/main" id="{F6B3A782-7067-C3A8-E5DC-5B51A2EC352C}"/>
              </a:ext>
            </a:extLst>
          </p:cNvPr>
          <p:cNvPicPr>
            <a:picLocks noChangeAspect="1"/>
          </p:cNvPicPr>
          <p:nvPr/>
        </p:nvPicPr>
        <p:blipFill rotWithShape="1">
          <a:blip r:embed="rId2"/>
          <a:srcRect l="14619" t="9225" r="19884" b="6309"/>
          <a:stretch/>
        </p:blipFill>
        <p:spPr>
          <a:xfrm>
            <a:off x="2667000" y="1671345"/>
            <a:ext cx="4032000" cy="3132000"/>
          </a:xfrm>
          <a:prstGeom prst="rect">
            <a:avLst/>
          </a:prstGeom>
        </p:spPr>
      </p:pic>
    </p:spTree>
    <p:extLst>
      <p:ext uri="{BB962C8B-B14F-4D97-AF65-F5344CB8AC3E}">
        <p14:creationId xmlns:p14="http://schemas.microsoft.com/office/powerpoint/2010/main" val="799550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Text</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3DF80400-27DF-D68A-7B47-79CF0E478436}"/>
              </a:ext>
            </a:extLst>
          </p:cNvPr>
          <p:cNvSpPr txBox="1"/>
          <p:nvPr/>
        </p:nvSpPr>
        <p:spPr>
          <a:xfrm>
            <a:off x="467106" y="950676"/>
            <a:ext cx="8210550" cy="2462213"/>
          </a:xfrm>
          <a:prstGeom prst="rect">
            <a:avLst/>
          </a:prstGeom>
          <a:noFill/>
        </p:spPr>
        <p:txBody>
          <a:bodyPr wrap="square">
            <a:spAutoFit/>
          </a:bodyPr>
          <a:lstStyle/>
          <a:p>
            <a:pPr marL="342900" indent="-342900" algn="l">
              <a:buFont typeface="Arial" panose="020B0604020202020204" pitchFamily="34" charset="0"/>
              <a:buChar char="•"/>
            </a:pPr>
            <a:r>
              <a:rPr lang="en-US" sz="2200" b="0" i="0" u="none" strike="noStrike" baseline="0" dirty="0">
                <a:latin typeface="UbuntuMono-Regular"/>
              </a:rPr>
              <a:t>Text </a:t>
            </a:r>
            <a:r>
              <a:rPr lang="en-US" sz="2200" b="0" i="0" u="none" strike="noStrike" baseline="0" dirty="0">
                <a:latin typeface="MinionPro-Regular"/>
              </a:rPr>
              <a:t>is a Writable for UTF-8 sequences. It can be thought of as the Writable equivalent </a:t>
            </a:r>
            <a:r>
              <a:rPr lang="en-IN" sz="2200" b="0" i="0" u="none" strike="noStrike" baseline="0" dirty="0">
                <a:latin typeface="MinionPro-Regular"/>
              </a:rPr>
              <a:t>of </a:t>
            </a:r>
            <a:r>
              <a:rPr lang="en-IN" sz="2200" b="0" i="0" u="none" strike="noStrike" baseline="0" dirty="0" err="1">
                <a:latin typeface="UbuntuMono-Regular"/>
              </a:rPr>
              <a:t>java.lang.String</a:t>
            </a:r>
            <a:r>
              <a:rPr lang="en-IN" sz="2200" b="0" i="0" u="none" strike="noStrike" baseline="0" dirty="0">
                <a:latin typeface="MinionPro-Regular"/>
              </a:rPr>
              <a:t>.</a:t>
            </a:r>
          </a:p>
          <a:p>
            <a:pPr marL="342900" indent="-342900" algn="l">
              <a:buFont typeface="Arial" panose="020B0604020202020204" pitchFamily="34" charset="0"/>
              <a:buChar char="•"/>
            </a:pPr>
            <a:r>
              <a:rPr lang="en-US" sz="2200" b="0" i="0" u="none" strike="noStrike" baseline="0" dirty="0">
                <a:latin typeface="MinionPro-Regular"/>
              </a:rPr>
              <a:t>The </a:t>
            </a:r>
            <a:r>
              <a:rPr lang="en-US" sz="2200" b="0" i="0" u="none" strike="noStrike" baseline="0" dirty="0">
                <a:latin typeface="UbuntuMono-Regular"/>
              </a:rPr>
              <a:t>Text </a:t>
            </a:r>
            <a:r>
              <a:rPr lang="en-US" sz="2200" b="0" i="0" u="none" strike="noStrike" baseline="0" dirty="0">
                <a:latin typeface="MinionPro-Regular"/>
              </a:rPr>
              <a:t>class uses an </a:t>
            </a:r>
            <a:r>
              <a:rPr lang="en-US" sz="2200" b="0" i="0" u="none" strike="noStrike" baseline="0" dirty="0">
                <a:latin typeface="UbuntuMono-Regular"/>
              </a:rPr>
              <a:t>int </a:t>
            </a:r>
            <a:r>
              <a:rPr lang="en-US" sz="2200" b="0" i="0" u="none" strike="noStrike" baseline="0" dirty="0">
                <a:latin typeface="MinionPro-Regular"/>
              </a:rPr>
              <a:t>(with a variable-length encoding) to store the number of bytes in the string encoding, so the maximum value is 2 GB. </a:t>
            </a:r>
          </a:p>
          <a:p>
            <a:pPr marL="342900" indent="-342900" algn="l">
              <a:buFont typeface="Arial" panose="020B0604020202020204" pitchFamily="34" charset="0"/>
              <a:buChar char="•"/>
            </a:pPr>
            <a:r>
              <a:rPr lang="en-US" sz="2200" b="0" i="0" u="none" strike="noStrike" baseline="0" dirty="0">
                <a:latin typeface="MinionPro-Regular"/>
              </a:rPr>
              <a:t>Furthermore, </a:t>
            </a:r>
            <a:r>
              <a:rPr lang="en-US" sz="2200" b="0" i="0" u="none" strike="noStrike" baseline="0" dirty="0">
                <a:latin typeface="UbuntuMono-Regular"/>
              </a:rPr>
              <a:t>Text </a:t>
            </a:r>
            <a:r>
              <a:rPr lang="en-US" sz="2200" b="0" i="0" u="none" strike="noStrike" baseline="0" dirty="0">
                <a:latin typeface="MinionPro-Regular"/>
              </a:rPr>
              <a:t>uses standard UTF-8, which makes it potentially easier to interoperate with other tools that </a:t>
            </a:r>
            <a:r>
              <a:rPr lang="en-IN" sz="2200" b="0" i="0" u="none" strike="noStrike" baseline="0" dirty="0">
                <a:latin typeface="MinionPro-Regular"/>
              </a:rPr>
              <a:t>understand UTF-8.</a:t>
            </a:r>
            <a:endParaRPr lang="en-IN" sz="2200" dirty="0"/>
          </a:p>
        </p:txBody>
      </p:sp>
    </p:spTree>
    <p:extLst>
      <p:ext uri="{BB962C8B-B14F-4D97-AF65-F5344CB8AC3E}">
        <p14:creationId xmlns:p14="http://schemas.microsoft.com/office/powerpoint/2010/main" val="2307396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Text</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3DF80400-27DF-D68A-7B47-79CF0E478436}"/>
              </a:ext>
            </a:extLst>
          </p:cNvPr>
          <p:cNvSpPr txBox="1"/>
          <p:nvPr/>
        </p:nvSpPr>
        <p:spPr>
          <a:xfrm>
            <a:off x="467106" y="950676"/>
            <a:ext cx="8210550" cy="2308324"/>
          </a:xfrm>
          <a:prstGeom prst="rect">
            <a:avLst/>
          </a:prstGeom>
          <a:noFill/>
        </p:spPr>
        <p:txBody>
          <a:bodyPr wrap="square">
            <a:spAutoFit/>
          </a:bodyPr>
          <a:lstStyle/>
          <a:p>
            <a:pPr algn="l"/>
            <a:r>
              <a:rPr lang="en-US" sz="2400" b="0" i="0" u="none" strike="noStrike" baseline="0" dirty="0">
                <a:latin typeface="UbuntuMono-Regular"/>
              </a:rPr>
              <a:t>The Text class has several features.</a:t>
            </a:r>
          </a:p>
          <a:p>
            <a:pPr marL="800100" lvl="1" indent="-342900">
              <a:buFont typeface="Arial" panose="020B0604020202020204" pitchFamily="34" charset="0"/>
              <a:buChar char="•"/>
            </a:pPr>
            <a:r>
              <a:rPr lang="en-US" sz="2400" dirty="0">
                <a:latin typeface="UbuntuMono-Regular"/>
              </a:rPr>
              <a:t>Indexing</a:t>
            </a:r>
          </a:p>
          <a:p>
            <a:pPr marL="800100" lvl="1" indent="-342900">
              <a:buFont typeface="Arial" panose="020B0604020202020204" pitchFamily="34" charset="0"/>
              <a:buChar char="•"/>
            </a:pPr>
            <a:r>
              <a:rPr lang="en-US" sz="2400" dirty="0">
                <a:latin typeface="UbuntuMono-Regular"/>
              </a:rPr>
              <a:t>Unicode</a:t>
            </a:r>
          </a:p>
          <a:p>
            <a:pPr marL="800100" lvl="1" indent="-342900">
              <a:buFont typeface="Arial" panose="020B0604020202020204" pitchFamily="34" charset="0"/>
              <a:buChar char="•"/>
            </a:pPr>
            <a:r>
              <a:rPr lang="en-US" sz="2400" dirty="0">
                <a:latin typeface="UbuntuMono-Regular"/>
              </a:rPr>
              <a:t>Iteration</a:t>
            </a:r>
          </a:p>
          <a:p>
            <a:pPr marL="800100" lvl="1" indent="-342900">
              <a:buFont typeface="Arial" panose="020B0604020202020204" pitchFamily="34" charset="0"/>
              <a:buChar char="•"/>
            </a:pPr>
            <a:r>
              <a:rPr lang="en-US" sz="2400" dirty="0">
                <a:latin typeface="UbuntuMono-Regular"/>
              </a:rPr>
              <a:t>Mutability</a:t>
            </a:r>
          </a:p>
          <a:p>
            <a:pPr marL="800100" lvl="1" indent="-342900">
              <a:buFont typeface="Arial" panose="020B0604020202020204" pitchFamily="34" charset="0"/>
              <a:buChar char="•"/>
            </a:pPr>
            <a:r>
              <a:rPr lang="en-US" sz="2400" dirty="0">
                <a:latin typeface="UbuntuMono-Regular"/>
              </a:rPr>
              <a:t>Restoring to String</a:t>
            </a:r>
            <a:endParaRPr lang="en-IN" sz="2400" dirty="0"/>
          </a:p>
        </p:txBody>
      </p:sp>
    </p:spTree>
    <p:extLst>
      <p:ext uri="{BB962C8B-B14F-4D97-AF65-F5344CB8AC3E}">
        <p14:creationId xmlns:p14="http://schemas.microsoft.com/office/powerpoint/2010/main" val="3079773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sz="2800" dirty="0"/>
              <a:t>Indexing</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3DF80400-27DF-D68A-7B47-79CF0E478436}"/>
              </a:ext>
            </a:extLst>
          </p:cNvPr>
          <p:cNvSpPr txBox="1"/>
          <p:nvPr/>
        </p:nvSpPr>
        <p:spPr>
          <a:xfrm>
            <a:off x="467106" y="950676"/>
            <a:ext cx="8210550" cy="3477875"/>
          </a:xfrm>
          <a:prstGeom prst="rect">
            <a:avLst/>
          </a:prstGeom>
          <a:noFill/>
        </p:spPr>
        <p:txBody>
          <a:bodyPr wrap="square">
            <a:spAutoFit/>
          </a:bodyPr>
          <a:lstStyle/>
          <a:p>
            <a:pPr marL="342900" indent="-342900" algn="l">
              <a:buFont typeface="Arial" panose="020B0604020202020204" pitchFamily="34" charset="0"/>
              <a:buChar char="•"/>
            </a:pPr>
            <a:r>
              <a:rPr lang="en-US" sz="2200" b="0" i="0" u="none" strike="noStrike" baseline="0" dirty="0">
                <a:solidFill>
                  <a:srgbClr val="000000"/>
                </a:solidFill>
                <a:latin typeface="MinionPro-Regular"/>
              </a:rPr>
              <a:t>Because of its emphasis on using standard UTF-8, there are some differences between </a:t>
            </a:r>
            <a:r>
              <a:rPr lang="en-US" sz="2200" b="0" i="0" u="none" strike="noStrike" baseline="0" dirty="0">
                <a:solidFill>
                  <a:srgbClr val="000000"/>
                </a:solidFill>
                <a:latin typeface="UbuntuMono-Regular"/>
              </a:rPr>
              <a:t>Text </a:t>
            </a:r>
            <a:r>
              <a:rPr lang="en-US" sz="2200" b="0" i="0" u="none" strike="noStrike" baseline="0" dirty="0">
                <a:solidFill>
                  <a:srgbClr val="000000"/>
                </a:solidFill>
                <a:latin typeface="MinionPro-Regular"/>
              </a:rPr>
              <a:t>and the Java </a:t>
            </a:r>
            <a:r>
              <a:rPr lang="en-US" sz="2200" b="0" i="0" u="none" strike="noStrike" baseline="0" dirty="0">
                <a:solidFill>
                  <a:srgbClr val="000000"/>
                </a:solidFill>
                <a:latin typeface="UbuntuMono-Regular"/>
              </a:rPr>
              <a:t>String </a:t>
            </a:r>
            <a:r>
              <a:rPr lang="en-US" sz="2200" b="0" i="0" u="none" strike="noStrike" baseline="0" dirty="0">
                <a:solidFill>
                  <a:srgbClr val="000000"/>
                </a:solidFill>
                <a:latin typeface="MinionPro-Regular"/>
              </a:rPr>
              <a:t>class. </a:t>
            </a:r>
          </a:p>
          <a:p>
            <a:pPr marL="342900" indent="-342900" algn="l">
              <a:buFont typeface="Arial" panose="020B0604020202020204" pitchFamily="34" charset="0"/>
              <a:buChar char="•"/>
            </a:pPr>
            <a:r>
              <a:rPr lang="en-US" sz="2200" b="0" i="0" u="none" strike="noStrike" baseline="0" dirty="0">
                <a:solidFill>
                  <a:srgbClr val="000000"/>
                </a:solidFill>
                <a:latin typeface="MinionPro-Regular"/>
              </a:rPr>
              <a:t>Indexing for the </a:t>
            </a:r>
            <a:r>
              <a:rPr lang="en-US" sz="2200" b="0" i="0" u="none" strike="noStrike" baseline="0" dirty="0">
                <a:solidFill>
                  <a:srgbClr val="000000"/>
                </a:solidFill>
                <a:latin typeface="UbuntuMono-Regular"/>
              </a:rPr>
              <a:t>Text </a:t>
            </a:r>
            <a:r>
              <a:rPr lang="en-US" sz="2200" b="0" i="0" u="none" strike="noStrike" baseline="0" dirty="0">
                <a:solidFill>
                  <a:srgbClr val="000000"/>
                </a:solidFill>
                <a:latin typeface="MinionPro-Regular"/>
              </a:rPr>
              <a:t>class is in terms of position in the encoded byte sequence, not the Unicode character in the string or the Java </a:t>
            </a:r>
            <a:r>
              <a:rPr lang="en-US" sz="2200" b="0" i="0" u="none" strike="noStrike" baseline="0" dirty="0">
                <a:solidFill>
                  <a:srgbClr val="000000"/>
                </a:solidFill>
                <a:latin typeface="UbuntuMono-Regular"/>
              </a:rPr>
              <a:t>char </a:t>
            </a:r>
            <a:r>
              <a:rPr lang="en-US" sz="2200" b="0" i="0" u="none" strike="noStrike" baseline="0" dirty="0">
                <a:solidFill>
                  <a:srgbClr val="000000"/>
                </a:solidFill>
                <a:latin typeface="MinionPro-Regular"/>
              </a:rPr>
              <a:t>code unit (as it is for </a:t>
            </a:r>
            <a:r>
              <a:rPr lang="en-US" sz="2200" b="0" i="0" u="none" strike="noStrike" baseline="0" dirty="0">
                <a:solidFill>
                  <a:srgbClr val="000000"/>
                </a:solidFill>
                <a:latin typeface="UbuntuMono-Regular"/>
              </a:rPr>
              <a:t>String</a:t>
            </a:r>
            <a:r>
              <a:rPr lang="en-US" sz="2200" b="0" i="0" u="none" strike="noStrike" baseline="0" dirty="0">
                <a:solidFill>
                  <a:srgbClr val="000000"/>
                </a:solidFill>
                <a:latin typeface="MinionPro-Regular"/>
              </a:rPr>
              <a:t>). </a:t>
            </a:r>
          </a:p>
          <a:p>
            <a:pPr marL="342900" indent="-342900" algn="l">
              <a:buFont typeface="Arial" panose="020B0604020202020204" pitchFamily="34" charset="0"/>
              <a:buChar char="•"/>
            </a:pPr>
            <a:r>
              <a:rPr lang="en-US" sz="2200" b="0" i="0" u="none" strike="noStrike" baseline="0" dirty="0">
                <a:solidFill>
                  <a:srgbClr val="000000"/>
                </a:solidFill>
                <a:latin typeface="MinionPro-Regular"/>
              </a:rPr>
              <a:t>Here is an example to demonstrate the use of the </a:t>
            </a:r>
            <a:r>
              <a:rPr lang="en-US" sz="2200" b="0" i="0" u="none" strike="noStrike" baseline="0" dirty="0" err="1">
                <a:solidFill>
                  <a:srgbClr val="000000"/>
                </a:solidFill>
                <a:latin typeface="UbuntuMono-Regular"/>
              </a:rPr>
              <a:t>charAt</a:t>
            </a:r>
            <a:r>
              <a:rPr lang="en-US" sz="2200" b="0" i="0" u="none" strike="noStrike" baseline="0" dirty="0">
                <a:solidFill>
                  <a:srgbClr val="000000"/>
                </a:solidFill>
                <a:latin typeface="UbuntuMono-Regular"/>
              </a:rPr>
              <a:t>() </a:t>
            </a:r>
            <a:r>
              <a:rPr lang="en-US" sz="2200" b="0" i="0" u="none" strike="noStrike" baseline="0" dirty="0">
                <a:solidFill>
                  <a:srgbClr val="000000"/>
                </a:solidFill>
                <a:latin typeface="MinionPro-Regular"/>
              </a:rPr>
              <a:t>method:</a:t>
            </a:r>
          </a:p>
          <a:p>
            <a:pPr algn="l"/>
            <a:r>
              <a:rPr lang="en-US" sz="2200" b="0" i="0" u="none" strike="noStrike" baseline="0" dirty="0">
                <a:solidFill>
                  <a:srgbClr val="000089"/>
                </a:solidFill>
                <a:latin typeface="UbuntuMono-Regular"/>
              </a:rPr>
              <a:t>Text t </a:t>
            </a:r>
            <a:r>
              <a:rPr lang="en-US" sz="2200" b="0" i="0" u="none" strike="noStrike" baseline="0" dirty="0">
                <a:solidFill>
                  <a:srgbClr val="555555"/>
                </a:solidFill>
                <a:latin typeface="UbuntuMono-Regular"/>
              </a:rPr>
              <a:t>= </a:t>
            </a:r>
            <a:r>
              <a:rPr lang="en-US" sz="2200" b="1" i="0" u="none" strike="noStrike" baseline="0" dirty="0">
                <a:solidFill>
                  <a:srgbClr val="00669A"/>
                </a:solidFill>
                <a:latin typeface="UbuntuMono-Bold"/>
              </a:rPr>
              <a:t>new </a:t>
            </a:r>
            <a:r>
              <a:rPr lang="en-US" sz="2200" b="0" i="0" u="none" strike="noStrike" baseline="0" dirty="0">
                <a:solidFill>
                  <a:srgbClr val="000089"/>
                </a:solidFill>
                <a:latin typeface="UbuntuMono-Regular"/>
              </a:rPr>
              <a:t>Text</a:t>
            </a:r>
            <a:r>
              <a:rPr lang="en-US" sz="2200" b="0" i="0" u="none" strike="noStrike" baseline="0" dirty="0">
                <a:solidFill>
                  <a:srgbClr val="555555"/>
                </a:solidFill>
                <a:latin typeface="UbuntuMono-Regular"/>
              </a:rPr>
              <a:t>(</a:t>
            </a:r>
            <a:r>
              <a:rPr lang="en-US" sz="2200" b="0" i="0" u="none" strike="noStrike" baseline="0" dirty="0">
                <a:solidFill>
                  <a:srgbClr val="CD3300"/>
                </a:solidFill>
                <a:latin typeface="UbuntuMono-Regular"/>
              </a:rPr>
              <a:t>"</a:t>
            </a:r>
            <a:r>
              <a:rPr lang="en-US" sz="2200" b="0" i="0" u="none" strike="noStrike" baseline="0" dirty="0" err="1">
                <a:solidFill>
                  <a:srgbClr val="CD3300"/>
                </a:solidFill>
                <a:latin typeface="UbuntuMono-Regular"/>
              </a:rPr>
              <a:t>hadoop</a:t>
            </a:r>
            <a:r>
              <a:rPr lang="en-US" sz="2200" b="0" i="0" u="none" strike="noStrike" baseline="0" dirty="0">
                <a:solidFill>
                  <a:srgbClr val="CD3300"/>
                </a:solidFill>
                <a:latin typeface="UbuntuMono-Regular"/>
              </a:rPr>
              <a:t>"</a:t>
            </a:r>
            <a:r>
              <a:rPr lang="en-US" sz="2200" b="0" i="0" u="none" strike="noStrike" baseline="0" dirty="0">
                <a:solidFill>
                  <a:srgbClr val="555555"/>
                </a:solidFill>
                <a:latin typeface="UbuntuMono-Regular"/>
              </a:rPr>
              <a:t>);</a:t>
            </a:r>
          </a:p>
          <a:p>
            <a:pPr algn="l"/>
            <a:r>
              <a:rPr lang="en-US" sz="2200" b="0" i="0" u="none" strike="noStrike" baseline="0" dirty="0" err="1">
                <a:solidFill>
                  <a:srgbClr val="000089"/>
                </a:solidFill>
                <a:latin typeface="UbuntuMono-Regular"/>
              </a:rPr>
              <a:t>assertThat</a:t>
            </a:r>
            <a:r>
              <a:rPr lang="en-US" sz="2200" b="0" i="0" u="none" strike="noStrike" baseline="0" dirty="0">
                <a:solidFill>
                  <a:srgbClr val="555555"/>
                </a:solidFill>
                <a:latin typeface="UbuntuMono-Regular"/>
              </a:rPr>
              <a:t>(</a:t>
            </a:r>
            <a:r>
              <a:rPr lang="en-US" sz="2200" b="0" i="0" u="none" strike="noStrike" baseline="0" dirty="0" err="1">
                <a:solidFill>
                  <a:srgbClr val="000089"/>
                </a:solidFill>
                <a:latin typeface="UbuntuMono-Regular"/>
              </a:rPr>
              <a:t>t</a:t>
            </a:r>
            <a:r>
              <a:rPr lang="en-US" sz="2200" b="0" i="0" u="none" strike="noStrike" baseline="0" dirty="0" err="1">
                <a:solidFill>
                  <a:srgbClr val="555555"/>
                </a:solidFill>
                <a:latin typeface="UbuntuMono-Regular"/>
              </a:rPr>
              <a:t>.</a:t>
            </a:r>
            <a:r>
              <a:rPr lang="en-US" sz="2200" b="0" i="0" u="none" strike="noStrike" baseline="0" dirty="0" err="1">
                <a:solidFill>
                  <a:srgbClr val="33009A"/>
                </a:solidFill>
                <a:latin typeface="UbuntuMono-Regular"/>
              </a:rPr>
              <a:t>getLength</a:t>
            </a:r>
            <a:r>
              <a:rPr lang="en-US" sz="2200" b="0" i="0" u="none" strike="noStrike" baseline="0" dirty="0">
                <a:solidFill>
                  <a:srgbClr val="555555"/>
                </a:solidFill>
                <a:latin typeface="UbuntuMono-Regular"/>
              </a:rPr>
              <a:t>(), </a:t>
            </a:r>
            <a:r>
              <a:rPr lang="en-US" sz="2200" b="0" i="0" u="none" strike="noStrike" baseline="0" dirty="0">
                <a:solidFill>
                  <a:srgbClr val="000089"/>
                </a:solidFill>
                <a:latin typeface="UbuntuMono-Regular"/>
              </a:rPr>
              <a:t>is</a:t>
            </a:r>
            <a:r>
              <a:rPr lang="en-US" sz="2200" b="0" i="0" u="none" strike="noStrike" baseline="0" dirty="0">
                <a:solidFill>
                  <a:srgbClr val="555555"/>
                </a:solidFill>
                <a:latin typeface="UbuntuMono-Regular"/>
              </a:rPr>
              <a:t>(</a:t>
            </a:r>
            <a:r>
              <a:rPr lang="en-US" sz="2200" b="0" i="0" u="none" strike="noStrike" baseline="0" dirty="0">
                <a:solidFill>
                  <a:srgbClr val="FF6600"/>
                </a:solidFill>
                <a:latin typeface="UbuntuMono-Regular"/>
              </a:rPr>
              <a:t>6</a:t>
            </a:r>
            <a:r>
              <a:rPr lang="en-US" sz="2200" b="0" i="0" u="none" strike="noStrike" baseline="0" dirty="0">
                <a:solidFill>
                  <a:srgbClr val="555555"/>
                </a:solidFill>
                <a:latin typeface="UbuntuMono-Regular"/>
              </a:rPr>
              <a:t>));</a:t>
            </a:r>
          </a:p>
          <a:p>
            <a:pPr algn="l"/>
            <a:r>
              <a:rPr lang="en-US" sz="2200" b="0" i="0" u="none" strike="noStrike" baseline="0" dirty="0" err="1">
                <a:solidFill>
                  <a:srgbClr val="000089"/>
                </a:solidFill>
                <a:latin typeface="UbuntuMono-Regular"/>
              </a:rPr>
              <a:t>assertThat</a:t>
            </a:r>
            <a:r>
              <a:rPr lang="en-US" sz="2200" b="0" i="0" u="none" strike="noStrike" baseline="0" dirty="0">
                <a:solidFill>
                  <a:srgbClr val="555555"/>
                </a:solidFill>
                <a:latin typeface="UbuntuMono-Regular"/>
              </a:rPr>
              <a:t>(</a:t>
            </a:r>
            <a:r>
              <a:rPr lang="en-US" sz="2200" b="0" i="0" u="none" strike="noStrike" baseline="0" dirty="0" err="1">
                <a:solidFill>
                  <a:srgbClr val="000089"/>
                </a:solidFill>
                <a:latin typeface="UbuntuMono-Regular"/>
              </a:rPr>
              <a:t>t</a:t>
            </a:r>
            <a:r>
              <a:rPr lang="en-US" sz="2200" b="0" i="0" u="none" strike="noStrike" baseline="0" dirty="0" err="1">
                <a:solidFill>
                  <a:srgbClr val="555555"/>
                </a:solidFill>
                <a:latin typeface="UbuntuMono-Regular"/>
              </a:rPr>
              <a:t>.</a:t>
            </a:r>
            <a:r>
              <a:rPr lang="en-US" sz="2200" b="0" i="0" u="none" strike="noStrike" baseline="0" dirty="0" err="1">
                <a:solidFill>
                  <a:srgbClr val="33009A"/>
                </a:solidFill>
                <a:latin typeface="UbuntuMono-Regular"/>
              </a:rPr>
              <a:t>getBytes</a:t>
            </a:r>
            <a:r>
              <a:rPr lang="en-US" sz="2200" b="0" i="0" u="none" strike="noStrike" baseline="0" dirty="0">
                <a:solidFill>
                  <a:srgbClr val="555555"/>
                </a:solidFill>
                <a:latin typeface="UbuntuMono-Regular"/>
              </a:rPr>
              <a:t>().</a:t>
            </a:r>
            <a:r>
              <a:rPr lang="en-US" sz="2200" b="0" i="0" u="none" strike="noStrike" baseline="0" dirty="0">
                <a:solidFill>
                  <a:srgbClr val="33009A"/>
                </a:solidFill>
                <a:latin typeface="UbuntuMono-Regular"/>
              </a:rPr>
              <a:t>length</a:t>
            </a:r>
            <a:r>
              <a:rPr lang="en-US" sz="2200" b="0" i="0" u="none" strike="noStrike" baseline="0" dirty="0">
                <a:solidFill>
                  <a:srgbClr val="555555"/>
                </a:solidFill>
                <a:latin typeface="UbuntuMono-Regular"/>
              </a:rPr>
              <a:t>, </a:t>
            </a:r>
            <a:r>
              <a:rPr lang="en-US" sz="2200" b="0" i="0" u="none" strike="noStrike" baseline="0" dirty="0">
                <a:solidFill>
                  <a:srgbClr val="000089"/>
                </a:solidFill>
                <a:latin typeface="UbuntuMono-Regular"/>
              </a:rPr>
              <a:t>is</a:t>
            </a:r>
            <a:r>
              <a:rPr lang="en-US" sz="2200" b="0" i="0" u="none" strike="noStrike" baseline="0" dirty="0">
                <a:solidFill>
                  <a:srgbClr val="555555"/>
                </a:solidFill>
                <a:latin typeface="UbuntuMono-Regular"/>
              </a:rPr>
              <a:t>(</a:t>
            </a:r>
            <a:r>
              <a:rPr lang="en-US" sz="2200" b="0" i="0" u="none" strike="noStrike" baseline="0" dirty="0">
                <a:solidFill>
                  <a:srgbClr val="FF6600"/>
                </a:solidFill>
                <a:latin typeface="UbuntuMono-Regular"/>
              </a:rPr>
              <a:t>6</a:t>
            </a:r>
            <a:r>
              <a:rPr lang="en-US" sz="2200" b="0" i="0" u="none" strike="noStrike" baseline="0" dirty="0">
                <a:solidFill>
                  <a:srgbClr val="555555"/>
                </a:solidFill>
                <a:latin typeface="UbuntuMono-Regular"/>
              </a:rPr>
              <a:t>));</a:t>
            </a:r>
          </a:p>
          <a:p>
            <a:pPr algn="l"/>
            <a:r>
              <a:rPr lang="en-US" sz="2200" b="0" i="0" u="none" strike="noStrike" baseline="0" dirty="0" err="1">
                <a:solidFill>
                  <a:srgbClr val="000089"/>
                </a:solidFill>
                <a:latin typeface="UbuntuMono-Regular"/>
              </a:rPr>
              <a:t>assertThat</a:t>
            </a:r>
            <a:r>
              <a:rPr lang="en-US" sz="2200" b="0" i="0" u="none" strike="noStrike" baseline="0" dirty="0">
                <a:solidFill>
                  <a:srgbClr val="555555"/>
                </a:solidFill>
                <a:latin typeface="UbuntuMono-Regular"/>
              </a:rPr>
              <a:t>(</a:t>
            </a:r>
            <a:r>
              <a:rPr lang="en-US" sz="2200" b="0" i="0" u="none" strike="noStrike" baseline="0" dirty="0">
                <a:solidFill>
                  <a:srgbClr val="CD3300"/>
                </a:solidFill>
                <a:latin typeface="UbuntuMono-Regular"/>
              </a:rPr>
              <a:t>"Find a substring"</a:t>
            </a:r>
            <a:r>
              <a:rPr lang="en-US" sz="2200" b="0" i="0" u="none" strike="noStrike" baseline="0" dirty="0">
                <a:solidFill>
                  <a:srgbClr val="555555"/>
                </a:solidFill>
                <a:latin typeface="UbuntuMono-Regular"/>
              </a:rPr>
              <a:t>, </a:t>
            </a:r>
            <a:r>
              <a:rPr lang="en-US" sz="2200" b="0" i="0" u="none" strike="noStrike" baseline="0" dirty="0" err="1">
                <a:solidFill>
                  <a:srgbClr val="000089"/>
                </a:solidFill>
                <a:latin typeface="UbuntuMono-Regular"/>
              </a:rPr>
              <a:t>t</a:t>
            </a:r>
            <a:r>
              <a:rPr lang="en-US" sz="2200" b="0" i="0" u="none" strike="noStrike" baseline="0" dirty="0" err="1">
                <a:solidFill>
                  <a:srgbClr val="555555"/>
                </a:solidFill>
                <a:latin typeface="UbuntuMono-Regular"/>
              </a:rPr>
              <a:t>.</a:t>
            </a:r>
            <a:r>
              <a:rPr lang="en-US" sz="2200" b="0" i="0" u="none" strike="noStrike" baseline="0" dirty="0" err="1">
                <a:solidFill>
                  <a:srgbClr val="33009A"/>
                </a:solidFill>
                <a:latin typeface="UbuntuMono-Regular"/>
              </a:rPr>
              <a:t>find</a:t>
            </a:r>
            <a:r>
              <a:rPr lang="en-US" sz="2200" b="0" i="0" u="none" strike="noStrike" baseline="0" dirty="0">
                <a:solidFill>
                  <a:srgbClr val="555555"/>
                </a:solidFill>
                <a:latin typeface="UbuntuMono-Regular"/>
              </a:rPr>
              <a:t>(</a:t>
            </a:r>
            <a:r>
              <a:rPr lang="en-US" sz="2200" b="0" i="0" u="none" strike="noStrike" baseline="0" dirty="0">
                <a:solidFill>
                  <a:srgbClr val="CD3300"/>
                </a:solidFill>
                <a:latin typeface="UbuntuMono-Regular"/>
              </a:rPr>
              <a:t>"do"</a:t>
            </a:r>
            <a:r>
              <a:rPr lang="en-US" sz="2200" b="0" i="0" u="none" strike="noStrike" baseline="0" dirty="0">
                <a:solidFill>
                  <a:srgbClr val="555555"/>
                </a:solidFill>
                <a:latin typeface="UbuntuMono-Regular"/>
              </a:rPr>
              <a:t>), </a:t>
            </a:r>
            <a:r>
              <a:rPr lang="en-US" sz="2200" b="0" i="0" u="none" strike="noStrike" baseline="0" dirty="0">
                <a:solidFill>
                  <a:srgbClr val="000089"/>
                </a:solidFill>
                <a:latin typeface="UbuntuMono-Regular"/>
              </a:rPr>
              <a:t>is</a:t>
            </a:r>
            <a:r>
              <a:rPr lang="en-US" sz="2200" b="0" i="0" u="none" strike="noStrike" baseline="0" dirty="0">
                <a:solidFill>
                  <a:srgbClr val="555555"/>
                </a:solidFill>
                <a:latin typeface="UbuntuMono-Regular"/>
              </a:rPr>
              <a:t>(</a:t>
            </a:r>
            <a:r>
              <a:rPr lang="en-US" sz="2200" b="0" i="0" u="none" strike="noStrike" baseline="0" dirty="0">
                <a:solidFill>
                  <a:srgbClr val="FF6600"/>
                </a:solidFill>
                <a:latin typeface="UbuntuMono-Regular"/>
              </a:rPr>
              <a:t>2</a:t>
            </a:r>
            <a:r>
              <a:rPr lang="en-US" sz="2200" b="0" i="0" u="none" strike="noStrike" baseline="0" dirty="0">
                <a:solidFill>
                  <a:srgbClr val="555555"/>
                </a:solidFill>
                <a:latin typeface="UbuntuMono-Regular"/>
              </a:rPr>
              <a:t>));</a:t>
            </a:r>
            <a:endParaRPr lang="en-IN" sz="2200" dirty="0"/>
          </a:p>
        </p:txBody>
      </p:sp>
    </p:spTree>
    <p:extLst>
      <p:ext uri="{BB962C8B-B14F-4D97-AF65-F5344CB8AC3E}">
        <p14:creationId xmlns:p14="http://schemas.microsoft.com/office/powerpoint/2010/main" val="479448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sz="2800" dirty="0"/>
              <a:t>Unicode</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3DF80400-27DF-D68A-7B47-79CF0E478436}"/>
              </a:ext>
            </a:extLst>
          </p:cNvPr>
          <p:cNvSpPr txBox="1"/>
          <p:nvPr/>
        </p:nvSpPr>
        <p:spPr>
          <a:xfrm>
            <a:off x="467106" y="950676"/>
            <a:ext cx="8210550" cy="1200329"/>
          </a:xfrm>
          <a:prstGeom prst="rect">
            <a:avLst/>
          </a:prstGeom>
          <a:noFill/>
        </p:spPr>
        <p:txBody>
          <a:bodyPr wrap="square">
            <a:spAutoFit/>
          </a:bodyPr>
          <a:lstStyle/>
          <a:p>
            <a:pPr algn="l"/>
            <a:r>
              <a:rPr lang="en-US" sz="2400" b="0" i="0" u="none" strike="noStrike" baseline="0" dirty="0">
                <a:latin typeface="MinionPro-Regular"/>
              </a:rPr>
              <a:t>When we start using characters that are encoded with more than a single byte, the differences between </a:t>
            </a:r>
            <a:r>
              <a:rPr lang="en-US" sz="2400" b="0" i="0" u="none" strike="noStrike" baseline="0" dirty="0">
                <a:latin typeface="UbuntuMono-Regular"/>
              </a:rPr>
              <a:t>Text </a:t>
            </a:r>
            <a:r>
              <a:rPr lang="en-US" sz="2400" b="0" i="0" u="none" strike="noStrike" baseline="0" dirty="0">
                <a:latin typeface="MinionPro-Regular"/>
              </a:rPr>
              <a:t>and </a:t>
            </a:r>
            <a:r>
              <a:rPr lang="en-US" sz="2400" b="0" i="0" u="none" strike="noStrike" baseline="0" dirty="0">
                <a:latin typeface="UbuntuMono-Regular"/>
              </a:rPr>
              <a:t>String </a:t>
            </a:r>
            <a:r>
              <a:rPr lang="en-US" sz="2400" b="0" i="0" u="none" strike="noStrike" baseline="0" dirty="0">
                <a:latin typeface="MinionPro-Regular"/>
              </a:rPr>
              <a:t>become clear.</a:t>
            </a:r>
            <a:endParaRPr lang="en-IN" sz="2400" dirty="0"/>
          </a:p>
        </p:txBody>
      </p:sp>
      <p:pic>
        <p:nvPicPr>
          <p:cNvPr id="7" name="Picture 6">
            <a:extLst>
              <a:ext uri="{FF2B5EF4-FFF2-40B4-BE49-F238E27FC236}">
                <a16:creationId xmlns:a16="http://schemas.microsoft.com/office/drawing/2014/main" id="{3C15BF4D-B2E1-9A2B-6339-FD39DA4B2A53}"/>
              </a:ext>
            </a:extLst>
          </p:cNvPr>
          <p:cNvPicPr>
            <a:picLocks noChangeAspect="1"/>
          </p:cNvPicPr>
          <p:nvPr/>
        </p:nvPicPr>
        <p:blipFill rotWithShape="1">
          <a:blip r:embed="rId2"/>
          <a:srcRect l="13054" t="48141" r="25618" b="31194"/>
          <a:stretch/>
        </p:blipFill>
        <p:spPr>
          <a:xfrm>
            <a:off x="380999" y="2401569"/>
            <a:ext cx="8382001" cy="1588774"/>
          </a:xfrm>
          <a:prstGeom prst="rect">
            <a:avLst/>
          </a:prstGeom>
        </p:spPr>
      </p:pic>
    </p:spTree>
    <p:extLst>
      <p:ext uri="{BB962C8B-B14F-4D97-AF65-F5344CB8AC3E}">
        <p14:creationId xmlns:p14="http://schemas.microsoft.com/office/powerpoint/2010/main" val="2263308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sz="2800" dirty="0">
                <a:latin typeface="UbuntuMono-Regular"/>
              </a:rPr>
              <a:t>Iteration</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3DF80400-27DF-D68A-7B47-79CF0E478436}"/>
              </a:ext>
            </a:extLst>
          </p:cNvPr>
          <p:cNvSpPr txBox="1"/>
          <p:nvPr/>
        </p:nvSpPr>
        <p:spPr>
          <a:xfrm>
            <a:off x="467106" y="950676"/>
            <a:ext cx="8210550" cy="3600986"/>
          </a:xfrm>
          <a:prstGeom prst="rect">
            <a:avLst/>
          </a:prstGeom>
          <a:noFill/>
        </p:spPr>
        <p:txBody>
          <a:bodyPr wrap="square">
            <a:spAutoFit/>
          </a:bodyPr>
          <a:lstStyle/>
          <a:p>
            <a:pPr marL="342900" indent="-342900" algn="l">
              <a:buFont typeface="Arial" panose="020B0604020202020204" pitchFamily="34" charset="0"/>
              <a:buChar char="•"/>
            </a:pPr>
            <a:r>
              <a:rPr lang="en-US" sz="2000" b="0" i="0" u="none" strike="noStrike" baseline="0" dirty="0">
                <a:solidFill>
                  <a:srgbClr val="000000"/>
                </a:solidFill>
                <a:latin typeface="MinionPro-Regular"/>
              </a:rPr>
              <a:t>Iterating over the Unicode characters in </a:t>
            </a:r>
            <a:r>
              <a:rPr lang="en-US" sz="2000" b="0" i="0" u="none" strike="noStrike" baseline="0" dirty="0">
                <a:solidFill>
                  <a:srgbClr val="000000"/>
                </a:solidFill>
                <a:latin typeface="UbuntuMono-Regular"/>
              </a:rPr>
              <a:t>Text </a:t>
            </a:r>
            <a:r>
              <a:rPr lang="en-US" sz="2000" b="0" i="0" u="none" strike="noStrike" baseline="0" dirty="0">
                <a:solidFill>
                  <a:srgbClr val="000000"/>
                </a:solidFill>
                <a:latin typeface="MinionPro-Regular"/>
              </a:rPr>
              <a:t>is complicated by the use of byte offsets for indexing, since you can’t just increment the index. </a:t>
            </a:r>
          </a:p>
          <a:p>
            <a:pPr marL="342900" indent="-342900" algn="l">
              <a:buFont typeface="Arial" panose="020B0604020202020204" pitchFamily="34" charset="0"/>
              <a:buChar char="•"/>
            </a:pPr>
            <a:r>
              <a:rPr lang="en-US" sz="2000" b="0" i="0" u="none" strike="noStrike" baseline="0" dirty="0">
                <a:solidFill>
                  <a:srgbClr val="000000"/>
                </a:solidFill>
                <a:latin typeface="MinionPro-Regular"/>
              </a:rPr>
              <a:t>The idiom for iteration is a little obscure: turn the </a:t>
            </a:r>
            <a:r>
              <a:rPr lang="en-US" sz="2000" b="0" i="0" u="none" strike="noStrike" baseline="0" dirty="0">
                <a:solidFill>
                  <a:srgbClr val="000000"/>
                </a:solidFill>
                <a:latin typeface="UbuntuMono-Regular"/>
              </a:rPr>
              <a:t>Text </a:t>
            </a:r>
            <a:r>
              <a:rPr lang="en-US" sz="2000" b="0" i="0" u="none" strike="noStrike" baseline="0" dirty="0">
                <a:solidFill>
                  <a:srgbClr val="000000"/>
                </a:solidFill>
                <a:latin typeface="MinionPro-Regular"/>
              </a:rPr>
              <a:t>object into a </a:t>
            </a:r>
            <a:r>
              <a:rPr lang="en-US" sz="2000" b="0" i="0" u="none" strike="noStrike" baseline="0" dirty="0" err="1">
                <a:solidFill>
                  <a:srgbClr val="000000"/>
                </a:solidFill>
                <a:latin typeface="UbuntuMono-Regular"/>
              </a:rPr>
              <a:t>java.nio.ByteBuffer</a:t>
            </a:r>
            <a:r>
              <a:rPr lang="en-US" sz="2000" b="0" i="0" u="none" strike="noStrike" baseline="0" dirty="0">
                <a:solidFill>
                  <a:srgbClr val="000000"/>
                </a:solidFill>
                <a:latin typeface="MinionPro-Regular"/>
              </a:rPr>
              <a:t>, then repeatedly call the </a:t>
            </a:r>
            <a:r>
              <a:rPr lang="en-US" sz="2000" b="0" i="0" u="none" strike="noStrike" baseline="0" dirty="0" err="1">
                <a:solidFill>
                  <a:srgbClr val="000000"/>
                </a:solidFill>
                <a:latin typeface="UbuntuMono-Regular"/>
              </a:rPr>
              <a:t>bytesToCodePoint</a:t>
            </a:r>
            <a:r>
              <a:rPr lang="en-US" sz="2000" b="0" i="0" u="none" strike="noStrike" baseline="0" dirty="0">
                <a:solidFill>
                  <a:srgbClr val="000000"/>
                </a:solidFill>
                <a:latin typeface="UbuntuMono-Regular"/>
              </a:rPr>
              <a:t>() </a:t>
            </a:r>
            <a:r>
              <a:rPr lang="en-US" sz="2000" b="0" i="0" u="none" strike="noStrike" baseline="0" dirty="0">
                <a:solidFill>
                  <a:srgbClr val="000000"/>
                </a:solidFill>
                <a:latin typeface="MinionPro-Regular"/>
              </a:rPr>
              <a:t>static method on </a:t>
            </a:r>
            <a:r>
              <a:rPr lang="en-US" sz="2000" b="0" i="0" u="none" strike="noStrike" baseline="0" dirty="0">
                <a:solidFill>
                  <a:srgbClr val="000000"/>
                </a:solidFill>
                <a:latin typeface="UbuntuMono-Regular"/>
              </a:rPr>
              <a:t>Text </a:t>
            </a:r>
            <a:r>
              <a:rPr lang="en-US" sz="2000" b="0" i="0" u="none" strike="noStrike" baseline="0" dirty="0">
                <a:solidFill>
                  <a:srgbClr val="000000"/>
                </a:solidFill>
                <a:latin typeface="MinionPro-Regular"/>
              </a:rPr>
              <a:t>with the buffer.</a:t>
            </a:r>
          </a:p>
          <a:p>
            <a:pPr algn="l"/>
            <a:endParaRPr lang="en-US" sz="2000" b="0" i="0" u="none" strike="noStrike" baseline="0" dirty="0">
              <a:solidFill>
                <a:srgbClr val="000000"/>
              </a:solidFill>
              <a:latin typeface="MinionPro-Regular"/>
            </a:endParaRPr>
          </a:p>
          <a:p>
            <a:pPr algn="l"/>
            <a:r>
              <a:rPr lang="en-IN" sz="1800" b="0" i="0" u="none" strike="noStrike" baseline="0" dirty="0">
                <a:solidFill>
                  <a:srgbClr val="000089"/>
                </a:solidFill>
                <a:latin typeface="UbuntuMono-Regular"/>
              </a:rPr>
              <a:t>Text t </a:t>
            </a:r>
            <a:r>
              <a:rPr lang="en-IN" sz="1800" b="0" i="0" u="none" strike="noStrike" baseline="0" dirty="0">
                <a:solidFill>
                  <a:srgbClr val="555555"/>
                </a:solidFill>
                <a:latin typeface="UbuntuMono-Regular"/>
              </a:rPr>
              <a:t>= </a:t>
            </a:r>
            <a:r>
              <a:rPr lang="en-IN" sz="1800" b="1" i="0" u="none" strike="noStrike" baseline="0" dirty="0">
                <a:solidFill>
                  <a:srgbClr val="00669A"/>
                </a:solidFill>
                <a:latin typeface="UbuntuMono-Bold"/>
              </a:rPr>
              <a:t>new </a:t>
            </a:r>
            <a:r>
              <a:rPr lang="en-IN" sz="1800" b="0" i="0" u="none" strike="noStrike" baseline="0" dirty="0">
                <a:solidFill>
                  <a:srgbClr val="000089"/>
                </a:solidFill>
                <a:latin typeface="UbuntuMono-Regular"/>
              </a:rPr>
              <a:t>Text</a:t>
            </a:r>
            <a:r>
              <a:rPr lang="en-IN" sz="1800" b="0" i="0" u="none" strike="noStrike" baseline="0" dirty="0">
                <a:solidFill>
                  <a:srgbClr val="555555"/>
                </a:solidFill>
                <a:latin typeface="UbuntuMono-Regular"/>
              </a:rPr>
              <a:t>(</a:t>
            </a:r>
            <a:r>
              <a:rPr lang="en-IN" sz="1800" b="0" i="0" u="none" strike="noStrike" baseline="0" dirty="0">
                <a:solidFill>
                  <a:srgbClr val="CD3300"/>
                </a:solidFill>
                <a:latin typeface="UbuntuMono-Regular"/>
              </a:rPr>
              <a:t>"\u0041\u00DF\u6771\uD801\uDC00"</a:t>
            </a:r>
            <a:r>
              <a:rPr lang="en-IN" sz="1800" b="0" i="0" u="none" strike="noStrike" baseline="0" dirty="0">
                <a:solidFill>
                  <a:srgbClr val="555555"/>
                </a:solidFill>
                <a:latin typeface="UbuntuMono-Regular"/>
              </a:rPr>
              <a:t>);</a:t>
            </a:r>
          </a:p>
          <a:p>
            <a:pPr algn="l"/>
            <a:r>
              <a:rPr lang="en-IN" sz="1800" b="0" i="0" u="none" strike="noStrike" baseline="0" dirty="0" err="1">
                <a:solidFill>
                  <a:srgbClr val="000089"/>
                </a:solidFill>
                <a:latin typeface="UbuntuMono-Regular"/>
              </a:rPr>
              <a:t>ByteBuffer</a:t>
            </a:r>
            <a:r>
              <a:rPr lang="en-IN" sz="1800" b="0" i="0" u="none" strike="noStrike" baseline="0" dirty="0">
                <a:solidFill>
                  <a:srgbClr val="000089"/>
                </a:solidFill>
                <a:latin typeface="UbuntuMono-Regular"/>
              </a:rPr>
              <a:t> </a:t>
            </a:r>
            <a:r>
              <a:rPr lang="en-IN" sz="1800" b="0" i="0" u="none" strike="noStrike" baseline="0" dirty="0" err="1">
                <a:solidFill>
                  <a:srgbClr val="000089"/>
                </a:solidFill>
                <a:latin typeface="UbuntuMono-Regular"/>
              </a:rPr>
              <a:t>buf</a:t>
            </a:r>
            <a:r>
              <a:rPr lang="en-IN" sz="1800" b="0" i="0" u="none" strike="noStrike" baseline="0" dirty="0">
                <a:solidFill>
                  <a:srgbClr val="000089"/>
                </a:solidFill>
                <a:latin typeface="UbuntuMono-Regular"/>
              </a:rPr>
              <a:t> </a:t>
            </a:r>
            <a:r>
              <a:rPr lang="en-IN" sz="1800" b="0" i="0" u="none" strike="noStrike" baseline="0" dirty="0">
                <a:solidFill>
                  <a:srgbClr val="555555"/>
                </a:solidFill>
                <a:latin typeface="UbuntuMono-Regular"/>
              </a:rPr>
              <a:t>= </a:t>
            </a:r>
            <a:r>
              <a:rPr lang="en-IN" sz="1800" b="0" i="0" u="none" strike="noStrike" baseline="0" dirty="0" err="1">
                <a:solidFill>
                  <a:srgbClr val="000089"/>
                </a:solidFill>
                <a:latin typeface="UbuntuMono-Regular"/>
              </a:rPr>
              <a:t>ByteBuffer</a:t>
            </a:r>
            <a:r>
              <a:rPr lang="en-IN" sz="1800" b="0" i="0" u="none" strike="noStrike" baseline="0" dirty="0" err="1">
                <a:solidFill>
                  <a:srgbClr val="555555"/>
                </a:solidFill>
                <a:latin typeface="UbuntuMono-Regular"/>
              </a:rPr>
              <a:t>.</a:t>
            </a:r>
            <a:r>
              <a:rPr lang="en-IN" sz="1800" b="0" i="0" u="none" strike="noStrike" baseline="0" dirty="0" err="1">
                <a:solidFill>
                  <a:srgbClr val="33009A"/>
                </a:solidFill>
                <a:latin typeface="UbuntuMono-Regular"/>
              </a:rPr>
              <a:t>wrap</a:t>
            </a:r>
            <a:r>
              <a:rPr lang="en-IN" sz="1800" b="0" i="0" u="none" strike="noStrike" baseline="0" dirty="0">
                <a:solidFill>
                  <a:srgbClr val="555555"/>
                </a:solidFill>
                <a:latin typeface="UbuntuMono-Regular"/>
              </a:rPr>
              <a:t>(</a:t>
            </a:r>
            <a:r>
              <a:rPr lang="en-IN" sz="1800" b="0" i="0" u="none" strike="noStrike" baseline="0" dirty="0" err="1">
                <a:solidFill>
                  <a:srgbClr val="000089"/>
                </a:solidFill>
                <a:latin typeface="UbuntuMono-Regular"/>
              </a:rPr>
              <a:t>t</a:t>
            </a:r>
            <a:r>
              <a:rPr lang="en-IN" sz="1800" b="0" i="0" u="none" strike="noStrike" baseline="0" dirty="0" err="1">
                <a:solidFill>
                  <a:srgbClr val="555555"/>
                </a:solidFill>
                <a:latin typeface="UbuntuMono-Regular"/>
              </a:rPr>
              <a:t>.</a:t>
            </a:r>
            <a:r>
              <a:rPr lang="en-IN" sz="1800" b="0" i="0" u="none" strike="noStrike" baseline="0" dirty="0" err="1">
                <a:solidFill>
                  <a:srgbClr val="33009A"/>
                </a:solidFill>
                <a:latin typeface="UbuntuMono-Regular"/>
              </a:rPr>
              <a:t>getBytes</a:t>
            </a:r>
            <a:r>
              <a:rPr lang="en-IN" sz="1800" b="0" i="0" u="none" strike="noStrike" baseline="0" dirty="0">
                <a:solidFill>
                  <a:srgbClr val="555555"/>
                </a:solidFill>
                <a:latin typeface="UbuntuMono-Regular"/>
              </a:rPr>
              <a:t>(), </a:t>
            </a:r>
            <a:r>
              <a:rPr lang="en-IN" sz="1800" b="0" i="0" u="none" strike="noStrike" baseline="0" dirty="0">
                <a:solidFill>
                  <a:srgbClr val="FF6600"/>
                </a:solidFill>
                <a:latin typeface="UbuntuMono-Regular"/>
              </a:rPr>
              <a:t>0</a:t>
            </a:r>
            <a:r>
              <a:rPr lang="en-IN" sz="1800" b="0" i="0" u="none" strike="noStrike" baseline="0" dirty="0">
                <a:solidFill>
                  <a:srgbClr val="555555"/>
                </a:solidFill>
                <a:latin typeface="UbuntuMono-Regular"/>
              </a:rPr>
              <a:t>, </a:t>
            </a:r>
            <a:r>
              <a:rPr lang="en-IN" sz="1800" b="0" i="0" u="none" strike="noStrike" baseline="0" dirty="0" err="1">
                <a:solidFill>
                  <a:srgbClr val="000089"/>
                </a:solidFill>
                <a:latin typeface="UbuntuMono-Regular"/>
              </a:rPr>
              <a:t>t</a:t>
            </a:r>
            <a:r>
              <a:rPr lang="en-IN" sz="1800" b="0" i="0" u="none" strike="noStrike" baseline="0" dirty="0" err="1">
                <a:solidFill>
                  <a:srgbClr val="555555"/>
                </a:solidFill>
                <a:latin typeface="UbuntuMono-Regular"/>
              </a:rPr>
              <a:t>.</a:t>
            </a:r>
            <a:r>
              <a:rPr lang="en-IN" sz="1800" b="0" i="0" u="none" strike="noStrike" baseline="0" dirty="0" err="1">
                <a:solidFill>
                  <a:srgbClr val="33009A"/>
                </a:solidFill>
                <a:latin typeface="UbuntuMono-Regular"/>
              </a:rPr>
              <a:t>getLength</a:t>
            </a:r>
            <a:r>
              <a:rPr lang="en-IN" sz="1800" b="0" i="0" u="none" strike="noStrike" baseline="0" dirty="0">
                <a:solidFill>
                  <a:srgbClr val="555555"/>
                </a:solidFill>
                <a:latin typeface="UbuntuMono-Regular"/>
              </a:rPr>
              <a:t>());</a:t>
            </a:r>
          </a:p>
          <a:p>
            <a:pPr algn="l"/>
            <a:r>
              <a:rPr lang="en-IN" sz="1800" b="1" i="0" u="none" strike="noStrike" baseline="0" dirty="0">
                <a:solidFill>
                  <a:srgbClr val="007789"/>
                </a:solidFill>
                <a:latin typeface="UbuntuMono-Bold"/>
              </a:rPr>
              <a:t>int </a:t>
            </a:r>
            <a:r>
              <a:rPr lang="en-IN" sz="1800" b="0" i="0" u="none" strike="noStrike" baseline="0" dirty="0">
                <a:solidFill>
                  <a:srgbClr val="000089"/>
                </a:solidFill>
                <a:latin typeface="UbuntuMono-Regular"/>
              </a:rPr>
              <a:t>cp</a:t>
            </a:r>
            <a:r>
              <a:rPr lang="en-IN" sz="1800" b="0" i="0" u="none" strike="noStrike" baseline="0" dirty="0">
                <a:solidFill>
                  <a:srgbClr val="555555"/>
                </a:solidFill>
                <a:latin typeface="UbuntuMono-Regular"/>
              </a:rPr>
              <a:t>;</a:t>
            </a:r>
          </a:p>
          <a:p>
            <a:pPr algn="l"/>
            <a:r>
              <a:rPr lang="en-IN" sz="1800" b="1" i="0" u="none" strike="noStrike" baseline="0" dirty="0">
                <a:solidFill>
                  <a:srgbClr val="00669A"/>
                </a:solidFill>
                <a:latin typeface="UbuntuMono-Bold"/>
              </a:rPr>
              <a:t>while </a:t>
            </a:r>
            <a:r>
              <a:rPr lang="en-IN" sz="1800" b="0" i="0" u="none" strike="noStrike" baseline="0" dirty="0">
                <a:solidFill>
                  <a:srgbClr val="555555"/>
                </a:solidFill>
                <a:latin typeface="UbuntuMono-Regular"/>
              </a:rPr>
              <a:t>(</a:t>
            </a:r>
            <a:r>
              <a:rPr lang="en-IN" sz="1800" b="0" i="0" u="none" strike="noStrike" baseline="0" dirty="0" err="1">
                <a:solidFill>
                  <a:srgbClr val="000089"/>
                </a:solidFill>
                <a:latin typeface="UbuntuMono-Regular"/>
              </a:rPr>
              <a:t>buf</a:t>
            </a:r>
            <a:r>
              <a:rPr lang="en-IN" sz="1800" b="0" i="0" u="none" strike="noStrike" baseline="0" dirty="0" err="1">
                <a:solidFill>
                  <a:srgbClr val="555555"/>
                </a:solidFill>
                <a:latin typeface="UbuntuMono-Regular"/>
              </a:rPr>
              <a:t>.</a:t>
            </a:r>
            <a:r>
              <a:rPr lang="en-IN" sz="1800" b="0" i="0" u="none" strike="noStrike" baseline="0" dirty="0" err="1">
                <a:solidFill>
                  <a:srgbClr val="33009A"/>
                </a:solidFill>
                <a:latin typeface="UbuntuMono-Regular"/>
              </a:rPr>
              <a:t>hasRemaining</a:t>
            </a:r>
            <a:r>
              <a:rPr lang="en-IN" sz="1800" b="0" i="0" u="none" strike="noStrike" baseline="0" dirty="0">
                <a:solidFill>
                  <a:srgbClr val="555555"/>
                </a:solidFill>
                <a:latin typeface="UbuntuMono-Regular"/>
              </a:rPr>
              <a:t>() &amp;&amp; (</a:t>
            </a:r>
            <a:r>
              <a:rPr lang="en-IN" sz="1800" b="0" i="0" u="none" strike="noStrike" baseline="0" dirty="0">
                <a:solidFill>
                  <a:srgbClr val="000089"/>
                </a:solidFill>
                <a:latin typeface="UbuntuMono-Regular"/>
              </a:rPr>
              <a:t>cp </a:t>
            </a:r>
            <a:r>
              <a:rPr lang="en-IN" sz="1800" b="0" i="0" u="none" strike="noStrike" baseline="0" dirty="0">
                <a:solidFill>
                  <a:srgbClr val="555555"/>
                </a:solidFill>
                <a:latin typeface="UbuntuMono-Regular"/>
              </a:rPr>
              <a:t>= </a:t>
            </a:r>
            <a:r>
              <a:rPr lang="en-IN" sz="1800" b="0" i="0" u="none" strike="noStrike" baseline="0" dirty="0" err="1">
                <a:solidFill>
                  <a:srgbClr val="000089"/>
                </a:solidFill>
                <a:latin typeface="UbuntuMono-Regular"/>
              </a:rPr>
              <a:t>Text</a:t>
            </a:r>
            <a:r>
              <a:rPr lang="en-IN" sz="1800" b="0" i="0" u="none" strike="noStrike" baseline="0" dirty="0" err="1">
                <a:solidFill>
                  <a:srgbClr val="555555"/>
                </a:solidFill>
                <a:latin typeface="UbuntuMono-Regular"/>
              </a:rPr>
              <a:t>.</a:t>
            </a:r>
            <a:r>
              <a:rPr lang="en-IN" sz="1800" b="0" i="0" u="none" strike="noStrike" baseline="0" dirty="0" err="1">
                <a:solidFill>
                  <a:srgbClr val="33009A"/>
                </a:solidFill>
                <a:latin typeface="UbuntuMono-Regular"/>
              </a:rPr>
              <a:t>bytesToCodePoint</a:t>
            </a:r>
            <a:r>
              <a:rPr lang="en-IN" sz="1800" b="0" i="0" u="none" strike="noStrike" baseline="0" dirty="0">
                <a:solidFill>
                  <a:srgbClr val="555555"/>
                </a:solidFill>
                <a:latin typeface="UbuntuMono-Regular"/>
              </a:rPr>
              <a:t>(</a:t>
            </a:r>
            <a:r>
              <a:rPr lang="en-IN" sz="1800" b="0" i="0" u="none" strike="noStrike" baseline="0" dirty="0" err="1">
                <a:solidFill>
                  <a:srgbClr val="000089"/>
                </a:solidFill>
                <a:latin typeface="UbuntuMono-Regular"/>
              </a:rPr>
              <a:t>buf</a:t>
            </a:r>
            <a:r>
              <a:rPr lang="en-IN" sz="1800" b="0" i="0" u="none" strike="noStrike" baseline="0" dirty="0">
                <a:solidFill>
                  <a:srgbClr val="555555"/>
                </a:solidFill>
                <a:latin typeface="UbuntuMono-Regular"/>
              </a:rPr>
              <a:t>)) != -</a:t>
            </a:r>
            <a:r>
              <a:rPr lang="en-IN" sz="1800" b="0" i="0" u="none" strike="noStrike" baseline="0" dirty="0">
                <a:solidFill>
                  <a:srgbClr val="FF6600"/>
                </a:solidFill>
                <a:latin typeface="UbuntuMono-Regular"/>
              </a:rPr>
              <a:t>1</a:t>
            </a:r>
            <a:r>
              <a:rPr lang="en-IN" sz="1800" b="0" i="0" u="none" strike="noStrike" baseline="0" dirty="0">
                <a:solidFill>
                  <a:srgbClr val="555555"/>
                </a:solidFill>
                <a:latin typeface="UbuntuMono-Regular"/>
              </a:rPr>
              <a:t>) {</a:t>
            </a:r>
            <a:endParaRPr lang="en-US" sz="2000" dirty="0">
              <a:solidFill>
                <a:srgbClr val="000000"/>
              </a:solidFill>
              <a:latin typeface="MinionPro-Regular"/>
            </a:endParaRPr>
          </a:p>
          <a:p>
            <a:pPr algn="l"/>
            <a:r>
              <a:rPr lang="en-IN" sz="1800" b="0" i="0" u="none" strike="noStrike" baseline="0" dirty="0" err="1">
                <a:solidFill>
                  <a:srgbClr val="000089"/>
                </a:solidFill>
                <a:latin typeface="UbuntuMono-Regular"/>
              </a:rPr>
              <a:t>System</a:t>
            </a:r>
            <a:r>
              <a:rPr lang="en-IN" sz="1800" b="0" i="0" u="none" strike="noStrike" baseline="0" dirty="0" err="1">
                <a:solidFill>
                  <a:srgbClr val="555555"/>
                </a:solidFill>
                <a:latin typeface="UbuntuMono-Regular"/>
              </a:rPr>
              <a:t>.</a:t>
            </a:r>
            <a:r>
              <a:rPr lang="en-IN" sz="1800" b="0" i="0" u="none" strike="noStrike" baseline="0" dirty="0" err="1">
                <a:solidFill>
                  <a:srgbClr val="33009A"/>
                </a:solidFill>
                <a:latin typeface="UbuntuMono-Regular"/>
              </a:rPr>
              <a:t>out</a:t>
            </a:r>
            <a:r>
              <a:rPr lang="en-IN" sz="1800" b="0" i="0" u="none" strike="noStrike" baseline="0" dirty="0" err="1">
                <a:solidFill>
                  <a:srgbClr val="555555"/>
                </a:solidFill>
                <a:latin typeface="UbuntuMono-Regular"/>
              </a:rPr>
              <a:t>.</a:t>
            </a:r>
            <a:r>
              <a:rPr lang="en-IN" sz="1800" b="0" i="0" u="none" strike="noStrike" baseline="0" dirty="0" err="1">
                <a:solidFill>
                  <a:srgbClr val="33009A"/>
                </a:solidFill>
                <a:latin typeface="UbuntuMono-Regular"/>
              </a:rPr>
              <a:t>println</a:t>
            </a:r>
            <a:r>
              <a:rPr lang="en-IN" sz="1800" b="0" i="0" u="none" strike="noStrike" baseline="0" dirty="0">
                <a:solidFill>
                  <a:srgbClr val="555555"/>
                </a:solidFill>
                <a:latin typeface="UbuntuMono-Regular"/>
              </a:rPr>
              <a:t>(</a:t>
            </a:r>
            <a:r>
              <a:rPr lang="en-IN" sz="1800" b="0" i="0" u="none" strike="noStrike" baseline="0" dirty="0" err="1">
                <a:solidFill>
                  <a:srgbClr val="000089"/>
                </a:solidFill>
                <a:latin typeface="UbuntuMono-Regular"/>
              </a:rPr>
              <a:t>Integer</a:t>
            </a:r>
            <a:r>
              <a:rPr lang="en-IN" sz="1800" b="0" i="0" u="none" strike="noStrike" baseline="0" dirty="0" err="1">
                <a:solidFill>
                  <a:srgbClr val="555555"/>
                </a:solidFill>
                <a:latin typeface="UbuntuMono-Regular"/>
              </a:rPr>
              <a:t>.</a:t>
            </a:r>
            <a:r>
              <a:rPr lang="en-IN" sz="1800" b="0" i="0" u="none" strike="noStrike" baseline="0" dirty="0" err="1">
                <a:solidFill>
                  <a:srgbClr val="33009A"/>
                </a:solidFill>
                <a:latin typeface="UbuntuMono-Regular"/>
              </a:rPr>
              <a:t>toHexString</a:t>
            </a:r>
            <a:r>
              <a:rPr lang="en-IN" sz="1800" b="0" i="0" u="none" strike="noStrike" baseline="0" dirty="0">
                <a:solidFill>
                  <a:srgbClr val="555555"/>
                </a:solidFill>
                <a:latin typeface="UbuntuMono-Regular"/>
              </a:rPr>
              <a:t>(</a:t>
            </a:r>
            <a:r>
              <a:rPr lang="en-IN" sz="1800" b="0" i="0" u="none" strike="noStrike" baseline="0" dirty="0">
                <a:solidFill>
                  <a:srgbClr val="000089"/>
                </a:solidFill>
                <a:latin typeface="UbuntuMono-Regular"/>
              </a:rPr>
              <a:t>cp</a:t>
            </a:r>
            <a:r>
              <a:rPr lang="en-IN" sz="1800" b="0" i="0" u="none" strike="noStrike" baseline="0" dirty="0">
                <a:solidFill>
                  <a:srgbClr val="555555"/>
                </a:solidFill>
                <a:latin typeface="UbuntuMono-Regular"/>
              </a:rPr>
              <a:t>));</a:t>
            </a:r>
          </a:p>
          <a:p>
            <a:pPr algn="l"/>
            <a:r>
              <a:rPr lang="en-IN" sz="1800" b="0" i="0" u="none" strike="noStrike" baseline="0" dirty="0">
                <a:solidFill>
                  <a:srgbClr val="555555"/>
                </a:solidFill>
                <a:latin typeface="UbuntuMono-Regular"/>
              </a:rPr>
              <a:t>}</a:t>
            </a:r>
            <a:endParaRPr lang="en-US" sz="2000" b="0" i="0" u="none" strike="noStrike" baseline="0" dirty="0">
              <a:solidFill>
                <a:srgbClr val="000000"/>
              </a:solidFill>
              <a:latin typeface="MinionPro-Regular"/>
            </a:endParaRPr>
          </a:p>
        </p:txBody>
      </p:sp>
    </p:spTree>
    <p:extLst>
      <p:ext uri="{BB962C8B-B14F-4D97-AF65-F5344CB8AC3E}">
        <p14:creationId xmlns:p14="http://schemas.microsoft.com/office/powerpoint/2010/main" val="815140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sz="2800" dirty="0">
                <a:latin typeface="UbuntuMono-Regular"/>
              </a:rPr>
              <a:t>Mutability</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3DF80400-27DF-D68A-7B47-79CF0E478436}"/>
              </a:ext>
            </a:extLst>
          </p:cNvPr>
          <p:cNvSpPr txBox="1"/>
          <p:nvPr/>
        </p:nvSpPr>
        <p:spPr>
          <a:xfrm>
            <a:off x="467106" y="950676"/>
            <a:ext cx="8210550" cy="3046988"/>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latin typeface="MinionPro-Regular"/>
              </a:rPr>
              <a:t>Another difference from </a:t>
            </a:r>
            <a:r>
              <a:rPr lang="en-US" sz="2400" b="0" i="0" u="none" strike="noStrike" baseline="0" dirty="0">
                <a:latin typeface="UbuntuMono-Regular"/>
              </a:rPr>
              <a:t>String </a:t>
            </a:r>
            <a:r>
              <a:rPr lang="en-US" sz="2400" b="0" i="0" u="none" strike="noStrike" baseline="0" dirty="0">
                <a:latin typeface="MinionPro-Regular"/>
              </a:rPr>
              <a:t>is that </a:t>
            </a:r>
            <a:r>
              <a:rPr lang="en-US" sz="2400" b="0" i="0" u="none" strike="noStrike" baseline="0" dirty="0">
                <a:latin typeface="UbuntuMono-Regular"/>
              </a:rPr>
              <a:t>Text </a:t>
            </a:r>
            <a:r>
              <a:rPr lang="en-US" sz="2400" b="0" i="0" u="none" strike="noStrike" baseline="0" dirty="0">
                <a:latin typeface="MinionPro-Regular"/>
              </a:rPr>
              <a:t>is mutable (like all </a:t>
            </a:r>
            <a:r>
              <a:rPr lang="en-US" sz="2400" b="0" i="0" u="none" strike="noStrike" baseline="0" dirty="0">
                <a:latin typeface="UbuntuMono-Regular"/>
              </a:rPr>
              <a:t>Writable </a:t>
            </a:r>
            <a:r>
              <a:rPr lang="en-US" sz="2400" b="0" i="0" u="none" strike="noStrike" baseline="0" dirty="0">
                <a:latin typeface="MinionPro-Regular"/>
              </a:rPr>
              <a:t>implementations in Hadoop, except </a:t>
            </a:r>
            <a:r>
              <a:rPr lang="en-US" sz="2400" b="0" i="0" u="none" strike="noStrike" baseline="0" dirty="0" err="1">
                <a:latin typeface="UbuntuMono-Regular"/>
              </a:rPr>
              <a:t>NullWritable</a:t>
            </a:r>
            <a:r>
              <a:rPr lang="en-US" sz="2400" b="0" i="0" u="none" strike="noStrike" baseline="0" dirty="0">
                <a:latin typeface="MinionPro-Regular"/>
              </a:rPr>
              <a:t>, which is a singleton). </a:t>
            </a:r>
          </a:p>
          <a:p>
            <a:pPr marL="342900" indent="-342900" algn="l">
              <a:buFont typeface="Arial" panose="020B0604020202020204" pitchFamily="34" charset="0"/>
              <a:buChar char="•"/>
            </a:pPr>
            <a:r>
              <a:rPr lang="en-US" sz="2400" b="0" i="0" u="none" strike="noStrike" baseline="0" dirty="0">
                <a:latin typeface="MinionPro-Regular"/>
              </a:rPr>
              <a:t>You can reuse a </a:t>
            </a:r>
            <a:r>
              <a:rPr lang="en-US" sz="2400" b="0" i="0" u="none" strike="noStrike" baseline="0" dirty="0">
                <a:latin typeface="UbuntuMono-Regular"/>
              </a:rPr>
              <a:t>Text </a:t>
            </a:r>
            <a:r>
              <a:rPr lang="en-US" sz="2400" b="0" i="0" u="none" strike="noStrike" baseline="0" dirty="0">
                <a:latin typeface="MinionPro-Regular"/>
              </a:rPr>
              <a:t>instance by calling one of the </a:t>
            </a:r>
            <a:r>
              <a:rPr lang="en-US" sz="2400" b="0" i="0" u="none" strike="noStrike" baseline="0" dirty="0">
                <a:latin typeface="UbuntuMono-Regular"/>
              </a:rPr>
              <a:t>set() </a:t>
            </a:r>
            <a:r>
              <a:rPr lang="en-US" sz="2400" b="0" i="0" u="none" strike="noStrike" baseline="0" dirty="0">
                <a:latin typeface="MinionPro-Regular"/>
              </a:rPr>
              <a:t>methods on it.</a:t>
            </a:r>
          </a:p>
          <a:p>
            <a:pPr marL="342900" indent="-342900" algn="l">
              <a:buFont typeface="Arial" panose="020B0604020202020204" pitchFamily="34" charset="0"/>
              <a:buChar char="•"/>
            </a:pPr>
            <a:endParaRPr lang="en-US" sz="2400" dirty="0">
              <a:solidFill>
                <a:srgbClr val="000000"/>
              </a:solidFill>
              <a:latin typeface="MinionPro-Regular"/>
            </a:endParaRPr>
          </a:p>
          <a:p>
            <a:pPr algn="l"/>
            <a:r>
              <a:rPr lang="en-US" sz="2400" b="0" i="0" u="none" strike="noStrike" baseline="0" dirty="0">
                <a:solidFill>
                  <a:srgbClr val="000089"/>
                </a:solidFill>
                <a:latin typeface="UbuntuMono-Regular"/>
              </a:rPr>
              <a:t>Text t </a:t>
            </a:r>
            <a:r>
              <a:rPr lang="en-US" sz="2400" b="0" i="0" u="none" strike="noStrike" baseline="0" dirty="0">
                <a:solidFill>
                  <a:srgbClr val="555555"/>
                </a:solidFill>
                <a:latin typeface="UbuntuMono-Regular"/>
              </a:rPr>
              <a:t>= </a:t>
            </a:r>
            <a:r>
              <a:rPr lang="en-US" sz="2400" b="1" i="0" u="none" strike="noStrike" baseline="0" dirty="0">
                <a:solidFill>
                  <a:srgbClr val="00669A"/>
                </a:solidFill>
                <a:latin typeface="UbuntuMono-Bold"/>
              </a:rPr>
              <a:t>new </a:t>
            </a:r>
            <a:r>
              <a:rPr lang="en-US" sz="2400" b="0" i="0" u="none" strike="noStrike" baseline="0" dirty="0">
                <a:solidFill>
                  <a:srgbClr val="000089"/>
                </a:solidFill>
                <a:latin typeface="UbuntuMono-Regular"/>
              </a:rPr>
              <a:t>Text</a:t>
            </a:r>
            <a:r>
              <a:rPr lang="en-US" sz="2400" b="0" i="0" u="none" strike="noStrike" baseline="0" dirty="0">
                <a:solidFill>
                  <a:srgbClr val="555555"/>
                </a:solidFill>
                <a:latin typeface="UbuntuMono-Regular"/>
              </a:rPr>
              <a:t>(</a:t>
            </a:r>
            <a:r>
              <a:rPr lang="en-US" sz="2400" b="0" i="0" u="none" strike="noStrike" baseline="0" dirty="0">
                <a:solidFill>
                  <a:srgbClr val="CD3300"/>
                </a:solidFill>
                <a:latin typeface="UbuntuMono-Regular"/>
              </a:rPr>
              <a:t>"</a:t>
            </a:r>
            <a:r>
              <a:rPr lang="en-US" sz="2400" b="0" i="0" u="none" strike="noStrike" baseline="0" dirty="0" err="1">
                <a:solidFill>
                  <a:srgbClr val="CD3300"/>
                </a:solidFill>
                <a:latin typeface="UbuntuMono-Regular"/>
              </a:rPr>
              <a:t>hadoop</a:t>
            </a:r>
            <a:r>
              <a:rPr lang="en-US" sz="2400" b="0" i="0" u="none" strike="noStrike" baseline="0" dirty="0">
                <a:solidFill>
                  <a:srgbClr val="CD3300"/>
                </a:solidFill>
                <a:latin typeface="UbuntuMono-Regular"/>
              </a:rPr>
              <a:t>"</a:t>
            </a:r>
            <a:r>
              <a:rPr lang="en-US" sz="2400" b="0" i="0" u="none" strike="noStrike" baseline="0" dirty="0">
                <a:solidFill>
                  <a:srgbClr val="555555"/>
                </a:solidFill>
                <a:latin typeface="UbuntuMono-Regular"/>
              </a:rPr>
              <a:t>);</a:t>
            </a:r>
          </a:p>
          <a:p>
            <a:pPr algn="l"/>
            <a:r>
              <a:rPr lang="en-IN" sz="2400" b="0" i="0" u="none" strike="noStrike" baseline="0" dirty="0" err="1">
                <a:solidFill>
                  <a:srgbClr val="000089"/>
                </a:solidFill>
                <a:latin typeface="UbuntuMono-Regular"/>
              </a:rPr>
              <a:t>t</a:t>
            </a:r>
            <a:r>
              <a:rPr lang="en-IN" sz="2400" b="0" i="0" u="none" strike="noStrike" baseline="0" dirty="0" err="1">
                <a:solidFill>
                  <a:srgbClr val="555555"/>
                </a:solidFill>
                <a:latin typeface="UbuntuMono-Regular"/>
              </a:rPr>
              <a:t>.</a:t>
            </a:r>
            <a:r>
              <a:rPr lang="en-IN" sz="2400" b="0" i="0" u="none" strike="noStrike" baseline="0" dirty="0" err="1">
                <a:solidFill>
                  <a:srgbClr val="33009A"/>
                </a:solidFill>
                <a:latin typeface="UbuntuMono-Regular"/>
              </a:rPr>
              <a:t>set</a:t>
            </a:r>
            <a:r>
              <a:rPr lang="en-IN" sz="2400" b="0" i="0" u="none" strike="noStrike" baseline="0" dirty="0">
                <a:solidFill>
                  <a:srgbClr val="555555"/>
                </a:solidFill>
                <a:latin typeface="UbuntuMono-Regular"/>
              </a:rPr>
              <a:t>(</a:t>
            </a:r>
            <a:r>
              <a:rPr lang="en-IN" sz="2400" b="0" i="0" u="none" strike="noStrike" baseline="0" dirty="0">
                <a:solidFill>
                  <a:srgbClr val="CD3300"/>
                </a:solidFill>
                <a:latin typeface="UbuntuMono-Regular"/>
              </a:rPr>
              <a:t>"pig"</a:t>
            </a:r>
            <a:r>
              <a:rPr lang="en-IN" sz="2400" b="0" i="0" u="none" strike="noStrike" baseline="0" dirty="0">
                <a:solidFill>
                  <a:srgbClr val="555555"/>
                </a:solidFill>
                <a:latin typeface="UbuntuMono-Regular"/>
              </a:rPr>
              <a:t>);</a:t>
            </a:r>
            <a:endParaRPr lang="en-US" sz="3600" b="0" i="0" u="none" strike="noStrike" baseline="0" dirty="0">
              <a:solidFill>
                <a:srgbClr val="000000"/>
              </a:solidFill>
              <a:latin typeface="MinionPro-Regular"/>
            </a:endParaRPr>
          </a:p>
        </p:txBody>
      </p:sp>
    </p:spTree>
    <p:extLst>
      <p:ext uri="{BB962C8B-B14F-4D97-AF65-F5344CB8AC3E}">
        <p14:creationId xmlns:p14="http://schemas.microsoft.com/office/powerpoint/2010/main" val="349194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sz="2800" dirty="0">
                <a:latin typeface="UbuntuMono-Regular"/>
              </a:rPr>
              <a:t>Restoring to string</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3DF80400-27DF-D68A-7B47-79CF0E478436}"/>
              </a:ext>
            </a:extLst>
          </p:cNvPr>
          <p:cNvSpPr txBox="1"/>
          <p:nvPr/>
        </p:nvSpPr>
        <p:spPr>
          <a:xfrm>
            <a:off x="467106" y="950676"/>
            <a:ext cx="8210550" cy="2308324"/>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solidFill>
                  <a:srgbClr val="000000"/>
                </a:solidFill>
                <a:latin typeface="UbuntuMono-Regular"/>
              </a:rPr>
              <a:t>Text </a:t>
            </a:r>
            <a:r>
              <a:rPr lang="en-US" sz="2400" b="0" i="0" u="none" strike="noStrike" baseline="0" dirty="0">
                <a:solidFill>
                  <a:srgbClr val="000000"/>
                </a:solidFill>
                <a:latin typeface="MinionPro-Regular"/>
              </a:rPr>
              <a:t>doesn’t have as rich an API for manipulating strings as</a:t>
            </a:r>
          </a:p>
          <a:p>
            <a:pPr algn="l"/>
            <a:r>
              <a:rPr lang="en-US" sz="2400" b="0" i="0" u="none" strike="noStrike" baseline="0" dirty="0" err="1">
                <a:solidFill>
                  <a:srgbClr val="000000"/>
                </a:solidFill>
                <a:latin typeface="UbuntuMono-Regular"/>
              </a:rPr>
              <a:t>java.lang.String</a:t>
            </a:r>
            <a:r>
              <a:rPr lang="en-US" sz="2400" b="0" i="0" u="none" strike="noStrike" baseline="0" dirty="0">
                <a:solidFill>
                  <a:srgbClr val="000000"/>
                </a:solidFill>
                <a:latin typeface="MinionPro-Regular"/>
              </a:rPr>
              <a:t>, so in many cases, you need to convert the </a:t>
            </a:r>
            <a:r>
              <a:rPr lang="en-US" sz="2400" b="0" i="0" u="none" strike="noStrike" baseline="0" dirty="0">
                <a:solidFill>
                  <a:srgbClr val="000000"/>
                </a:solidFill>
                <a:latin typeface="UbuntuMono-Regular"/>
              </a:rPr>
              <a:t>Text </a:t>
            </a:r>
            <a:r>
              <a:rPr lang="en-US" sz="2400" b="0" i="0" u="none" strike="noStrike" baseline="0" dirty="0">
                <a:solidFill>
                  <a:srgbClr val="000000"/>
                </a:solidFill>
                <a:latin typeface="MinionPro-Regular"/>
              </a:rPr>
              <a:t>object to a </a:t>
            </a:r>
            <a:r>
              <a:rPr lang="en-US" sz="2400" b="0" i="0" u="none" strike="noStrike" baseline="0" dirty="0">
                <a:solidFill>
                  <a:srgbClr val="000000"/>
                </a:solidFill>
                <a:latin typeface="UbuntuMono-Regular"/>
              </a:rPr>
              <a:t>String</a:t>
            </a:r>
            <a:r>
              <a:rPr lang="en-US" sz="2400" b="0" i="0" u="none" strike="noStrike" baseline="0" dirty="0">
                <a:solidFill>
                  <a:srgbClr val="000000"/>
                </a:solidFill>
                <a:latin typeface="MinionPro-Regular"/>
              </a:rPr>
              <a:t>.</a:t>
            </a:r>
          </a:p>
          <a:p>
            <a:pPr marL="342900" indent="-342900" algn="l">
              <a:buFont typeface="Arial" panose="020B0604020202020204" pitchFamily="34" charset="0"/>
              <a:buChar char="•"/>
            </a:pPr>
            <a:r>
              <a:rPr lang="en-US" sz="2400" b="0" i="0" u="none" strike="noStrike" baseline="0" dirty="0">
                <a:solidFill>
                  <a:srgbClr val="000000"/>
                </a:solidFill>
                <a:latin typeface="MinionPro-Regular"/>
              </a:rPr>
              <a:t>This is done in the usual way, using the </a:t>
            </a:r>
            <a:r>
              <a:rPr lang="en-US" sz="2400" b="0" i="0" u="none" strike="noStrike" baseline="0" dirty="0" err="1">
                <a:solidFill>
                  <a:srgbClr val="000000"/>
                </a:solidFill>
                <a:latin typeface="UbuntuMono-Regular"/>
              </a:rPr>
              <a:t>toString</a:t>
            </a:r>
            <a:r>
              <a:rPr lang="en-US" sz="2400" b="0" i="0" u="none" strike="noStrike" baseline="0" dirty="0">
                <a:solidFill>
                  <a:srgbClr val="000000"/>
                </a:solidFill>
                <a:latin typeface="UbuntuMono-Regular"/>
              </a:rPr>
              <a:t>() </a:t>
            </a:r>
            <a:r>
              <a:rPr lang="en-US" sz="2400" b="0" i="0" u="none" strike="noStrike" baseline="0" dirty="0">
                <a:solidFill>
                  <a:srgbClr val="000000"/>
                </a:solidFill>
                <a:latin typeface="MinionPro-Regular"/>
              </a:rPr>
              <a:t>method:</a:t>
            </a:r>
          </a:p>
          <a:p>
            <a:pPr algn="l"/>
            <a:endParaRPr lang="en-US" sz="2400" b="0" i="0" u="none" strike="noStrike" baseline="0" dirty="0">
              <a:solidFill>
                <a:srgbClr val="000089"/>
              </a:solidFill>
              <a:latin typeface="UbuntuMono-Regular"/>
            </a:endParaRPr>
          </a:p>
          <a:p>
            <a:pPr algn="l"/>
            <a:r>
              <a:rPr lang="en-US" sz="2400" b="0" i="0" u="none" strike="noStrike" baseline="0" dirty="0" err="1">
                <a:solidFill>
                  <a:srgbClr val="000089"/>
                </a:solidFill>
                <a:latin typeface="UbuntuMono-Regular"/>
              </a:rPr>
              <a:t>System.out.println</a:t>
            </a:r>
            <a:r>
              <a:rPr lang="en-US" sz="2400" b="0" i="0" u="none" strike="noStrike" baseline="0" dirty="0">
                <a:solidFill>
                  <a:srgbClr val="555555"/>
                </a:solidFill>
                <a:latin typeface="UbuntuMono-Regular"/>
              </a:rPr>
              <a:t>(</a:t>
            </a:r>
            <a:r>
              <a:rPr lang="en-US" sz="2400" b="1" i="0" u="none" strike="noStrike" baseline="0" dirty="0">
                <a:solidFill>
                  <a:srgbClr val="00669A"/>
                </a:solidFill>
                <a:latin typeface="UbuntuMono-Bold"/>
              </a:rPr>
              <a:t>new </a:t>
            </a:r>
            <a:r>
              <a:rPr lang="en-US" sz="2400" b="0" i="0" u="none" strike="noStrike" baseline="0" dirty="0">
                <a:solidFill>
                  <a:srgbClr val="000089"/>
                </a:solidFill>
                <a:latin typeface="UbuntuMono-Regular"/>
              </a:rPr>
              <a:t>Text</a:t>
            </a:r>
            <a:r>
              <a:rPr lang="en-US" sz="2400" b="0" i="0" u="none" strike="noStrike" baseline="0" dirty="0">
                <a:solidFill>
                  <a:srgbClr val="555555"/>
                </a:solidFill>
                <a:latin typeface="UbuntuMono-Regular"/>
              </a:rPr>
              <a:t>(</a:t>
            </a:r>
            <a:r>
              <a:rPr lang="en-US" sz="2400" b="0" i="0" u="none" strike="noStrike" baseline="0" dirty="0">
                <a:solidFill>
                  <a:srgbClr val="CD3300"/>
                </a:solidFill>
                <a:latin typeface="UbuntuMono-Regular"/>
              </a:rPr>
              <a:t>"</a:t>
            </a:r>
            <a:r>
              <a:rPr lang="en-US" sz="2400" b="0" i="0" u="none" strike="noStrike" baseline="0" dirty="0" err="1">
                <a:solidFill>
                  <a:srgbClr val="CD3300"/>
                </a:solidFill>
                <a:latin typeface="UbuntuMono-Regular"/>
              </a:rPr>
              <a:t>hadoop</a:t>
            </a:r>
            <a:r>
              <a:rPr lang="en-US" sz="2400" b="0" i="0" u="none" strike="noStrike" baseline="0" dirty="0">
                <a:solidFill>
                  <a:srgbClr val="CD3300"/>
                </a:solidFill>
                <a:latin typeface="UbuntuMono-Regular"/>
              </a:rPr>
              <a:t>"</a:t>
            </a:r>
            <a:r>
              <a:rPr lang="en-US" sz="2400" b="0" i="0" u="none" strike="noStrike" baseline="0" dirty="0">
                <a:solidFill>
                  <a:srgbClr val="555555"/>
                </a:solidFill>
                <a:latin typeface="UbuntuMono-Regular"/>
              </a:rPr>
              <a:t>).</a:t>
            </a:r>
            <a:r>
              <a:rPr lang="en-US" sz="2400" b="0" i="0" u="none" strike="noStrike" baseline="0" dirty="0" err="1">
                <a:solidFill>
                  <a:srgbClr val="33009A"/>
                </a:solidFill>
                <a:latin typeface="UbuntuMono-Regular"/>
              </a:rPr>
              <a:t>toString</a:t>
            </a:r>
            <a:r>
              <a:rPr lang="en-US" sz="2400" b="0" i="0" u="none" strike="noStrike" baseline="0" dirty="0">
                <a:solidFill>
                  <a:srgbClr val="555555"/>
                </a:solidFill>
                <a:latin typeface="UbuntuMono-Regular"/>
              </a:rPr>
              <a:t>());</a:t>
            </a:r>
            <a:endParaRPr lang="en-US" sz="4400" b="0" i="0" u="none" strike="noStrike" baseline="0" dirty="0">
              <a:solidFill>
                <a:srgbClr val="000000"/>
              </a:solidFill>
              <a:latin typeface="MinionPro-Regular"/>
            </a:endParaRPr>
          </a:p>
        </p:txBody>
      </p:sp>
    </p:spTree>
    <p:extLst>
      <p:ext uri="{BB962C8B-B14F-4D97-AF65-F5344CB8AC3E}">
        <p14:creationId xmlns:p14="http://schemas.microsoft.com/office/powerpoint/2010/main" val="2434762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BD62D3CE-943B-6E0B-D8FE-90CE34078A3A}"/>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6" name="object 2">
            <a:extLst>
              <a:ext uri="{FF2B5EF4-FFF2-40B4-BE49-F238E27FC236}">
                <a16:creationId xmlns:a16="http://schemas.microsoft.com/office/drawing/2014/main" id="{F3C44A89-71C1-2428-403A-AD2E8CC4863C}"/>
              </a:ext>
            </a:extLst>
          </p:cNvPr>
          <p:cNvSpPr txBox="1">
            <a:spLocks/>
          </p:cNvSpPr>
          <p:nvPr/>
        </p:nvSpPr>
        <p:spPr>
          <a:xfrm>
            <a:off x="1866900" y="1428750"/>
            <a:ext cx="6896100" cy="2474395"/>
          </a:xfrm>
          <a:prstGeom prst="rect">
            <a:avLst/>
          </a:prstGeom>
        </p:spPr>
        <p:txBody>
          <a:bodyPr vert="horz" wrap="square" lIns="0" tIns="12065" rIns="0" bIns="0" rtlCol="0">
            <a:spAutoFit/>
          </a:bodyPr>
          <a:lstStyle>
            <a:lvl1pPr>
              <a:defRPr sz="2800" b="1" i="0">
                <a:solidFill>
                  <a:srgbClr val="095A82"/>
                </a:solidFill>
                <a:latin typeface="Calibri"/>
                <a:ea typeface="+mj-ea"/>
                <a:cs typeface="Calibri"/>
              </a:defRPr>
            </a:lvl1pPr>
          </a:lstStyle>
          <a:p>
            <a:pPr marL="12700">
              <a:spcBef>
                <a:spcPts val="95"/>
              </a:spcBef>
            </a:pPr>
            <a:r>
              <a:rPr lang="en-IN" sz="3200" spc="-5" dirty="0"/>
              <a:t>Serialization</a:t>
            </a:r>
            <a:r>
              <a:rPr lang="en-US" sz="3200" kern="0" spc="-5" dirty="0"/>
              <a:t>:</a:t>
            </a:r>
            <a:br>
              <a:rPr lang="en-US" sz="3200" kern="0" spc="-5" dirty="0"/>
            </a:br>
            <a:r>
              <a:rPr lang="en-US" sz="3200" kern="0" spc="-5" dirty="0"/>
              <a:t>	- </a:t>
            </a:r>
            <a:r>
              <a:rPr lang="en-IN" sz="3200" spc="-5" dirty="0"/>
              <a:t>The Writable Interface </a:t>
            </a:r>
            <a:br>
              <a:rPr lang="en-US" sz="3200" kern="0" spc="-5" dirty="0">
                <a:solidFill>
                  <a:srgbClr val="FF0000"/>
                </a:solidFill>
              </a:rPr>
            </a:br>
            <a:r>
              <a:rPr lang="en-US" sz="3200" kern="0" spc="-5" dirty="0"/>
              <a:t>	- </a:t>
            </a:r>
            <a:r>
              <a:rPr lang="en-IN" sz="3200" spc="-5" dirty="0"/>
              <a:t>Writable Classes </a:t>
            </a:r>
            <a:br>
              <a:rPr lang="en-US" sz="3200" kern="0" spc="-5" dirty="0"/>
            </a:br>
            <a:r>
              <a:rPr lang="en-US" sz="3200" kern="0" spc="-5" dirty="0"/>
              <a:t>	- </a:t>
            </a:r>
            <a:r>
              <a:rPr lang="en-IN" sz="3200" spc="-5" dirty="0">
                <a:solidFill>
                  <a:srgbClr val="FF0000"/>
                </a:solidFill>
              </a:rPr>
              <a:t>Implementing a Custom Writable</a:t>
            </a:r>
          </a:p>
          <a:p>
            <a:pPr marL="12700">
              <a:spcBef>
                <a:spcPts val="95"/>
              </a:spcBef>
            </a:pPr>
            <a:r>
              <a:rPr lang="en-IN" sz="3200" spc="-5" dirty="0"/>
              <a:t> 	- Serialization Frameworks</a:t>
            </a:r>
            <a:endParaRPr lang="en-US" sz="3200" kern="0" spc="-5" dirty="0"/>
          </a:p>
        </p:txBody>
      </p:sp>
    </p:spTree>
    <p:extLst>
      <p:ext uri="{BB962C8B-B14F-4D97-AF65-F5344CB8AC3E}">
        <p14:creationId xmlns:p14="http://schemas.microsoft.com/office/powerpoint/2010/main" val="1113752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Implementing a custom Writable</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94010424-CAAA-1A52-FEC8-BB5F98DE9DCC}"/>
              </a:ext>
            </a:extLst>
          </p:cNvPr>
          <p:cNvSpPr txBox="1"/>
          <p:nvPr/>
        </p:nvSpPr>
        <p:spPr>
          <a:xfrm>
            <a:off x="467106" y="950676"/>
            <a:ext cx="8144256" cy="3477875"/>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MinionPro-Regular"/>
              </a:rPr>
              <a:t>O</a:t>
            </a:r>
            <a:r>
              <a:rPr lang="en-US" sz="2000" b="0" i="0" u="none" strike="noStrike" baseline="0" dirty="0">
                <a:latin typeface="MinionPro-Regular"/>
              </a:rPr>
              <a:t>n occasion, you may need to write your own custom implementation of Writable. </a:t>
            </a:r>
            <a:r>
              <a:rPr lang="en-IN" sz="2000" b="0" i="0" u="none" strike="noStrike" baseline="0" dirty="0">
                <a:latin typeface="MinionPro-Regular"/>
              </a:rPr>
              <a:t>With </a:t>
            </a:r>
            <a:r>
              <a:rPr lang="en-US" sz="2000" b="0" i="0" u="none" strike="noStrike" baseline="0" dirty="0">
                <a:latin typeface="MinionPro-Regular"/>
              </a:rPr>
              <a:t>a custom </a:t>
            </a:r>
            <a:r>
              <a:rPr lang="en-US" sz="2000" b="0" i="0" u="none" strike="noStrike" baseline="0" dirty="0">
                <a:latin typeface="UbuntuMono-Regular"/>
              </a:rPr>
              <a:t>Writable</a:t>
            </a:r>
            <a:r>
              <a:rPr lang="en-US" sz="2000" b="0" i="0" u="none" strike="noStrike" baseline="0" dirty="0">
                <a:latin typeface="MinionPro-Regular"/>
              </a:rPr>
              <a:t>, you have full control over the binary representation and the sort </a:t>
            </a:r>
            <a:r>
              <a:rPr lang="en-IN" sz="2000" b="0" i="0" u="none" strike="noStrike" baseline="0" dirty="0">
                <a:latin typeface="MinionPro-Regular"/>
              </a:rPr>
              <a:t>order.</a:t>
            </a:r>
          </a:p>
          <a:p>
            <a:pPr marL="342900" indent="-342900" algn="l">
              <a:buFont typeface="Arial" panose="020B0604020202020204" pitchFamily="34" charset="0"/>
              <a:buChar char="•"/>
            </a:pPr>
            <a:r>
              <a:rPr lang="en-US" sz="2000" dirty="0">
                <a:latin typeface="MinionPro-Regular"/>
              </a:rPr>
              <a:t>T</a:t>
            </a:r>
            <a:r>
              <a:rPr lang="en-US" sz="2000" b="0" i="0" u="none" strike="noStrike" baseline="0" dirty="0">
                <a:latin typeface="MinionPro-Regular"/>
              </a:rPr>
              <a:t>wo instance </a:t>
            </a:r>
            <a:r>
              <a:rPr lang="en-IN" sz="2000" b="0" i="0" u="none" strike="noStrike" baseline="0" dirty="0">
                <a:latin typeface="MinionPro-Regular"/>
              </a:rPr>
              <a:t>variables of </a:t>
            </a:r>
            <a:r>
              <a:rPr lang="en-US" sz="2000" b="0" i="0" u="none" strike="noStrike" baseline="0" dirty="0">
                <a:latin typeface="UbuntuMono-Regular"/>
              </a:rPr>
              <a:t>Text</a:t>
            </a:r>
            <a:r>
              <a:rPr lang="en-IN" sz="2000" b="0" i="0" u="none" strike="noStrike" baseline="0" dirty="0">
                <a:latin typeface="MinionPro-Regular"/>
              </a:rPr>
              <a:t>, </a:t>
            </a:r>
          </a:p>
          <a:p>
            <a:pPr algn="l"/>
            <a:r>
              <a:rPr lang="en-IN" sz="2000" b="0" i="0" u="none" strike="noStrike" baseline="0" dirty="0">
                <a:solidFill>
                  <a:srgbClr val="FF0000"/>
                </a:solidFill>
                <a:latin typeface="UbuntuMono-Regular"/>
              </a:rPr>
              <a:t>first </a:t>
            </a:r>
            <a:r>
              <a:rPr lang="en-IN" sz="2000" b="0" i="0" u="none" strike="noStrike" baseline="0" dirty="0">
                <a:solidFill>
                  <a:srgbClr val="FF0000"/>
                </a:solidFill>
                <a:latin typeface="MinionPro-Regular"/>
              </a:rPr>
              <a:t>and </a:t>
            </a:r>
            <a:r>
              <a:rPr lang="en-IN" sz="2000" b="0" i="0" u="none" strike="noStrike" baseline="0" dirty="0">
                <a:solidFill>
                  <a:srgbClr val="FF0000"/>
                </a:solidFill>
                <a:latin typeface="UbuntuMono-Regular"/>
              </a:rPr>
              <a:t>second</a:t>
            </a:r>
            <a:r>
              <a:rPr lang="en-IN" sz="2000" b="0" i="0" u="none" strike="noStrike" baseline="0" dirty="0">
                <a:solidFill>
                  <a:srgbClr val="FF0000"/>
                </a:solidFill>
                <a:latin typeface="MinionPro-Regular"/>
              </a:rPr>
              <a:t> and </a:t>
            </a:r>
            <a:r>
              <a:rPr lang="en-US" sz="2000" b="0" i="0" u="none" strike="noStrike" baseline="0" dirty="0">
                <a:solidFill>
                  <a:srgbClr val="FF0000"/>
                </a:solidFill>
                <a:latin typeface="MinionPro-Regular"/>
              </a:rPr>
              <a:t>associated </a:t>
            </a:r>
          </a:p>
          <a:p>
            <a:pPr algn="l"/>
            <a:r>
              <a:rPr lang="en-US" sz="2000" b="0" i="0" u="none" strike="noStrike" baseline="0" dirty="0">
                <a:solidFill>
                  <a:srgbClr val="FF0000"/>
                </a:solidFill>
                <a:latin typeface="MinionPro-Regular"/>
              </a:rPr>
              <a:t>constructors, getters, and setters.</a:t>
            </a:r>
          </a:p>
          <a:p>
            <a:pPr marL="342900" indent="-342900" algn="l">
              <a:buFont typeface="Arial" panose="020B0604020202020204" pitchFamily="34" charset="0"/>
              <a:buChar char="•"/>
            </a:pPr>
            <a:r>
              <a:rPr lang="en-IN" sz="2000" b="0" i="0" u="none" strike="noStrike" baseline="0" dirty="0">
                <a:latin typeface="MinionPro-Regular"/>
              </a:rPr>
              <a:t>All </a:t>
            </a:r>
            <a:r>
              <a:rPr lang="en-US" sz="2000" b="0" i="0" u="none" strike="noStrike" baseline="0" dirty="0">
                <a:latin typeface="UbuntuMono-Regular"/>
              </a:rPr>
              <a:t>Writable </a:t>
            </a:r>
            <a:r>
              <a:rPr lang="en-US" sz="2000" b="0" i="0" u="none" strike="noStrike" baseline="0" dirty="0">
                <a:latin typeface="MinionPro-Regular"/>
              </a:rPr>
              <a:t>implementations must </a:t>
            </a:r>
          </a:p>
          <a:p>
            <a:pPr algn="l"/>
            <a:r>
              <a:rPr lang="en-US" sz="2000" b="0" i="0" u="none" strike="noStrike" baseline="0" dirty="0">
                <a:latin typeface="MinionPro-Regular"/>
              </a:rPr>
              <a:t>have a default constructor.</a:t>
            </a:r>
          </a:p>
          <a:p>
            <a:pPr marL="342900" indent="-342900" algn="l">
              <a:buFont typeface="Arial" panose="020B0604020202020204" pitchFamily="34" charset="0"/>
              <a:buChar char="•"/>
            </a:pPr>
            <a:r>
              <a:rPr lang="en-US" sz="2000" b="0" i="0" u="none" strike="noStrike" baseline="0" dirty="0">
                <a:latin typeface="MinionPro-Regular"/>
              </a:rPr>
              <a:t>so that the MapReduce framework </a:t>
            </a:r>
          </a:p>
          <a:p>
            <a:pPr algn="l"/>
            <a:r>
              <a:rPr lang="en-US" sz="2000" b="0" i="0" u="none" strike="noStrike" baseline="0" dirty="0">
                <a:latin typeface="MinionPro-Regular"/>
              </a:rPr>
              <a:t>can instantiate them, then populate </a:t>
            </a:r>
          </a:p>
          <a:p>
            <a:pPr algn="l"/>
            <a:r>
              <a:rPr lang="en-US" sz="2000" b="0" i="0" u="none" strike="noStrike" baseline="0" dirty="0">
                <a:latin typeface="MinionPro-Regular"/>
              </a:rPr>
              <a:t>their fields by calling </a:t>
            </a:r>
            <a:r>
              <a:rPr lang="en-US" sz="2000" b="0" i="0" u="none" strike="noStrike" baseline="0" dirty="0" err="1">
                <a:latin typeface="UbuntuMono-Regular"/>
              </a:rPr>
              <a:t>readFields</a:t>
            </a:r>
            <a:r>
              <a:rPr lang="en-US" sz="2000" b="0" i="0" u="none" strike="noStrike" baseline="0" dirty="0">
                <a:latin typeface="UbuntuMono-Regular"/>
              </a:rPr>
              <a:t>()</a:t>
            </a:r>
            <a:r>
              <a:rPr lang="en-US" sz="2000" b="0" i="0" u="none" strike="noStrike" baseline="0" dirty="0">
                <a:latin typeface="MinionPro-Regular"/>
              </a:rPr>
              <a:t>.</a:t>
            </a:r>
            <a:endParaRPr lang="en-IN" sz="2000" dirty="0">
              <a:solidFill>
                <a:srgbClr val="FF0000"/>
              </a:solidFill>
            </a:endParaRPr>
          </a:p>
        </p:txBody>
      </p:sp>
      <p:pic>
        <p:nvPicPr>
          <p:cNvPr id="9" name="Picture 8">
            <a:extLst>
              <a:ext uri="{FF2B5EF4-FFF2-40B4-BE49-F238E27FC236}">
                <a16:creationId xmlns:a16="http://schemas.microsoft.com/office/drawing/2014/main" id="{D870FD18-C416-5192-30BA-E5E3E34B5472}"/>
              </a:ext>
            </a:extLst>
          </p:cNvPr>
          <p:cNvPicPr>
            <a:picLocks noChangeAspect="1"/>
          </p:cNvPicPr>
          <p:nvPr/>
        </p:nvPicPr>
        <p:blipFill rotWithShape="1">
          <a:blip r:embed="rId2"/>
          <a:srcRect l="12001" t="16492" r="42998" b="23477"/>
          <a:stretch/>
        </p:blipFill>
        <p:spPr>
          <a:xfrm>
            <a:off x="4876800" y="1657350"/>
            <a:ext cx="4114800" cy="3087630"/>
          </a:xfrm>
          <a:prstGeom prst="rect">
            <a:avLst/>
          </a:prstGeom>
        </p:spPr>
      </p:pic>
    </p:spTree>
    <p:extLst>
      <p:ext uri="{BB962C8B-B14F-4D97-AF65-F5344CB8AC3E}">
        <p14:creationId xmlns:p14="http://schemas.microsoft.com/office/powerpoint/2010/main" val="16895167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Implementing a custom Writable</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94010424-CAAA-1A52-FEC8-BB5F98DE9DCC}"/>
              </a:ext>
            </a:extLst>
          </p:cNvPr>
          <p:cNvSpPr txBox="1"/>
          <p:nvPr/>
        </p:nvSpPr>
        <p:spPr>
          <a:xfrm>
            <a:off x="381000" y="842369"/>
            <a:ext cx="8144256" cy="3816429"/>
          </a:xfrm>
          <a:prstGeom prst="rect">
            <a:avLst/>
          </a:prstGeom>
          <a:noFill/>
        </p:spPr>
        <p:txBody>
          <a:bodyPr wrap="square">
            <a:spAutoFit/>
          </a:bodyPr>
          <a:lstStyle/>
          <a:p>
            <a:pPr marL="285750" indent="-285750" algn="l">
              <a:buFont typeface="Arial" panose="020B0604020202020204" pitchFamily="34" charset="0"/>
              <a:buChar char="•"/>
            </a:pPr>
            <a:r>
              <a:rPr lang="en-US" sz="2000" b="0" i="0" u="none" strike="noStrike" baseline="0" dirty="0">
                <a:latin typeface="UbuntuMono-Regular"/>
              </a:rPr>
              <a:t>Writable </a:t>
            </a:r>
            <a:r>
              <a:rPr lang="en-US" sz="2000" b="0" i="0" u="none" strike="noStrike" baseline="0" dirty="0">
                <a:latin typeface="MinionPro-Regular"/>
              </a:rPr>
              <a:t>instances are mutable and often reused, </a:t>
            </a:r>
          </a:p>
          <a:p>
            <a:pPr marL="285750" indent="-285750" algn="l">
              <a:buFont typeface="Arial" panose="020B0604020202020204" pitchFamily="34" charset="0"/>
              <a:buChar char="•"/>
            </a:pPr>
            <a:r>
              <a:rPr lang="en-US" sz="2000" b="0" i="0" u="none" strike="noStrike" baseline="0" dirty="0">
                <a:latin typeface="MinionPro-Regular"/>
              </a:rPr>
              <a:t>so you should take care to avoid </a:t>
            </a:r>
          </a:p>
          <a:p>
            <a:pPr algn="l"/>
            <a:r>
              <a:rPr lang="en-US" sz="2000" b="0" i="0" u="none" strike="noStrike" baseline="0" dirty="0">
                <a:latin typeface="MinionPro-Regular"/>
              </a:rPr>
              <a:t>allocating objects in the </a:t>
            </a:r>
            <a:r>
              <a:rPr lang="en-US" sz="2000" b="0" i="0" u="none" strike="noStrike" baseline="0" dirty="0">
                <a:latin typeface="UbuntuMono-Regular"/>
              </a:rPr>
              <a:t>write() </a:t>
            </a:r>
            <a:r>
              <a:rPr lang="en-US" sz="2000" b="0" i="0" u="none" strike="noStrike" baseline="0" dirty="0">
                <a:latin typeface="MinionPro-Regular"/>
              </a:rPr>
              <a:t>or </a:t>
            </a:r>
          </a:p>
          <a:p>
            <a:pPr algn="l"/>
            <a:r>
              <a:rPr lang="en-US" sz="2000" b="0" i="0" u="none" strike="noStrike" baseline="0" dirty="0" err="1">
                <a:latin typeface="UbuntuMono-Regular"/>
              </a:rPr>
              <a:t>readFields</a:t>
            </a:r>
            <a:r>
              <a:rPr lang="en-US" sz="2000" b="0" i="0" u="none" strike="noStrike" baseline="0" dirty="0">
                <a:latin typeface="UbuntuMono-Regular"/>
              </a:rPr>
              <a:t>() </a:t>
            </a:r>
            <a:r>
              <a:rPr lang="en-US" sz="2000" b="0" i="0" u="none" strike="noStrike" baseline="0" dirty="0">
                <a:latin typeface="MinionPro-Regular"/>
              </a:rPr>
              <a:t>methods.</a:t>
            </a:r>
          </a:p>
          <a:p>
            <a:pPr marL="285750" indent="-285750" algn="l">
              <a:buFont typeface="Arial" panose="020B0604020202020204" pitchFamily="34" charset="0"/>
              <a:buChar char="•"/>
            </a:pPr>
            <a:r>
              <a:rPr lang="en-US" sz="1800" b="0" i="0" u="none" strike="noStrike" baseline="0" dirty="0" err="1">
                <a:latin typeface="UbuntuMono-Regular"/>
              </a:rPr>
              <a:t>TextPair</a:t>
            </a:r>
            <a:r>
              <a:rPr lang="en-US" sz="1800" b="0" i="0" u="none" strike="noStrike" baseline="0" dirty="0" err="1">
                <a:latin typeface="MinionPro-Regular"/>
              </a:rPr>
              <a:t>’s</a:t>
            </a:r>
            <a:r>
              <a:rPr lang="en-US" sz="1800" b="0" i="0" u="none" strike="noStrike" baseline="0" dirty="0">
                <a:latin typeface="MinionPro-Regular"/>
              </a:rPr>
              <a:t> </a:t>
            </a:r>
            <a:r>
              <a:rPr lang="en-US" sz="1800" b="0" i="0" u="none" strike="noStrike" baseline="0" dirty="0">
                <a:latin typeface="UbuntuMono-Regular"/>
              </a:rPr>
              <a:t>write() </a:t>
            </a:r>
            <a:r>
              <a:rPr lang="en-US" sz="1800" b="0" i="0" u="none" strike="noStrike" baseline="0" dirty="0">
                <a:latin typeface="MinionPro-Regular"/>
              </a:rPr>
              <a:t>method serializes each </a:t>
            </a:r>
          </a:p>
          <a:p>
            <a:pPr algn="l"/>
            <a:r>
              <a:rPr lang="en-US" sz="1800" b="0" i="0" u="none" strike="noStrike" baseline="0" dirty="0">
                <a:latin typeface="UbuntuMono-Regular"/>
              </a:rPr>
              <a:t>Text </a:t>
            </a:r>
            <a:r>
              <a:rPr lang="en-US" sz="1800" b="0" i="0" u="none" strike="noStrike" baseline="0" dirty="0">
                <a:latin typeface="MinionPro-Regular"/>
              </a:rPr>
              <a:t>object in turn to the output stream</a:t>
            </a:r>
          </a:p>
          <a:p>
            <a:pPr marL="285750" indent="-285750" algn="l">
              <a:buFont typeface="Arial" panose="020B0604020202020204" pitchFamily="34" charset="0"/>
              <a:buChar char="•"/>
            </a:pPr>
            <a:r>
              <a:rPr lang="en-US" sz="1800" b="0" i="0" u="none" strike="noStrike" baseline="0" dirty="0">
                <a:latin typeface="MinionPro-Regular"/>
              </a:rPr>
              <a:t>Similarly, </a:t>
            </a:r>
            <a:r>
              <a:rPr lang="en-US" sz="1800" b="0" i="0" u="none" strike="noStrike" baseline="0" dirty="0" err="1">
                <a:latin typeface="UbuntuMono-Regular"/>
              </a:rPr>
              <a:t>readFields</a:t>
            </a:r>
            <a:r>
              <a:rPr lang="en-US" sz="1800" b="0" i="0" u="none" strike="noStrike" baseline="0" dirty="0">
                <a:latin typeface="UbuntuMono-Regular"/>
              </a:rPr>
              <a:t>() </a:t>
            </a:r>
            <a:r>
              <a:rPr lang="en-US" sz="1800" b="0" i="0" u="none" strike="noStrike" baseline="0" dirty="0">
                <a:latin typeface="MinionPro-Regular"/>
              </a:rPr>
              <a:t>deserializes the bytes</a:t>
            </a:r>
          </a:p>
          <a:p>
            <a:pPr algn="l"/>
            <a:r>
              <a:rPr lang="en-US" sz="1800" b="0" i="0" u="none" strike="noStrike" baseline="0" dirty="0">
                <a:latin typeface="MinionPro-Regular"/>
              </a:rPr>
              <a:t>from the input stream by delegating to each </a:t>
            </a:r>
          </a:p>
          <a:p>
            <a:pPr algn="l"/>
            <a:r>
              <a:rPr lang="en-US" sz="1800" b="0" i="0" u="none" strike="noStrike" baseline="0" dirty="0">
                <a:latin typeface="UbuntuMono-Regular"/>
              </a:rPr>
              <a:t>Text </a:t>
            </a:r>
            <a:r>
              <a:rPr lang="en-US" sz="1800" b="0" i="0" u="none" strike="noStrike" baseline="0" dirty="0">
                <a:latin typeface="MinionPro-Regular"/>
              </a:rPr>
              <a:t>object.</a:t>
            </a:r>
          </a:p>
          <a:p>
            <a:pPr marL="285750" indent="-285750" algn="l">
              <a:buFont typeface="Arial" panose="020B0604020202020204" pitchFamily="34" charset="0"/>
              <a:buChar char="•"/>
            </a:pPr>
            <a:r>
              <a:rPr lang="en-IN" sz="1800" b="0" i="0" u="none" strike="noStrike" baseline="0" dirty="0">
                <a:latin typeface="MinionPro-Regular"/>
              </a:rPr>
              <a:t>The </a:t>
            </a:r>
            <a:r>
              <a:rPr lang="en-IN" sz="1800" b="0" i="0" u="none" strike="noStrike" baseline="0" dirty="0" err="1">
                <a:latin typeface="UbuntuMono-Regular"/>
              </a:rPr>
              <a:t>DataOutput</a:t>
            </a:r>
            <a:r>
              <a:rPr lang="en-IN" sz="1800" b="0" i="0" u="none" strike="noStrike" baseline="0" dirty="0">
                <a:latin typeface="UbuntuMono-Regular"/>
              </a:rPr>
              <a:t> </a:t>
            </a:r>
            <a:r>
              <a:rPr lang="en-IN" sz="1800" b="0" i="0" u="none" strike="noStrike" baseline="0" dirty="0">
                <a:latin typeface="MinionPro-Regular"/>
              </a:rPr>
              <a:t>and </a:t>
            </a:r>
            <a:r>
              <a:rPr lang="en-IN" sz="1800" b="0" i="0" u="none" strike="noStrike" baseline="0" dirty="0" err="1">
                <a:latin typeface="UbuntuMono-Regular"/>
              </a:rPr>
              <a:t>DataInput</a:t>
            </a:r>
            <a:r>
              <a:rPr lang="en-IN" sz="1800" b="0" i="0" u="none" strike="noStrike" baseline="0" dirty="0">
                <a:latin typeface="UbuntuMono-Regular"/>
              </a:rPr>
              <a:t> </a:t>
            </a:r>
            <a:r>
              <a:rPr lang="en-US" sz="1800" b="0" i="0" u="none" strike="noStrike" baseline="0" dirty="0">
                <a:latin typeface="MinionPro-Regular"/>
              </a:rPr>
              <a:t>interfaces </a:t>
            </a:r>
          </a:p>
          <a:p>
            <a:pPr algn="l"/>
            <a:r>
              <a:rPr lang="en-US" sz="1800" b="0" i="0" u="none" strike="noStrike" baseline="0" dirty="0">
                <a:latin typeface="MinionPro-Regular"/>
              </a:rPr>
              <a:t>have a rich set of methods for serializing </a:t>
            </a:r>
          </a:p>
          <a:p>
            <a:pPr algn="l"/>
            <a:r>
              <a:rPr lang="en-US" sz="1800" b="0" i="0" u="none" strike="noStrike" baseline="0" dirty="0">
                <a:latin typeface="MinionPro-Regular"/>
              </a:rPr>
              <a:t>and deserializing Java primitives</a:t>
            </a:r>
          </a:p>
          <a:p>
            <a:pPr algn="l"/>
            <a:r>
              <a:rPr lang="en-US" sz="1800" b="0" i="0" u="none" strike="noStrike" baseline="0" dirty="0">
                <a:latin typeface="MinionPro-Regular"/>
              </a:rPr>
              <a:t> </a:t>
            </a:r>
            <a:endParaRPr lang="en-IN" sz="2000" dirty="0">
              <a:solidFill>
                <a:srgbClr val="FF0000"/>
              </a:solidFill>
            </a:endParaRPr>
          </a:p>
        </p:txBody>
      </p:sp>
      <p:pic>
        <p:nvPicPr>
          <p:cNvPr id="7" name="Picture 6">
            <a:extLst>
              <a:ext uri="{FF2B5EF4-FFF2-40B4-BE49-F238E27FC236}">
                <a16:creationId xmlns:a16="http://schemas.microsoft.com/office/drawing/2014/main" id="{F5A165D4-3AC3-E245-E2ED-A87986494E9C}"/>
              </a:ext>
            </a:extLst>
          </p:cNvPr>
          <p:cNvPicPr>
            <a:picLocks noChangeAspect="1"/>
          </p:cNvPicPr>
          <p:nvPr/>
        </p:nvPicPr>
        <p:blipFill rotWithShape="1">
          <a:blip r:embed="rId2"/>
          <a:srcRect l="16004" t="12964" r="35833" b="16619"/>
          <a:stretch/>
        </p:blipFill>
        <p:spPr>
          <a:xfrm>
            <a:off x="4800600" y="1200149"/>
            <a:ext cx="4190999" cy="3446781"/>
          </a:xfrm>
          <a:prstGeom prst="rect">
            <a:avLst/>
          </a:prstGeom>
        </p:spPr>
      </p:pic>
    </p:spTree>
    <p:extLst>
      <p:ext uri="{BB962C8B-B14F-4D97-AF65-F5344CB8AC3E}">
        <p14:creationId xmlns:p14="http://schemas.microsoft.com/office/powerpoint/2010/main" val="16672998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Implementing a custom Writable</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94010424-CAAA-1A52-FEC8-BB5F98DE9DCC}"/>
              </a:ext>
            </a:extLst>
          </p:cNvPr>
          <p:cNvSpPr txBox="1"/>
          <p:nvPr/>
        </p:nvSpPr>
        <p:spPr>
          <a:xfrm>
            <a:off x="381000" y="842369"/>
            <a:ext cx="8144256" cy="646331"/>
          </a:xfrm>
          <a:prstGeom prst="rect">
            <a:avLst/>
          </a:prstGeom>
          <a:noFill/>
        </p:spPr>
        <p:txBody>
          <a:bodyPr wrap="square">
            <a:spAutoFit/>
          </a:bodyPr>
          <a:lstStyle/>
          <a:p>
            <a:pPr algn="l"/>
            <a:r>
              <a:rPr lang="en-US" sz="1800" b="0" i="0" u="none" strike="noStrike" baseline="0" dirty="0">
                <a:latin typeface="MinionPro-Regular"/>
              </a:rPr>
              <a:t>Just as you would for any value object you write in Java, you should override the</a:t>
            </a:r>
          </a:p>
          <a:p>
            <a:pPr algn="l"/>
            <a:r>
              <a:rPr lang="en-US" sz="1800" b="0" i="0" u="none" strike="noStrike" baseline="0" dirty="0" err="1">
                <a:latin typeface="UbuntuMono-Regular"/>
              </a:rPr>
              <a:t>hashCode</a:t>
            </a:r>
            <a:r>
              <a:rPr lang="en-US" sz="1800" b="0" i="0" u="none" strike="noStrike" baseline="0" dirty="0">
                <a:latin typeface="UbuntuMono-Regular"/>
              </a:rPr>
              <a:t>()</a:t>
            </a:r>
            <a:r>
              <a:rPr lang="en-US" sz="1800" b="0" i="0" u="none" strike="noStrike" baseline="0" dirty="0">
                <a:latin typeface="MinionPro-Regular"/>
              </a:rPr>
              <a:t>, </a:t>
            </a:r>
            <a:r>
              <a:rPr lang="en-US" sz="1800" b="0" i="0" u="none" strike="noStrike" baseline="0" dirty="0">
                <a:latin typeface="UbuntuMono-Regular"/>
              </a:rPr>
              <a:t>equals()</a:t>
            </a:r>
            <a:r>
              <a:rPr lang="en-US" sz="1800" b="0" i="0" u="none" strike="noStrike" baseline="0" dirty="0">
                <a:latin typeface="MinionPro-Regular"/>
              </a:rPr>
              <a:t>, and </a:t>
            </a:r>
            <a:r>
              <a:rPr lang="en-US" sz="1800" b="0" i="0" u="none" strike="noStrike" baseline="0" dirty="0" err="1">
                <a:latin typeface="UbuntuMono-Regular"/>
              </a:rPr>
              <a:t>toString</a:t>
            </a:r>
            <a:r>
              <a:rPr lang="en-US" sz="1800" b="0" i="0" u="none" strike="noStrike" baseline="0" dirty="0">
                <a:latin typeface="UbuntuMono-Regular"/>
              </a:rPr>
              <a:t>() </a:t>
            </a:r>
            <a:r>
              <a:rPr lang="en-US" sz="1800" b="0" i="0" u="none" strike="noStrike" baseline="0" dirty="0">
                <a:latin typeface="MinionPro-Regular"/>
              </a:rPr>
              <a:t>methods from </a:t>
            </a:r>
            <a:r>
              <a:rPr lang="en-US" sz="1800" b="0" i="0" u="none" strike="noStrike" baseline="0" dirty="0" err="1">
                <a:latin typeface="UbuntuMono-Regular"/>
              </a:rPr>
              <a:t>java.lang.Object</a:t>
            </a:r>
            <a:r>
              <a:rPr lang="en-US" sz="1800" b="0" i="0" u="none" strike="noStrike" baseline="0" dirty="0">
                <a:latin typeface="MinionPro-Regular"/>
              </a:rPr>
              <a:t>.</a:t>
            </a:r>
            <a:endParaRPr lang="en-IN" sz="2000" dirty="0">
              <a:solidFill>
                <a:srgbClr val="FF0000"/>
              </a:solidFill>
            </a:endParaRPr>
          </a:p>
        </p:txBody>
      </p:sp>
      <p:pic>
        <p:nvPicPr>
          <p:cNvPr id="9" name="Picture 8">
            <a:extLst>
              <a:ext uri="{FF2B5EF4-FFF2-40B4-BE49-F238E27FC236}">
                <a16:creationId xmlns:a16="http://schemas.microsoft.com/office/drawing/2014/main" id="{3CD7E82B-02AB-6611-2089-83E89A39DFF6}"/>
              </a:ext>
            </a:extLst>
          </p:cNvPr>
          <p:cNvPicPr>
            <a:picLocks noChangeAspect="1"/>
          </p:cNvPicPr>
          <p:nvPr/>
        </p:nvPicPr>
        <p:blipFill rotWithShape="1">
          <a:blip r:embed="rId2"/>
          <a:srcRect l="15000" t="18119" r="31775" b="15012"/>
          <a:stretch/>
        </p:blipFill>
        <p:spPr>
          <a:xfrm>
            <a:off x="4124706" y="1431794"/>
            <a:ext cx="4866894" cy="3439422"/>
          </a:xfrm>
          <a:prstGeom prst="rect">
            <a:avLst/>
          </a:prstGeom>
        </p:spPr>
      </p:pic>
    </p:spTree>
    <p:extLst>
      <p:ext uri="{BB962C8B-B14F-4D97-AF65-F5344CB8AC3E}">
        <p14:creationId xmlns:p14="http://schemas.microsoft.com/office/powerpoint/2010/main" val="800293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BD62D3CE-943B-6E0B-D8FE-90CE34078A3A}"/>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6" name="object 2">
            <a:extLst>
              <a:ext uri="{FF2B5EF4-FFF2-40B4-BE49-F238E27FC236}">
                <a16:creationId xmlns:a16="http://schemas.microsoft.com/office/drawing/2014/main" id="{F3C44A89-71C1-2428-403A-AD2E8CC4863C}"/>
              </a:ext>
            </a:extLst>
          </p:cNvPr>
          <p:cNvSpPr txBox="1">
            <a:spLocks/>
          </p:cNvSpPr>
          <p:nvPr/>
        </p:nvSpPr>
        <p:spPr>
          <a:xfrm>
            <a:off x="1866900" y="1428750"/>
            <a:ext cx="6896100" cy="2474395"/>
          </a:xfrm>
          <a:prstGeom prst="rect">
            <a:avLst/>
          </a:prstGeom>
        </p:spPr>
        <p:txBody>
          <a:bodyPr vert="horz" wrap="square" lIns="0" tIns="12065" rIns="0" bIns="0" rtlCol="0">
            <a:spAutoFit/>
          </a:bodyPr>
          <a:lstStyle>
            <a:lvl1pPr>
              <a:defRPr sz="2800" b="1" i="0">
                <a:solidFill>
                  <a:srgbClr val="095A82"/>
                </a:solidFill>
                <a:latin typeface="Calibri"/>
                <a:ea typeface="+mj-ea"/>
                <a:cs typeface="Calibri"/>
              </a:defRPr>
            </a:lvl1pPr>
          </a:lstStyle>
          <a:p>
            <a:pPr marL="12700">
              <a:spcBef>
                <a:spcPts val="95"/>
              </a:spcBef>
            </a:pPr>
            <a:r>
              <a:rPr lang="en-IN" sz="3200" spc="-5" dirty="0"/>
              <a:t>Serialization</a:t>
            </a:r>
            <a:r>
              <a:rPr lang="en-US" sz="3200" kern="0" spc="-5" dirty="0"/>
              <a:t>:</a:t>
            </a:r>
            <a:br>
              <a:rPr lang="en-US" sz="3200" kern="0" spc="-5" dirty="0"/>
            </a:br>
            <a:r>
              <a:rPr lang="en-US" sz="3200" kern="0" spc="-5" dirty="0"/>
              <a:t>	- </a:t>
            </a:r>
            <a:r>
              <a:rPr lang="en-IN" sz="3200" spc="-5" dirty="0"/>
              <a:t>The Writable Interface </a:t>
            </a:r>
            <a:br>
              <a:rPr lang="en-US" sz="3200" kern="0" spc="-5" dirty="0">
                <a:solidFill>
                  <a:srgbClr val="FF0000"/>
                </a:solidFill>
              </a:rPr>
            </a:br>
            <a:r>
              <a:rPr lang="en-US" sz="3200" kern="0" spc="-5" dirty="0"/>
              <a:t>	- </a:t>
            </a:r>
            <a:r>
              <a:rPr lang="en-IN" sz="3200" spc="-5" dirty="0"/>
              <a:t>Writable Classes </a:t>
            </a:r>
            <a:br>
              <a:rPr lang="en-US" sz="3200" kern="0" spc="-5" dirty="0"/>
            </a:br>
            <a:r>
              <a:rPr lang="en-US" sz="3200" kern="0" spc="-5" dirty="0"/>
              <a:t>	- </a:t>
            </a:r>
            <a:r>
              <a:rPr lang="en-IN" sz="3200" spc="-5" dirty="0"/>
              <a:t>Implementing a Custom Writable</a:t>
            </a:r>
          </a:p>
          <a:p>
            <a:pPr marL="12700">
              <a:spcBef>
                <a:spcPts val="95"/>
              </a:spcBef>
            </a:pPr>
            <a:r>
              <a:rPr lang="en-IN" sz="3200" spc="-5" dirty="0"/>
              <a:t> 	- </a:t>
            </a:r>
            <a:r>
              <a:rPr lang="en-IN" sz="3200" spc="-5" dirty="0">
                <a:solidFill>
                  <a:srgbClr val="FF0000"/>
                </a:solidFill>
              </a:rPr>
              <a:t>Serialization Frameworks</a:t>
            </a:r>
            <a:endParaRPr lang="en-US" sz="3200" kern="0" spc="-5" dirty="0">
              <a:solidFill>
                <a:srgbClr val="FF0000"/>
              </a:solidFill>
            </a:endParaRPr>
          </a:p>
        </p:txBody>
      </p:sp>
    </p:spTree>
    <p:extLst>
      <p:ext uri="{BB962C8B-B14F-4D97-AF65-F5344CB8AC3E}">
        <p14:creationId xmlns:p14="http://schemas.microsoft.com/office/powerpoint/2010/main" val="12242985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Serialization Frameworks</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F24E0857-1A8A-A5F7-60BB-8D9331DC9C57}"/>
              </a:ext>
            </a:extLst>
          </p:cNvPr>
          <p:cNvSpPr txBox="1"/>
          <p:nvPr/>
        </p:nvSpPr>
        <p:spPr>
          <a:xfrm>
            <a:off x="467106" y="950676"/>
            <a:ext cx="8210550" cy="3170099"/>
          </a:xfrm>
          <a:prstGeom prst="rect">
            <a:avLst/>
          </a:prstGeom>
          <a:noFill/>
        </p:spPr>
        <p:txBody>
          <a:bodyPr wrap="square">
            <a:spAutoFit/>
          </a:bodyPr>
          <a:lstStyle/>
          <a:p>
            <a:pPr marL="285750" indent="-285750" algn="l">
              <a:buFont typeface="Arial" panose="020B0604020202020204" pitchFamily="34" charset="0"/>
              <a:buChar char="•"/>
            </a:pPr>
            <a:r>
              <a:rPr lang="en-US" sz="2000" b="0" i="0" u="none" strike="noStrike" baseline="0" dirty="0">
                <a:latin typeface="MinionPro-Regular"/>
              </a:rPr>
              <a:t>Although most MapReduce programs use </a:t>
            </a:r>
            <a:r>
              <a:rPr lang="en-US" sz="2000" b="0" i="0" u="none" strike="noStrike" baseline="0" dirty="0">
                <a:latin typeface="UbuntuMono-Regular"/>
              </a:rPr>
              <a:t>Writable </a:t>
            </a:r>
            <a:r>
              <a:rPr lang="en-US" sz="2000" b="0" i="0" u="none" strike="noStrike" baseline="0" dirty="0">
                <a:latin typeface="MinionPro-Regular"/>
              </a:rPr>
              <a:t>key and value types, this isn’t mandated </a:t>
            </a:r>
            <a:r>
              <a:rPr lang="en-IN" sz="2000" b="0" i="0" u="none" strike="noStrike" baseline="0" dirty="0">
                <a:latin typeface="MinionPro-Regular"/>
              </a:rPr>
              <a:t>by the MapReduce API.</a:t>
            </a:r>
          </a:p>
          <a:p>
            <a:pPr marL="342900" indent="-342900" algn="l">
              <a:buFont typeface="Arial" panose="020B0604020202020204" pitchFamily="34" charset="0"/>
              <a:buChar char="•"/>
            </a:pPr>
            <a:r>
              <a:rPr lang="en-US" sz="2000" b="0" i="0" u="none" strike="noStrike" baseline="0" dirty="0">
                <a:latin typeface="MinionPro-Regular"/>
              </a:rPr>
              <a:t>In fact, any type can be used; the only requirement is a mechanism that translates to and from a binary representation of each type.</a:t>
            </a:r>
          </a:p>
          <a:p>
            <a:pPr marL="342900" indent="-342900" algn="l">
              <a:buFont typeface="Arial" panose="020B0604020202020204" pitchFamily="34" charset="0"/>
              <a:buChar char="•"/>
            </a:pPr>
            <a:r>
              <a:rPr lang="en-US" sz="2000" b="0" i="0" u="none" strike="noStrike" baseline="0" dirty="0">
                <a:latin typeface="MinionPro-Regular"/>
              </a:rPr>
              <a:t>To support this, Hadoop has an API for pluggable serialization frameworks.</a:t>
            </a:r>
          </a:p>
          <a:p>
            <a:pPr marL="285750" indent="-285750" algn="l">
              <a:buFont typeface="Arial" panose="020B0604020202020204" pitchFamily="34" charset="0"/>
              <a:buChar char="•"/>
            </a:pPr>
            <a:r>
              <a:rPr lang="en-IN" sz="2000" b="0" i="0" u="none" strike="noStrike" baseline="0" dirty="0">
                <a:latin typeface="MinionPro-Regular"/>
              </a:rPr>
              <a:t>A serialization </a:t>
            </a:r>
            <a:r>
              <a:rPr lang="en-US" sz="2000" b="0" i="0" u="none" strike="noStrike" baseline="0" dirty="0">
                <a:latin typeface="MinionPro-Regular"/>
              </a:rPr>
              <a:t>framework is represented by an implementation of </a:t>
            </a:r>
            <a:r>
              <a:rPr lang="en-US" sz="2000" b="0" i="0" u="none" strike="noStrike" baseline="0" dirty="0">
                <a:latin typeface="UbuntuMono-Regular"/>
              </a:rPr>
              <a:t>Serialization </a:t>
            </a:r>
            <a:r>
              <a:rPr lang="en-IN" sz="2000" b="0" i="0" u="none" strike="noStrike" baseline="0" dirty="0" err="1">
                <a:latin typeface="UbuntuMono-Regular"/>
              </a:rPr>
              <a:t>WritableSerialization</a:t>
            </a:r>
            <a:r>
              <a:rPr lang="en-IN" sz="2000" b="0" i="0" u="none" strike="noStrike" baseline="0" dirty="0">
                <a:latin typeface="MinionPro-Regular"/>
              </a:rPr>
              <a:t>, for example, </a:t>
            </a:r>
            <a:r>
              <a:rPr lang="en-US" sz="2000" b="0" i="0" u="none" strike="noStrike" baseline="0" dirty="0">
                <a:latin typeface="MinionPro-Regular"/>
              </a:rPr>
              <a:t>is the implementation of </a:t>
            </a:r>
            <a:r>
              <a:rPr lang="en-US" sz="2000" b="0" i="0" u="none" strike="noStrike" baseline="0" dirty="0">
                <a:latin typeface="UbuntuMono-Regular"/>
              </a:rPr>
              <a:t>Serialization </a:t>
            </a:r>
            <a:r>
              <a:rPr lang="en-US" sz="2000" b="0" i="0" u="none" strike="noStrike" baseline="0" dirty="0">
                <a:latin typeface="MinionPro-Regular"/>
              </a:rPr>
              <a:t>for </a:t>
            </a:r>
            <a:r>
              <a:rPr lang="en-US" sz="2000" b="0" i="0" u="none" strike="noStrike" baseline="0" dirty="0">
                <a:latin typeface="UbuntuMono-Regular"/>
              </a:rPr>
              <a:t>Writable </a:t>
            </a:r>
            <a:r>
              <a:rPr lang="en-US" sz="2000" b="0" i="0" u="none" strike="noStrike" baseline="0" dirty="0">
                <a:latin typeface="MinionPro-Regular"/>
              </a:rPr>
              <a:t>types.</a:t>
            </a:r>
          </a:p>
          <a:p>
            <a:pPr marL="285750" indent="-285750" algn="l">
              <a:buFont typeface="Arial" panose="020B0604020202020204" pitchFamily="34" charset="0"/>
              <a:buChar char="•"/>
            </a:pPr>
            <a:r>
              <a:rPr lang="en-US" sz="2000" b="0" i="0" u="none" strike="noStrike" baseline="0" dirty="0">
                <a:latin typeface="MinionPro-Regular"/>
              </a:rPr>
              <a:t>A </a:t>
            </a:r>
            <a:r>
              <a:rPr lang="en-US" sz="2000" b="0" i="0" u="none" strike="noStrike" baseline="0" dirty="0">
                <a:latin typeface="UbuntuMono-Regular"/>
              </a:rPr>
              <a:t>Serialization </a:t>
            </a:r>
            <a:r>
              <a:rPr lang="en-US" sz="2000" b="0" i="0" u="none" strike="noStrike" baseline="0" dirty="0">
                <a:latin typeface="MinionPro-Regular"/>
              </a:rPr>
              <a:t>defines a mapping from types to </a:t>
            </a:r>
            <a:r>
              <a:rPr lang="en-US" sz="2000" b="0" i="0" u="none" strike="noStrike" baseline="0" dirty="0">
                <a:latin typeface="UbuntuMono-Regular"/>
              </a:rPr>
              <a:t>Serializer </a:t>
            </a:r>
            <a:r>
              <a:rPr lang="en-US" sz="2000" b="0" i="0" u="none" strike="noStrike" baseline="0" dirty="0">
                <a:latin typeface="MinionPro-Regular"/>
              </a:rPr>
              <a:t>instances</a:t>
            </a:r>
            <a:r>
              <a:rPr lang="en-US" sz="2000" dirty="0">
                <a:latin typeface="MinionPro-Regular"/>
              </a:rPr>
              <a:t> </a:t>
            </a:r>
            <a:r>
              <a:rPr lang="en-IN" sz="2000" b="0" i="0" u="none" strike="noStrike" baseline="0" dirty="0">
                <a:latin typeface="MinionPro-Regular"/>
              </a:rPr>
              <a:t>and </a:t>
            </a:r>
            <a:r>
              <a:rPr lang="en-IN" sz="2000" b="0" i="0" u="none" strike="noStrike" baseline="0" dirty="0" err="1">
                <a:latin typeface="UbuntuMono-Regular"/>
              </a:rPr>
              <a:t>Deserializer</a:t>
            </a:r>
            <a:r>
              <a:rPr lang="en-IN" sz="2000" b="0" i="0" u="none" strike="noStrike" baseline="0" dirty="0">
                <a:latin typeface="UbuntuMono-Regular"/>
              </a:rPr>
              <a:t> </a:t>
            </a:r>
            <a:r>
              <a:rPr lang="en-IN" sz="2000" b="0" i="0" u="none" strike="noStrike" baseline="0" dirty="0">
                <a:latin typeface="MinionPro-Regular"/>
              </a:rPr>
              <a:t>instances</a:t>
            </a:r>
            <a:endParaRPr lang="en-IN" sz="2000" dirty="0"/>
          </a:p>
        </p:txBody>
      </p:sp>
    </p:spTree>
    <p:extLst>
      <p:ext uri="{BB962C8B-B14F-4D97-AF65-F5344CB8AC3E}">
        <p14:creationId xmlns:p14="http://schemas.microsoft.com/office/powerpoint/2010/main" val="2180124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Serialization Frameworks</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F24E0857-1A8A-A5F7-60BB-8D9331DC9C57}"/>
              </a:ext>
            </a:extLst>
          </p:cNvPr>
          <p:cNvSpPr txBox="1"/>
          <p:nvPr/>
        </p:nvSpPr>
        <p:spPr>
          <a:xfrm>
            <a:off x="467106" y="950676"/>
            <a:ext cx="8210550" cy="3046988"/>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solidFill>
                  <a:srgbClr val="000000"/>
                </a:solidFill>
                <a:latin typeface="MinionPro-Regular"/>
              </a:rPr>
              <a:t>Set the </a:t>
            </a:r>
            <a:r>
              <a:rPr lang="en-US" sz="2400" b="0" i="0" u="none" strike="noStrike" baseline="0" dirty="0" err="1">
                <a:solidFill>
                  <a:srgbClr val="000000"/>
                </a:solidFill>
                <a:latin typeface="UbuntuMono-Regular"/>
              </a:rPr>
              <a:t>io.serializations</a:t>
            </a:r>
            <a:r>
              <a:rPr lang="en-US" sz="2400" b="0" i="0" u="none" strike="noStrike" baseline="0" dirty="0">
                <a:solidFill>
                  <a:srgbClr val="000000"/>
                </a:solidFill>
                <a:latin typeface="UbuntuMono-Regular"/>
              </a:rPr>
              <a:t> </a:t>
            </a:r>
            <a:r>
              <a:rPr lang="en-US" sz="2400" b="0" i="0" u="none" strike="noStrike" baseline="0" dirty="0">
                <a:solidFill>
                  <a:srgbClr val="000000"/>
                </a:solidFill>
                <a:latin typeface="MinionPro-Regular"/>
              </a:rPr>
              <a:t>property to a comma-separated list of </a:t>
            </a:r>
            <a:r>
              <a:rPr lang="en-US" sz="2400" b="0" i="0" u="none" strike="noStrike" baseline="0" dirty="0" err="1">
                <a:solidFill>
                  <a:srgbClr val="000000"/>
                </a:solidFill>
                <a:latin typeface="MinionPro-Regular"/>
              </a:rPr>
              <a:t>classnames</a:t>
            </a:r>
            <a:r>
              <a:rPr lang="en-US" sz="2400" b="0" i="0" u="none" strike="noStrike" baseline="0" dirty="0">
                <a:solidFill>
                  <a:srgbClr val="000000"/>
                </a:solidFill>
                <a:latin typeface="MinionPro-Regular"/>
              </a:rPr>
              <a:t> in order to register </a:t>
            </a:r>
            <a:r>
              <a:rPr lang="en-US" sz="2400" b="0" i="0" u="none" strike="noStrike" baseline="0" dirty="0">
                <a:solidFill>
                  <a:srgbClr val="000000"/>
                </a:solidFill>
                <a:latin typeface="UbuntuMono-Regular"/>
              </a:rPr>
              <a:t>Serialization </a:t>
            </a:r>
            <a:r>
              <a:rPr lang="en-US" sz="2400" b="0" i="0" u="none" strike="noStrike" baseline="0" dirty="0">
                <a:solidFill>
                  <a:srgbClr val="000000"/>
                </a:solidFill>
                <a:latin typeface="MinionPro-Regular"/>
              </a:rPr>
              <a:t>implementations. </a:t>
            </a:r>
          </a:p>
          <a:p>
            <a:pPr algn="l"/>
            <a:endParaRPr lang="en-US" sz="2400" b="0" i="0" u="none" strike="noStrike" baseline="0" dirty="0">
              <a:solidFill>
                <a:srgbClr val="000000"/>
              </a:solidFill>
              <a:latin typeface="MinionPro-Regular"/>
            </a:endParaRPr>
          </a:p>
          <a:p>
            <a:pPr marL="342900" indent="-342900" algn="l">
              <a:buFont typeface="Arial" panose="020B0604020202020204" pitchFamily="34" charset="0"/>
              <a:buChar char="•"/>
            </a:pPr>
            <a:r>
              <a:rPr lang="en-US" sz="2400" b="0" i="0" u="none" strike="noStrike" baseline="0" dirty="0">
                <a:solidFill>
                  <a:srgbClr val="000000"/>
                </a:solidFill>
                <a:latin typeface="MinionPro-Regular"/>
              </a:rPr>
              <a:t>Its default value includes </a:t>
            </a:r>
          </a:p>
          <a:p>
            <a:pPr algn="l"/>
            <a:r>
              <a:rPr lang="en-US" sz="2400" b="0" i="0" u="none" strike="noStrike" baseline="0" dirty="0" err="1">
                <a:solidFill>
                  <a:srgbClr val="000000"/>
                </a:solidFill>
                <a:latin typeface="UbuntuMono-Regular"/>
              </a:rPr>
              <a:t>org.apache.hadoop.io.serializer.WritableSerialization</a:t>
            </a:r>
            <a:r>
              <a:rPr lang="en-US" sz="2400" b="0" i="0" u="none" strike="noStrike" baseline="0" dirty="0">
                <a:solidFill>
                  <a:srgbClr val="000000"/>
                </a:solidFill>
                <a:latin typeface="UbuntuMono-Regular"/>
              </a:rPr>
              <a:t> </a:t>
            </a:r>
            <a:r>
              <a:rPr lang="en-US" sz="2400" b="0" i="0" u="none" strike="noStrike" baseline="0" dirty="0">
                <a:solidFill>
                  <a:srgbClr val="000000"/>
                </a:solidFill>
                <a:latin typeface="MinionPro-Regular"/>
              </a:rPr>
              <a:t>and the Avro Specific and Reflect serializations, which means that only </a:t>
            </a:r>
            <a:r>
              <a:rPr lang="en-US" sz="2400" b="0" i="0" u="none" strike="noStrike" baseline="0" dirty="0">
                <a:solidFill>
                  <a:srgbClr val="000000"/>
                </a:solidFill>
                <a:latin typeface="UbuntuMono-Regular"/>
              </a:rPr>
              <a:t>Writable </a:t>
            </a:r>
            <a:r>
              <a:rPr lang="en-US" sz="2400" b="0" i="0" u="none" strike="noStrike" baseline="0" dirty="0">
                <a:solidFill>
                  <a:srgbClr val="000000"/>
                </a:solidFill>
                <a:latin typeface="MinionPro-Regular"/>
              </a:rPr>
              <a:t>or Avro objects can be serialized or deserialized out of the box.</a:t>
            </a:r>
          </a:p>
        </p:txBody>
      </p:sp>
    </p:spTree>
    <p:extLst>
      <p:ext uri="{BB962C8B-B14F-4D97-AF65-F5344CB8AC3E}">
        <p14:creationId xmlns:p14="http://schemas.microsoft.com/office/powerpoint/2010/main" val="33751446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Serialization IDL</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F24E0857-1A8A-A5F7-60BB-8D9331DC9C57}"/>
              </a:ext>
            </a:extLst>
          </p:cNvPr>
          <p:cNvSpPr txBox="1"/>
          <p:nvPr/>
        </p:nvSpPr>
        <p:spPr>
          <a:xfrm>
            <a:off x="304801" y="950676"/>
            <a:ext cx="8687688" cy="2677656"/>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latin typeface="MinionPro-Regular"/>
              </a:rPr>
              <a:t>There are a number of other serialization frameworks that approach the problem in a different way: rather than defining types through code, you define them in a language neutral, declarative fashion, using an </a:t>
            </a:r>
            <a:r>
              <a:rPr lang="en-US" sz="2400" b="0" i="1" u="none" strike="noStrike" baseline="0" dirty="0">
                <a:latin typeface="MinionPro-Italic"/>
              </a:rPr>
              <a:t>interface description language </a:t>
            </a:r>
            <a:r>
              <a:rPr lang="en-US" sz="2400" b="0" i="0" u="none" strike="noStrike" baseline="0" dirty="0">
                <a:latin typeface="MinionPro-Regular"/>
              </a:rPr>
              <a:t>(IDL).</a:t>
            </a:r>
          </a:p>
          <a:p>
            <a:pPr marL="342900" indent="-342900" algn="l">
              <a:buFont typeface="Arial" panose="020B0604020202020204" pitchFamily="34" charset="0"/>
              <a:buChar char="•"/>
            </a:pPr>
            <a:endParaRPr lang="en-US" sz="2400" b="0" i="0" u="none" strike="noStrike" baseline="0" dirty="0">
              <a:latin typeface="MinionPro-Regular"/>
            </a:endParaRPr>
          </a:p>
          <a:p>
            <a:pPr marL="342900" indent="-342900" algn="l">
              <a:buFont typeface="Arial" panose="020B0604020202020204" pitchFamily="34" charset="0"/>
              <a:buChar char="•"/>
            </a:pPr>
            <a:r>
              <a:rPr lang="en-IN" sz="2400" b="0" i="0" u="none" strike="noStrike" baseline="0" dirty="0">
                <a:latin typeface="MinionPro-Regular"/>
              </a:rPr>
              <a:t>The system </a:t>
            </a:r>
            <a:r>
              <a:rPr lang="en-US" sz="2400" b="0" i="0" u="none" strike="noStrike" baseline="0" dirty="0">
                <a:latin typeface="MinionPro-Regular"/>
              </a:rPr>
              <a:t>can then generate types for different languages, which is good for interoperability.</a:t>
            </a:r>
            <a:endParaRPr lang="en-US" sz="4000" b="0" i="0" u="none" strike="noStrike" baseline="0" dirty="0">
              <a:solidFill>
                <a:srgbClr val="000000"/>
              </a:solidFill>
              <a:latin typeface="MinionPro-Regular"/>
            </a:endParaRPr>
          </a:p>
        </p:txBody>
      </p:sp>
    </p:spTree>
    <p:extLst>
      <p:ext uri="{BB962C8B-B14F-4D97-AF65-F5344CB8AC3E}">
        <p14:creationId xmlns:p14="http://schemas.microsoft.com/office/powerpoint/2010/main" val="25280546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dirty="0"/>
              <a:t>Serialization IDL</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F24E0857-1A8A-A5F7-60BB-8D9331DC9C57}"/>
              </a:ext>
            </a:extLst>
          </p:cNvPr>
          <p:cNvSpPr txBox="1"/>
          <p:nvPr/>
        </p:nvSpPr>
        <p:spPr>
          <a:xfrm>
            <a:off x="304801" y="950676"/>
            <a:ext cx="8687688" cy="2246769"/>
          </a:xfrm>
          <a:prstGeom prst="rect">
            <a:avLst/>
          </a:prstGeom>
          <a:noFill/>
        </p:spPr>
        <p:txBody>
          <a:bodyPr wrap="square">
            <a:spAutoFit/>
          </a:bodyPr>
          <a:lstStyle/>
          <a:p>
            <a:pPr marL="342900" indent="-342900" algn="l">
              <a:buFont typeface="Arial" panose="020B0604020202020204" pitchFamily="34" charset="0"/>
              <a:buChar char="•"/>
            </a:pPr>
            <a:r>
              <a:rPr lang="en-US" sz="2000" b="0" i="0" u="none" strike="noStrike" baseline="0" dirty="0">
                <a:solidFill>
                  <a:srgbClr val="9A0000"/>
                </a:solidFill>
                <a:latin typeface="MinionPro-Regular"/>
              </a:rPr>
              <a:t>Apache Thrift </a:t>
            </a:r>
            <a:r>
              <a:rPr lang="en-US" sz="2000" b="0" i="0" u="none" strike="noStrike" baseline="0" dirty="0">
                <a:solidFill>
                  <a:srgbClr val="000000"/>
                </a:solidFill>
                <a:latin typeface="MinionPro-Regular"/>
              </a:rPr>
              <a:t>and </a:t>
            </a:r>
            <a:r>
              <a:rPr lang="en-US" sz="2000" b="0" i="0" u="none" strike="noStrike" baseline="0" dirty="0">
                <a:solidFill>
                  <a:srgbClr val="9A0000"/>
                </a:solidFill>
                <a:latin typeface="MinionPro-Regular"/>
              </a:rPr>
              <a:t>Google Protocol Buffers </a:t>
            </a:r>
            <a:r>
              <a:rPr lang="en-US" sz="2000" b="0" i="0" u="none" strike="noStrike" baseline="0" dirty="0">
                <a:solidFill>
                  <a:srgbClr val="000000"/>
                </a:solidFill>
                <a:latin typeface="MinionPro-Regular"/>
              </a:rPr>
              <a:t>are both popular serialization frameworks, and both are commonly used as a format for persistent binary data. </a:t>
            </a:r>
          </a:p>
          <a:p>
            <a:pPr marL="342900" indent="-342900" algn="l">
              <a:buFont typeface="Arial" panose="020B0604020202020204" pitchFamily="34" charset="0"/>
              <a:buChar char="•"/>
            </a:pPr>
            <a:r>
              <a:rPr lang="en-US" sz="2000" b="0" i="0" u="none" strike="noStrike" baseline="0" dirty="0">
                <a:solidFill>
                  <a:srgbClr val="000000"/>
                </a:solidFill>
                <a:latin typeface="MinionPro-Regular"/>
              </a:rPr>
              <a:t>There is limited support for these as MapReduce formats; however, they are used internally in parts of Hadoop for RPC and data exchange.</a:t>
            </a:r>
            <a:endParaRPr lang="en-US" sz="2800" b="0" i="0" u="none" strike="noStrike" baseline="0" dirty="0">
              <a:latin typeface="MinionPro-Regular"/>
            </a:endParaRPr>
          </a:p>
          <a:p>
            <a:pPr marL="342900" indent="-342900" algn="l">
              <a:buFont typeface="Arial" panose="020B0604020202020204" pitchFamily="34" charset="0"/>
              <a:buChar char="•"/>
            </a:pPr>
            <a:r>
              <a:rPr lang="en-US" sz="2000" b="0" i="0" u="none" strike="noStrike" baseline="0" dirty="0">
                <a:latin typeface="MinionPro-Regular"/>
              </a:rPr>
              <a:t>Avro is an IDL-based serialization framework designed to work well with large-scale </a:t>
            </a:r>
            <a:r>
              <a:rPr lang="en-IN" sz="2000" b="0" i="0" u="none" strike="noStrike" baseline="0" dirty="0">
                <a:latin typeface="MinionPro-Regular"/>
              </a:rPr>
              <a:t>data processing in Hadoop.</a:t>
            </a:r>
            <a:endParaRPr lang="en-US" sz="4400" b="0" i="0" u="none" strike="noStrike" baseline="0" dirty="0">
              <a:solidFill>
                <a:srgbClr val="000000"/>
              </a:solidFill>
              <a:latin typeface="MinionPro-Regular"/>
            </a:endParaRPr>
          </a:p>
        </p:txBody>
      </p:sp>
    </p:spTree>
    <p:extLst>
      <p:ext uri="{BB962C8B-B14F-4D97-AF65-F5344CB8AC3E}">
        <p14:creationId xmlns:p14="http://schemas.microsoft.com/office/powerpoint/2010/main" val="24989966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DB166101-B496-6989-8825-008FA2812DF0}"/>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6" name="object 2">
            <a:extLst>
              <a:ext uri="{FF2B5EF4-FFF2-40B4-BE49-F238E27FC236}">
                <a16:creationId xmlns:a16="http://schemas.microsoft.com/office/drawing/2014/main" id="{5F63EFCF-6486-57AE-D34D-AD25315A0C28}"/>
              </a:ext>
            </a:extLst>
          </p:cNvPr>
          <p:cNvSpPr txBox="1">
            <a:spLocks/>
          </p:cNvSpPr>
          <p:nvPr/>
        </p:nvSpPr>
        <p:spPr>
          <a:xfrm>
            <a:off x="1866900" y="1428750"/>
            <a:ext cx="6896100" cy="2487219"/>
          </a:xfrm>
          <a:prstGeom prst="rect">
            <a:avLst/>
          </a:prstGeom>
        </p:spPr>
        <p:txBody>
          <a:bodyPr vert="horz" wrap="square" lIns="0" tIns="12065" rIns="0" bIns="0" rtlCol="0">
            <a:spAutoFit/>
          </a:bodyPr>
          <a:lstStyle>
            <a:lvl1pPr>
              <a:defRPr sz="2800" b="1" i="0">
                <a:solidFill>
                  <a:srgbClr val="095A82"/>
                </a:solidFill>
                <a:latin typeface="Calibri"/>
                <a:ea typeface="+mj-ea"/>
                <a:cs typeface="Calibri"/>
              </a:defRPr>
            </a:lvl1pPr>
          </a:lstStyle>
          <a:p>
            <a:pPr marL="12700">
              <a:spcBef>
                <a:spcPts val="95"/>
              </a:spcBef>
            </a:pPr>
            <a:r>
              <a:rPr lang="en-IN" sz="3200" spc="-5" dirty="0"/>
              <a:t>File-Based Data Structures</a:t>
            </a:r>
            <a:r>
              <a:rPr lang="en-US" sz="3200" kern="0" spc="-5" dirty="0"/>
              <a:t>:</a:t>
            </a:r>
            <a:br>
              <a:rPr lang="en-US" sz="3200" kern="0" spc="-5" dirty="0"/>
            </a:br>
            <a:r>
              <a:rPr lang="en-US" sz="3200" kern="0" spc="-5" dirty="0"/>
              <a:t>	- </a:t>
            </a:r>
            <a:r>
              <a:rPr lang="en-IN" sz="3200" spc="-5" dirty="0"/>
              <a:t>Sequence File</a:t>
            </a:r>
            <a:br>
              <a:rPr lang="en-US" sz="3200" kern="0" spc="-5" dirty="0"/>
            </a:br>
            <a:r>
              <a:rPr lang="en-US" sz="3200" kern="0" spc="-5" dirty="0"/>
              <a:t>	- </a:t>
            </a:r>
            <a:r>
              <a:rPr lang="en-IN" sz="3200" spc="-5" dirty="0" err="1"/>
              <a:t>MapFile</a:t>
            </a:r>
            <a:br>
              <a:rPr lang="en-US" sz="3200" kern="0" spc="-5" dirty="0"/>
            </a:br>
            <a:r>
              <a:rPr lang="en-US" sz="3200" kern="0" spc="-5" dirty="0"/>
              <a:t>	- </a:t>
            </a:r>
            <a:r>
              <a:rPr lang="en-IN" sz="3200" spc="-5" dirty="0"/>
              <a:t>Other File Formats &amp; </a:t>
            </a:r>
          </a:p>
          <a:p>
            <a:pPr marL="12700">
              <a:spcBef>
                <a:spcPts val="95"/>
              </a:spcBef>
            </a:pPr>
            <a:r>
              <a:rPr lang="en-IN" sz="3200" spc="-5" dirty="0"/>
              <a:t>		Column-Oriented Formats</a:t>
            </a:r>
          </a:p>
        </p:txBody>
      </p:sp>
    </p:spTree>
    <p:extLst>
      <p:ext uri="{BB962C8B-B14F-4D97-AF65-F5344CB8AC3E}">
        <p14:creationId xmlns:p14="http://schemas.microsoft.com/office/powerpoint/2010/main" val="3381056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IN" sz="2800" spc="-5" dirty="0"/>
              <a:t>File-Based Data Structures</a:t>
            </a:r>
            <a:r>
              <a:rPr lang="en-US" sz="2800" kern="0" spc="-5" dirty="0"/>
              <a:t>:</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F24E0857-1A8A-A5F7-60BB-8D9331DC9C57}"/>
              </a:ext>
            </a:extLst>
          </p:cNvPr>
          <p:cNvSpPr txBox="1"/>
          <p:nvPr/>
        </p:nvSpPr>
        <p:spPr>
          <a:xfrm>
            <a:off x="304801" y="950676"/>
            <a:ext cx="8687688" cy="2677656"/>
          </a:xfrm>
          <a:prstGeom prst="rect">
            <a:avLst/>
          </a:prstGeom>
          <a:noFill/>
        </p:spPr>
        <p:txBody>
          <a:bodyPr wrap="square">
            <a:spAutoFit/>
          </a:bodyPr>
          <a:lstStyle/>
          <a:p>
            <a:pPr marL="457200" indent="-457200" algn="l">
              <a:buFont typeface="Arial" panose="020B0604020202020204" pitchFamily="34" charset="0"/>
              <a:buChar char="•"/>
            </a:pPr>
            <a:r>
              <a:rPr lang="en-US" sz="2800" b="0" i="0" u="none" strike="noStrike" baseline="0" dirty="0">
                <a:latin typeface="MinionPro-Regular"/>
              </a:rPr>
              <a:t>We need a specialized data structure to hold the data for some applications. </a:t>
            </a:r>
          </a:p>
          <a:p>
            <a:pPr marL="457200" indent="-457200" algn="l">
              <a:buFont typeface="Arial" panose="020B0604020202020204" pitchFamily="34" charset="0"/>
              <a:buChar char="•"/>
            </a:pPr>
            <a:r>
              <a:rPr lang="en-US" sz="2800" b="0" i="0" u="none" strike="noStrike" baseline="0" dirty="0">
                <a:latin typeface="MinionPro-Regular"/>
              </a:rPr>
              <a:t>For doing MapReduce-based processing, putting each blob of binary data into its own file doesn’t scale, so Hadoop developed a number of higher-level containers for these situations named Sequence files.</a:t>
            </a:r>
            <a:endParaRPr lang="en-US" sz="2800" b="0" i="0" u="none" strike="noStrike" baseline="0" dirty="0">
              <a:solidFill>
                <a:srgbClr val="000000"/>
              </a:solidFill>
              <a:latin typeface="MinionPro-Regular"/>
            </a:endParaRPr>
          </a:p>
        </p:txBody>
      </p:sp>
    </p:spTree>
    <p:extLst>
      <p:ext uri="{BB962C8B-B14F-4D97-AF65-F5344CB8AC3E}">
        <p14:creationId xmlns:p14="http://schemas.microsoft.com/office/powerpoint/2010/main" val="34538790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sz="2800" spc="-5" dirty="0"/>
              <a:t>Sequence Files</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F24E0857-1A8A-A5F7-60BB-8D9331DC9C57}"/>
              </a:ext>
            </a:extLst>
          </p:cNvPr>
          <p:cNvSpPr txBox="1"/>
          <p:nvPr/>
        </p:nvSpPr>
        <p:spPr>
          <a:xfrm>
            <a:off x="304801" y="950676"/>
            <a:ext cx="8687688" cy="3046988"/>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latin typeface="MinionPro-Regular"/>
              </a:rPr>
              <a:t>If you want to store binary </a:t>
            </a:r>
            <a:r>
              <a:rPr lang="en-IN" sz="2400" b="0" i="0" u="none" strike="noStrike" baseline="0" dirty="0">
                <a:latin typeface="MinionPro-Regular"/>
              </a:rPr>
              <a:t>types, where plain text isn’t a suitable format, </a:t>
            </a:r>
            <a:r>
              <a:rPr lang="en-US" sz="2400" b="0" i="0" u="none" strike="noStrike" baseline="0" dirty="0">
                <a:latin typeface="MinionPro-Regular"/>
              </a:rPr>
              <a:t>Hadoop’s </a:t>
            </a:r>
            <a:r>
              <a:rPr lang="en-US" sz="2400" b="0" i="0" u="none" strike="noStrike" baseline="0" dirty="0" err="1">
                <a:latin typeface="UbuntuMono-Regular"/>
              </a:rPr>
              <a:t>SequenceFile</a:t>
            </a:r>
            <a:r>
              <a:rPr lang="en-US" sz="2400" b="0" i="0" u="none" strike="noStrike" baseline="0" dirty="0">
                <a:latin typeface="UbuntuMono-Regular"/>
              </a:rPr>
              <a:t> </a:t>
            </a:r>
            <a:r>
              <a:rPr lang="en-US" sz="2400" b="0" i="0" u="none" strike="noStrike" baseline="0" dirty="0">
                <a:latin typeface="MinionPro-Regular"/>
              </a:rPr>
              <a:t>class fits the bill in this situation.</a:t>
            </a:r>
          </a:p>
          <a:p>
            <a:pPr marL="342900" indent="-342900" algn="l">
              <a:buFont typeface="Arial" panose="020B0604020202020204" pitchFamily="34" charset="0"/>
              <a:buChar char="•"/>
            </a:pPr>
            <a:r>
              <a:rPr lang="en-US" sz="2400" dirty="0">
                <a:latin typeface="MinionPro-Regular"/>
              </a:rPr>
              <a:t>Sequence Files</a:t>
            </a:r>
            <a:r>
              <a:rPr lang="en-US" sz="2400" b="0" i="0" u="none" strike="noStrike" baseline="0" dirty="0">
                <a:latin typeface="MinionPro-Regular"/>
              </a:rPr>
              <a:t> provide a persistent data structure for binary key-value pairs.</a:t>
            </a:r>
          </a:p>
          <a:p>
            <a:pPr marL="342900" indent="-342900" algn="l">
              <a:buFont typeface="Arial" panose="020B0604020202020204" pitchFamily="34" charset="0"/>
              <a:buChar char="•"/>
            </a:pPr>
            <a:r>
              <a:rPr lang="en-US" sz="2400" b="0" i="0" u="none" strike="noStrike" baseline="0" dirty="0" err="1">
                <a:latin typeface="UbuntuMono-Regular"/>
              </a:rPr>
              <a:t>SequenceFile</a:t>
            </a:r>
            <a:r>
              <a:rPr lang="en-US" sz="2400" b="0" i="0" u="none" strike="noStrike" baseline="0" dirty="0" err="1">
                <a:latin typeface="MinionPro-Regular"/>
              </a:rPr>
              <a:t>s</a:t>
            </a:r>
            <a:r>
              <a:rPr lang="en-US" sz="2400" b="0" i="0" u="none" strike="noStrike" baseline="0" dirty="0">
                <a:latin typeface="MinionPro-Regular"/>
              </a:rPr>
              <a:t> also work well as containers for smaller files. </a:t>
            </a:r>
          </a:p>
          <a:p>
            <a:pPr marL="342900" indent="-342900" algn="l">
              <a:buFont typeface="Arial" panose="020B0604020202020204" pitchFamily="34" charset="0"/>
              <a:buChar char="•"/>
            </a:pPr>
            <a:r>
              <a:rPr lang="en-US" sz="2400" b="0" i="0" u="none" strike="noStrike" baseline="0" dirty="0">
                <a:latin typeface="MinionPro-Regular"/>
              </a:rPr>
              <a:t>HDFS and MapReduce are optimized for large files, so packing files into a </a:t>
            </a:r>
            <a:r>
              <a:rPr lang="en-US" sz="2400" b="0" i="0" u="none" strike="noStrike" baseline="0" dirty="0" err="1">
                <a:latin typeface="UbuntuMono-Regular"/>
              </a:rPr>
              <a:t>SequenceFile</a:t>
            </a:r>
            <a:r>
              <a:rPr lang="en-US" sz="2400" b="0" i="0" u="none" strike="noStrike" baseline="0" dirty="0">
                <a:latin typeface="UbuntuMono-Regular"/>
              </a:rPr>
              <a:t> </a:t>
            </a:r>
            <a:r>
              <a:rPr lang="en-US" sz="2400" b="0" i="0" u="none" strike="noStrike" baseline="0" dirty="0">
                <a:latin typeface="MinionPro-Regular"/>
              </a:rPr>
              <a:t>makes storing and processing the smaller files more efficient.</a:t>
            </a:r>
            <a:endParaRPr lang="en-US" sz="2400" b="0" i="0" u="none" strike="noStrike" baseline="0" dirty="0">
              <a:solidFill>
                <a:srgbClr val="000000"/>
              </a:solidFill>
              <a:latin typeface="MinionPro-Regular"/>
            </a:endParaRPr>
          </a:p>
        </p:txBody>
      </p:sp>
    </p:spTree>
    <p:extLst>
      <p:ext uri="{BB962C8B-B14F-4D97-AF65-F5344CB8AC3E}">
        <p14:creationId xmlns:p14="http://schemas.microsoft.com/office/powerpoint/2010/main" val="931979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sz="2800" spc="-5" dirty="0"/>
              <a:t>Writing a Sequence Files</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F24E0857-1A8A-A5F7-60BB-8D9331DC9C57}"/>
              </a:ext>
            </a:extLst>
          </p:cNvPr>
          <p:cNvSpPr txBox="1"/>
          <p:nvPr/>
        </p:nvSpPr>
        <p:spPr>
          <a:xfrm>
            <a:off x="304801" y="950676"/>
            <a:ext cx="8687688" cy="3416320"/>
          </a:xfrm>
          <a:prstGeom prst="rect">
            <a:avLst/>
          </a:prstGeom>
          <a:noFill/>
        </p:spPr>
        <p:txBody>
          <a:bodyPr wrap="square">
            <a:spAutoFit/>
          </a:bodyPr>
          <a:lstStyle/>
          <a:p>
            <a:pPr marL="285750" indent="-285750" algn="l">
              <a:buFont typeface="Arial" panose="020B0604020202020204" pitchFamily="34" charset="0"/>
              <a:buChar char="•"/>
            </a:pPr>
            <a:r>
              <a:rPr lang="en-US" sz="1800" b="0" i="0" u="none" strike="noStrike" baseline="0" dirty="0">
                <a:latin typeface="MinionPro-Regular"/>
              </a:rPr>
              <a:t>To create a </a:t>
            </a:r>
            <a:r>
              <a:rPr lang="en-US" sz="1800" b="0" i="0" u="none" strike="noStrike" baseline="0" dirty="0" err="1">
                <a:latin typeface="UbuntuMono-Regular"/>
              </a:rPr>
              <a:t>SequenceFile</a:t>
            </a:r>
            <a:r>
              <a:rPr lang="en-US" sz="1800" b="0" i="0" u="none" strike="noStrike" baseline="0" dirty="0">
                <a:latin typeface="MinionPro-Regular"/>
              </a:rPr>
              <a:t>, use one of its </a:t>
            </a:r>
            <a:r>
              <a:rPr lang="en-US" sz="1800" b="0" i="0" u="none" strike="noStrike" baseline="0" dirty="0" err="1">
                <a:latin typeface="UbuntuMono-Regular"/>
              </a:rPr>
              <a:t>createWriter</a:t>
            </a:r>
            <a:r>
              <a:rPr lang="en-US" sz="1800" b="0" i="0" u="none" strike="noStrike" baseline="0" dirty="0">
                <a:latin typeface="UbuntuMono-Regular"/>
              </a:rPr>
              <a:t>() </a:t>
            </a:r>
            <a:r>
              <a:rPr lang="en-US" sz="1800" b="0" i="0" u="none" strike="noStrike" baseline="0" dirty="0">
                <a:latin typeface="MinionPro-Regular"/>
              </a:rPr>
              <a:t>static methods, which return </a:t>
            </a:r>
            <a:r>
              <a:rPr lang="en-IN" sz="1800" b="0" i="0" u="none" strike="noStrike" baseline="0" dirty="0">
                <a:latin typeface="MinionPro-Regular"/>
              </a:rPr>
              <a:t>a </a:t>
            </a:r>
            <a:r>
              <a:rPr lang="en-IN" sz="1800" b="0" i="0" u="none" strike="noStrike" baseline="0" dirty="0" err="1">
                <a:latin typeface="UbuntuMono-Regular"/>
              </a:rPr>
              <a:t>SequenceFile.Writer</a:t>
            </a:r>
            <a:r>
              <a:rPr lang="en-IN" sz="1800" b="0" i="0" u="none" strike="noStrike" baseline="0" dirty="0">
                <a:latin typeface="UbuntuMono-Regular"/>
              </a:rPr>
              <a:t> </a:t>
            </a:r>
            <a:r>
              <a:rPr lang="en-IN" sz="1800" b="0" i="0" u="none" strike="noStrike" baseline="0" dirty="0">
                <a:latin typeface="MinionPro-Regular"/>
              </a:rPr>
              <a:t>instance.</a:t>
            </a:r>
          </a:p>
          <a:p>
            <a:pPr marL="285750" indent="-285750" algn="l">
              <a:buFont typeface="Arial" panose="020B0604020202020204" pitchFamily="34" charset="0"/>
              <a:buChar char="•"/>
            </a:pPr>
            <a:r>
              <a:rPr lang="en-US" sz="1800" b="0" i="0" u="none" strike="noStrike" baseline="0" dirty="0">
                <a:latin typeface="MinionPro-Regular"/>
              </a:rPr>
              <a:t>There are several overloaded versions, but they all require you to specify a stream to write, a </a:t>
            </a:r>
            <a:r>
              <a:rPr lang="en-US" sz="1800" b="0" i="0" u="none" strike="noStrike" baseline="0" dirty="0">
                <a:latin typeface="UbuntuMono-Regular"/>
              </a:rPr>
              <a:t>Configuration </a:t>
            </a:r>
            <a:r>
              <a:rPr lang="en-US" sz="1800" b="0" i="0" u="none" strike="noStrike" baseline="0" dirty="0">
                <a:latin typeface="MinionPro-Regular"/>
              </a:rPr>
              <a:t>object, and the key and value types.</a:t>
            </a:r>
          </a:p>
          <a:p>
            <a:pPr marL="285750" indent="-285750" algn="l">
              <a:buFont typeface="Arial" panose="020B0604020202020204" pitchFamily="34" charset="0"/>
              <a:buChar char="•"/>
            </a:pPr>
            <a:r>
              <a:rPr lang="en-US" sz="1800" b="0" i="0" u="none" strike="noStrike" baseline="0" dirty="0">
                <a:latin typeface="MinionPro-Regular"/>
              </a:rPr>
              <a:t>The keys and values stored in a </a:t>
            </a:r>
            <a:r>
              <a:rPr lang="en-US" sz="1800" b="0" i="0" u="none" strike="noStrike" baseline="0" dirty="0" err="1">
                <a:latin typeface="UbuntuMono-Regular"/>
              </a:rPr>
              <a:t>SequenceFile</a:t>
            </a:r>
            <a:r>
              <a:rPr lang="en-US" sz="1800" b="0" i="0" u="none" strike="noStrike" baseline="0" dirty="0">
                <a:latin typeface="UbuntuMono-Regular"/>
              </a:rPr>
              <a:t> </a:t>
            </a:r>
          </a:p>
          <a:p>
            <a:pPr algn="l"/>
            <a:r>
              <a:rPr lang="en-US" sz="1800" b="0" i="0" u="none" strike="noStrike" baseline="0" dirty="0">
                <a:latin typeface="MinionPro-Regular"/>
              </a:rPr>
              <a:t>do not necessarily need to be </a:t>
            </a:r>
            <a:r>
              <a:rPr lang="en-US" sz="1800" b="0" i="0" u="none" strike="noStrike" baseline="0" dirty="0" err="1">
                <a:latin typeface="UbuntuMono-Regular"/>
              </a:rPr>
              <a:t>Writable</a:t>
            </a:r>
            <a:r>
              <a:rPr lang="en-US" sz="1800" b="0" i="0" u="none" strike="noStrike" baseline="0" dirty="0" err="1">
                <a:latin typeface="MinionPro-Regular"/>
              </a:rPr>
              <a:t>s</a:t>
            </a:r>
            <a:r>
              <a:rPr lang="en-US" sz="1800" b="0" i="0" u="none" strike="noStrike" baseline="0" dirty="0">
                <a:latin typeface="MinionPro-Regular"/>
              </a:rPr>
              <a:t>.</a:t>
            </a:r>
          </a:p>
          <a:p>
            <a:pPr marL="285750" indent="-285750" algn="l">
              <a:buFont typeface="Arial" panose="020B0604020202020204" pitchFamily="34" charset="0"/>
              <a:buChar char="•"/>
            </a:pPr>
            <a:r>
              <a:rPr lang="en-US" sz="1800" b="0" i="0" u="none" strike="noStrike" baseline="0" dirty="0">
                <a:latin typeface="MinionPro-Regular"/>
              </a:rPr>
              <a:t>Any types that can be serialized and </a:t>
            </a:r>
          </a:p>
          <a:p>
            <a:pPr algn="l"/>
            <a:r>
              <a:rPr lang="en-US" sz="1800" b="0" i="0" u="none" strike="noStrike" baseline="0" dirty="0">
                <a:latin typeface="MinionPro-Regular"/>
              </a:rPr>
              <a:t>deserialized by a </a:t>
            </a:r>
            <a:r>
              <a:rPr lang="en-US" sz="1800" b="0" i="0" u="none" strike="noStrike" baseline="0" dirty="0">
                <a:latin typeface="UbuntuMono-Regular"/>
              </a:rPr>
              <a:t>Serialization </a:t>
            </a:r>
            <a:r>
              <a:rPr lang="en-US" sz="1800" b="0" i="0" u="none" strike="noStrike" baseline="0" dirty="0">
                <a:latin typeface="MinionPro-Regular"/>
              </a:rPr>
              <a:t>may be used.</a:t>
            </a:r>
          </a:p>
          <a:p>
            <a:pPr marL="285750" indent="-285750" algn="l">
              <a:buFont typeface="Arial" panose="020B0604020202020204" pitchFamily="34" charset="0"/>
              <a:buChar char="•"/>
            </a:pPr>
            <a:r>
              <a:rPr lang="en-US" sz="1800" b="0" i="0" u="none" strike="noStrike" baseline="0" dirty="0">
                <a:latin typeface="MinionPro-Regular"/>
              </a:rPr>
              <a:t>Once you have a </a:t>
            </a:r>
            <a:r>
              <a:rPr lang="en-US" sz="1800" b="0" i="0" u="none" strike="noStrike" baseline="0" dirty="0" err="1">
                <a:latin typeface="UbuntuMono-Regular"/>
              </a:rPr>
              <a:t>SequenceFile.Writer</a:t>
            </a:r>
            <a:r>
              <a:rPr lang="en-US" sz="1800" b="0" i="0" u="none" strike="noStrike" baseline="0" dirty="0">
                <a:latin typeface="MinionPro-Regular"/>
              </a:rPr>
              <a:t>,</a:t>
            </a:r>
          </a:p>
          <a:p>
            <a:pPr algn="l"/>
            <a:r>
              <a:rPr lang="en-US" sz="1800" b="0" i="0" u="none" strike="noStrike" baseline="0" dirty="0">
                <a:latin typeface="MinionPro-Regular"/>
              </a:rPr>
              <a:t>you then write key-value pairs using the </a:t>
            </a:r>
          </a:p>
          <a:p>
            <a:pPr algn="l"/>
            <a:r>
              <a:rPr lang="en-US" sz="1800" b="0" i="0" u="none" strike="noStrike" baseline="0" dirty="0">
                <a:latin typeface="UbuntuMono-Regular"/>
              </a:rPr>
              <a:t>append() </a:t>
            </a:r>
            <a:r>
              <a:rPr lang="en-US" sz="1800" b="0" i="0" u="none" strike="noStrike" baseline="0" dirty="0">
                <a:latin typeface="MinionPro-Regular"/>
              </a:rPr>
              <a:t>method. </a:t>
            </a:r>
          </a:p>
          <a:p>
            <a:pPr algn="l"/>
            <a:r>
              <a:rPr lang="en-US" sz="1800" b="0" i="0" u="none" strike="noStrike" baseline="0" dirty="0">
                <a:latin typeface="MinionPro-Regular"/>
              </a:rPr>
              <a:t>When you’ve finished, you call the </a:t>
            </a:r>
            <a:r>
              <a:rPr lang="en-US" sz="1800" b="0" i="0" u="none" strike="noStrike" baseline="0" dirty="0">
                <a:latin typeface="UbuntuMono-Regular"/>
              </a:rPr>
              <a:t>close() </a:t>
            </a:r>
            <a:r>
              <a:rPr lang="en-US" sz="1800" b="0" i="0" u="none" strike="noStrike" baseline="0" dirty="0">
                <a:latin typeface="MinionPro-Regular"/>
              </a:rPr>
              <a:t>method</a:t>
            </a:r>
            <a:r>
              <a:rPr lang="en-US" dirty="0">
                <a:latin typeface="MinionPro-Regular"/>
              </a:rPr>
              <a:t>.</a:t>
            </a:r>
            <a:endParaRPr lang="en-US" sz="2400" b="0" i="0" u="none" strike="noStrike" baseline="0" dirty="0">
              <a:solidFill>
                <a:srgbClr val="000000"/>
              </a:solidFill>
              <a:latin typeface="MinionPro-Regular"/>
            </a:endParaRPr>
          </a:p>
        </p:txBody>
      </p:sp>
      <p:pic>
        <p:nvPicPr>
          <p:cNvPr id="7" name="Picture 6">
            <a:extLst>
              <a:ext uri="{FF2B5EF4-FFF2-40B4-BE49-F238E27FC236}">
                <a16:creationId xmlns:a16="http://schemas.microsoft.com/office/drawing/2014/main" id="{2C19FFBD-A78F-FBB6-B13D-DB580C996F84}"/>
              </a:ext>
            </a:extLst>
          </p:cNvPr>
          <p:cNvPicPr>
            <a:picLocks noChangeAspect="1"/>
          </p:cNvPicPr>
          <p:nvPr/>
        </p:nvPicPr>
        <p:blipFill rotWithShape="1">
          <a:blip r:embed="rId2"/>
          <a:srcRect l="14166" t="12963" r="24318" b="6301"/>
          <a:stretch/>
        </p:blipFill>
        <p:spPr>
          <a:xfrm>
            <a:off x="5105400" y="2114379"/>
            <a:ext cx="3657600" cy="2700258"/>
          </a:xfrm>
          <a:prstGeom prst="rect">
            <a:avLst/>
          </a:prstGeom>
        </p:spPr>
      </p:pic>
    </p:spTree>
    <p:extLst>
      <p:ext uri="{BB962C8B-B14F-4D97-AF65-F5344CB8AC3E}">
        <p14:creationId xmlns:p14="http://schemas.microsoft.com/office/powerpoint/2010/main" val="33208788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sz="2800" spc="-5" dirty="0"/>
              <a:t>Writing a Sequence Files Output</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pic>
        <p:nvPicPr>
          <p:cNvPr id="9" name="Picture 8">
            <a:extLst>
              <a:ext uri="{FF2B5EF4-FFF2-40B4-BE49-F238E27FC236}">
                <a16:creationId xmlns:a16="http://schemas.microsoft.com/office/drawing/2014/main" id="{4E64BCDE-38B9-A8A3-4174-E1CD160826C1}"/>
              </a:ext>
            </a:extLst>
          </p:cNvPr>
          <p:cNvPicPr>
            <a:picLocks noChangeAspect="1"/>
          </p:cNvPicPr>
          <p:nvPr/>
        </p:nvPicPr>
        <p:blipFill rotWithShape="1">
          <a:blip r:embed="rId2"/>
          <a:srcRect l="15000" t="40198" r="44167" b="20370"/>
          <a:stretch/>
        </p:blipFill>
        <p:spPr>
          <a:xfrm>
            <a:off x="4419600" y="2343150"/>
            <a:ext cx="3733800" cy="2028191"/>
          </a:xfrm>
          <a:prstGeom prst="rect">
            <a:avLst/>
          </a:prstGeom>
        </p:spPr>
      </p:pic>
      <p:sp>
        <p:nvSpPr>
          <p:cNvPr id="11" name="TextBox 10">
            <a:extLst>
              <a:ext uri="{FF2B5EF4-FFF2-40B4-BE49-F238E27FC236}">
                <a16:creationId xmlns:a16="http://schemas.microsoft.com/office/drawing/2014/main" id="{7E49E523-784A-0199-D7E0-0D3DE7FBB028}"/>
              </a:ext>
            </a:extLst>
          </p:cNvPr>
          <p:cNvSpPr txBox="1"/>
          <p:nvPr/>
        </p:nvSpPr>
        <p:spPr>
          <a:xfrm>
            <a:off x="228600" y="893624"/>
            <a:ext cx="8686800" cy="1754326"/>
          </a:xfrm>
          <a:prstGeom prst="rect">
            <a:avLst/>
          </a:prstGeom>
          <a:noFill/>
        </p:spPr>
        <p:txBody>
          <a:bodyPr wrap="square">
            <a:spAutoFit/>
          </a:bodyPr>
          <a:lstStyle/>
          <a:p>
            <a:pPr marL="285750" indent="-285750" algn="l">
              <a:buFont typeface="Arial" panose="020B0604020202020204" pitchFamily="34" charset="0"/>
              <a:buChar char="•"/>
            </a:pPr>
            <a:r>
              <a:rPr lang="en-US" sz="1800" b="0" i="0" u="none" strike="noStrike" baseline="0" dirty="0">
                <a:latin typeface="MinionPro-Regular"/>
              </a:rPr>
              <a:t>The keys in the sequence file are integers counting down from 100 to 1, represented as</a:t>
            </a:r>
          </a:p>
          <a:p>
            <a:pPr algn="l"/>
            <a:r>
              <a:rPr lang="en-US" sz="1800" b="0" i="0" u="none" strike="noStrike" baseline="0" dirty="0" err="1">
                <a:latin typeface="UbuntuMono-Regular"/>
              </a:rPr>
              <a:t>IntWritable</a:t>
            </a:r>
            <a:r>
              <a:rPr lang="en-US" sz="1800" b="0" i="0" u="none" strike="noStrike" baseline="0" dirty="0">
                <a:latin typeface="UbuntuMono-Regular"/>
              </a:rPr>
              <a:t> </a:t>
            </a:r>
            <a:r>
              <a:rPr lang="en-US" sz="1800" b="0" i="0" u="none" strike="noStrike" baseline="0" dirty="0">
                <a:latin typeface="MinionPro-Regular"/>
              </a:rPr>
              <a:t>objects. </a:t>
            </a:r>
          </a:p>
          <a:p>
            <a:pPr marL="285750" indent="-285750" algn="l">
              <a:buFont typeface="Arial" panose="020B0604020202020204" pitchFamily="34" charset="0"/>
              <a:buChar char="•"/>
            </a:pPr>
            <a:r>
              <a:rPr lang="en-US" sz="1800" b="0" i="0" u="none" strike="noStrike" baseline="0" dirty="0">
                <a:latin typeface="MinionPro-Regular"/>
              </a:rPr>
              <a:t>The values are </a:t>
            </a:r>
            <a:r>
              <a:rPr lang="en-US" sz="1800" b="0" i="0" u="none" strike="noStrike" baseline="0" dirty="0">
                <a:latin typeface="UbuntuMono-Regular"/>
              </a:rPr>
              <a:t>Text </a:t>
            </a:r>
            <a:r>
              <a:rPr lang="en-US" sz="1800" b="0" i="0" u="none" strike="noStrike" baseline="0" dirty="0">
                <a:latin typeface="MinionPro-Regular"/>
              </a:rPr>
              <a:t>objects. Before each record is appended to the </a:t>
            </a:r>
            <a:r>
              <a:rPr lang="en-US" sz="1800" b="0" i="0" u="none" strike="noStrike" baseline="0" dirty="0" err="1">
                <a:latin typeface="UbuntuMono-Regular"/>
              </a:rPr>
              <a:t>SequenceFile.Writer</a:t>
            </a:r>
            <a:r>
              <a:rPr lang="en-US" sz="1800" b="0" i="0" u="none" strike="noStrike" baseline="0" dirty="0">
                <a:latin typeface="MinionPro-Regular"/>
              </a:rPr>
              <a:t>, we call the </a:t>
            </a:r>
            <a:r>
              <a:rPr lang="en-US" sz="1800" b="0" i="0" u="none" strike="noStrike" baseline="0" dirty="0" err="1">
                <a:latin typeface="UbuntuMono-Regular"/>
              </a:rPr>
              <a:t>getLength</a:t>
            </a:r>
            <a:r>
              <a:rPr lang="en-US" sz="1800" b="0" i="0" u="none" strike="noStrike" baseline="0" dirty="0">
                <a:latin typeface="UbuntuMono-Regular"/>
              </a:rPr>
              <a:t>() </a:t>
            </a:r>
            <a:r>
              <a:rPr lang="en-US" sz="1800" b="0" i="0" u="none" strike="noStrike" baseline="0" dirty="0">
                <a:latin typeface="MinionPro-Regular"/>
              </a:rPr>
              <a:t>method to discover the current position in the file. </a:t>
            </a:r>
          </a:p>
          <a:p>
            <a:pPr marL="285750" indent="-285750" algn="l">
              <a:buFont typeface="Arial" panose="020B0604020202020204" pitchFamily="34" charset="0"/>
              <a:buChar char="•"/>
            </a:pPr>
            <a:r>
              <a:rPr lang="en-US" sz="1800" b="0" i="0" u="none" strike="noStrike" baseline="0" dirty="0">
                <a:latin typeface="MinionPro-Regular"/>
              </a:rPr>
              <a:t>We write the position out to the console, along with the key and value pairs. </a:t>
            </a:r>
          </a:p>
          <a:p>
            <a:pPr marL="285750" indent="-285750" algn="l">
              <a:buFont typeface="Arial" panose="020B0604020202020204" pitchFamily="34" charset="0"/>
              <a:buChar char="•"/>
            </a:pPr>
            <a:r>
              <a:rPr lang="en-US" sz="1800" b="0" i="0" u="none" strike="noStrike" baseline="0" dirty="0">
                <a:latin typeface="MinionPro-Regular"/>
              </a:rPr>
              <a:t>The result of running it is shown here:</a:t>
            </a:r>
            <a:endParaRPr lang="en-IN" dirty="0"/>
          </a:p>
        </p:txBody>
      </p:sp>
    </p:spTree>
    <p:extLst>
      <p:ext uri="{BB962C8B-B14F-4D97-AF65-F5344CB8AC3E}">
        <p14:creationId xmlns:p14="http://schemas.microsoft.com/office/powerpoint/2010/main" val="501090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sz="2800" spc="-5" dirty="0"/>
              <a:t>Reading a Sequence Files</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7AB060D0-D58B-418D-8278-0561C83C7FB6}"/>
              </a:ext>
            </a:extLst>
          </p:cNvPr>
          <p:cNvSpPr txBox="1"/>
          <p:nvPr/>
        </p:nvSpPr>
        <p:spPr>
          <a:xfrm>
            <a:off x="304800" y="982138"/>
            <a:ext cx="8534400" cy="3508653"/>
          </a:xfrm>
          <a:prstGeom prst="rect">
            <a:avLst/>
          </a:prstGeom>
          <a:noFill/>
        </p:spPr>
        <p:txBody>
          <a:bodyPr wrap="square">
            <a:spAutoFit/>
          </a:bodyPr>
          <a:lstStyle/>
          <a:p>
            <a:pPr marL="285750" indent="-285750" algn="l">
              <a:buFont typeface="Arial" panose="020B0604020202020204" pitchFamily="34" charset="0"/>
              <a:buChar char="•"/>
            </a:pPr>
            <a:r>
              <a:rPr lang="en-US" sz="1800" b="0" i="0" u="none" strike="noStrike" baseline="0" dirty="0">
                <a:solidFill>
                  <a:srgbClr val="000000"/>
                </a:solidFill>
                <a:latin typeface="MinionPro-Regular"/>
              </a:rPr>
              <a:t>Reading sequence files from beginning to end is a matter of creating an instance of </a:t>
            </a:r>
            <a:r>
              <a:rPr lang="en-US" sz="1800" b="0" i="0" u="none" strike="noStrike" baseline="0" dirty="0" err="1">
                <a:solidFill>
                  <a:srgbClr val="000000"/>
                </a:solidFill>
                <a:latin typeface="UbuntuMono-Regular"/>
              </a:rPr>
              <a:t>SequenceFile.Reader</a:t>
            </a:r>
            <a:r>
              <a:rPr lang="en-US" sz="1800" b="0" i="0" u="none" strike="noStrike" baseline="0" dirty="0">
                <a:solidFill>
                  <a:srgbClr val="000000"/>
                </a:solidFill>
                <a:latin typeface="UbuntuMono-Regular"/>
              </a:rPr>
              <a:t> </a:t>
            </a:r>
            <a:r>
              <a:rPr lang="en-US" sz="1800" b="0" i="0" u="none" strike="noStrike" baseline="0" dirty="0">
                <a:solidFill>
                  <a:srgbClr val="000000"/>
                </a:solidFill>
                <a:latin typeface="MinionPro-Regular"/>
              </a:rPr>
              <a:t>and iterating over records by repeatedly invoking one of the </a:t>
            </a:r>
            <a:r>
              <a:rPr lang="en-US" sz="1800" b="0" i="0" u="none" strike="noStrike" baseline="0" dirty="0">
                <a:solidFill>
                  <a:srgbClr val="000000"/>
                </a:solidFill>
                <a:latin typeface="UbuntuMono-Regular"/>
              </a:rPr>
              <a:t>next() </a:t>
            </a:r>
            <a:r>
              <a:rPr lang="en-US" sz="1800" b="0" i="0" u="none" strike="noStrike" baseline="0" dirty="0">
                <a:solidFill>
                  <a:srgbClr val="000000"/>
                </a:solidFill>
                <a:latin typeface="MinionPro-Regular"/>
              </a:rPr>
              <a:t>methods. </a:t>
            </a:r>
          </a:p>
          <a:p>
            <a:pPr marL="285750" indent="-285750" algn="l">
              <a:buFont typeface="Arial" panose="020B0604020202020204" pitchFamily="34" charset="0"/>
              <a:buChar char="•"/>
            </a:pPr>
            <a:r>
              <a:rPr lang="en-US" sz="1800" b="0" i="0" u="none" strike="noStrike" baseline="0" dirty="0">
                <a:solidFill>
                  <a:srgbClr val="000000"/>
                </a:solidFill>
                <a:latin typeface="MinionPro-Regular"/>
              </a:rPr>
              <a:t>Which one you use depends on the serialization framework you are using. </a:t>
            </a:r>
          </a:p>
          <a:p>
            <a:pPr marL="285750" indent="-285750" algn="l">
              <a:buFont typeface="Arial" panose="020B0604020202020204" pitchFamily="34" charset="0"/>
              <a:buChar char="•"/>
            </a:pPr>
            <a:r>
              <a:rPr lang="en-US" sz="1800" b="0" i="0" u="none" strike="noStrike" baseline="0" dirty="0">
                <a:solidFill>
                  <a:srgbClr val="000000"/>
                </a:solidFill>
                <a:latin typeface="MinionPro-Regular"/>
              </a:rPr>
              <a:t>If you are using </a:t>
            </a:r>
            <a:r>
              <a:rPr lang="en-US" sz="1800" b="0" i="0" u="none" strike="noStrike" baseline="0" dirty="0">
                <a:solidFill>
                  <a:srgbClr val="000000"/>
                </a:solidFill>
                <a:latin typeface="UbuntuMono-Regular"/>
              </a:rPr>
              <a:t>Writable </a:t>
            </a:r>
            <a:r>
              <a:rPr lang="en-US" sz="1800" b="0" i="0" u="none" strike="noStrike" baseline="0" dirty="0">
                <a:solidFill>
                  <a:srgbClr val="000000"/>
                </a:solidFill>
                <a:latin typeface="MinionPro-Regular"/>
              </a:rPr>
              <a:t>types, you can use the </a:t>
            </a:r>
            <a:r>
              <a:rPr lang="en-US" sz="1800" b="0" i="0" u="none" strike="noStrike" baseline="0" dirty="0">
                <a:solidFill>
                  <a:srgbClr val="000000"/>
                </a:solidFill>
                <a:latin typeface="UbuntuMono-Regular"/>
              </a:rPr>
              <a:t>next() </a:t>
            </a:r>
            <a:r>
              <a:rPr lang="en-US" sz="1800" b="0" i="0" u="none" strike="noStrike" baseline="0" dirty="0">
                <a:solidFill>
                  <a:srgbClr val="000000"/>
                </a:solidFill>
                <a:latin typeface="MinionPro-Regular"/>
              </a:rPr>
              <a:t>method that takes a key and a value argument and reads the next key and value in the stream into these </a:t>
            </a:r>
            <a:r>
              <a:rPr lang="en-IN" sz="1800" b="0" i="0" u="none" strike="noStrike" baseline="0" dirty="0">
                <a:solidFill>
                  <a:srgbClr val="000000"/>
                </a:solidFill>
                <a:latin typeface="MinionPro-Regular"/>
              </a:rPr>
              <a:t>variables:</a:t>
            </a:r>
          </a:p>
          <a:p>
            <a:pPr algn="l"/>
            <a:r>
              <a:rPr lang="en-US" sz="1400" b="1" i="0" u="none" strike="noStrike" baseline="0" dirty="0">
                <a:solidFill>
                  <a:srgbClr val="00669A"/>
                </a:solidFill>
                <a:latin typeface="UbuntuMono-Bold"/>
              </a:rPr>
              <a:t>	public </a:t>
            </a:r>
            <a:r>
              <a:rPr lang="en-US" sz="1400" b="1" i="0" u="none" strike="noStrike" baseline="0" dirty="0" err="1">
                <a:solidFill>
                  <a:srgbClr val="007789"/>
                </a:solidFill>
                <a:latin typeface="UbuntuMono-Bold"/>
              </a:rPr>
              <a:t>boolean</a:t>
            </a:r>
            <a:r>
              <a:rPr lang="en-US" sz="1400" b="1" i="0" u="none" strike="noStrike" baseline="0" dirty="0">
                <a:solidFill>
                  <a:srgbClr val="007789"/>
                </a:solidFill>
                <a:latin typeface="UbuntuMono-Bold"/>
              </a:rPr>
              <a:t> </a:t>
            </a:r>
            <a:r>
              <a:rPr lang="en-US" sz="1400" b="0" i="0" u="none" strike="noStrike" baseline="0" dirty="0">
                <a:solidFill>
                  <a:srgbClr val="CD00FF"/>
                </a:solidFill>
                <a:latin typeface="UbuntuMono-Regular"/>
              </a:rPr>
              <a:t>next</a:t>
            </a:r>
            <a:r>
              <a:rPr lang="en-US" sz="1400" b="0" i="0" u="none" strike="noStrike" baseline="0" dirty="0">
                <a:solidFill>
                  <a:srgbClr val="555555"/>
                </a:solidFill>
                <a:latin typeface="UbuntuMono-Regular"/>
              </a:rPr>
              <a:t>(</a:t>
            </a:r>
            <a:r>
              <a:rPr lang="en-US" sz="1400" b="0" i="0" u="none" strike="noStrike" baseline="0" dirty="0">
                <a:solidFill>
                  <a:srgbClr val="000089"/>
                </a:solidFill>
                <a:latin typeface="UbuntuMono-Regular"/>
              </a:rPr>
              <a:t>Writable key</a:t>
            </a:r>
            <a:r>
              <a:rPr lang="en-US" sz="1400" b="0" i="0" u="none" strike="noStrike" baseline="0" dirty="0">
                <a:solidFill>
                  <a:srgbClr val="555555"/>
                </a:solidFill>
                <a:latin typeface="UbuntuMono-Regular"/>
              </a:rPr>
              <a:t>, </a:t>
            </a:r>
            <a:r>
              <a:rPr lang="en-US" sz="1400" b="0" i="0" u="none" strike="noStrike" baseline="0" dirty="0">
                <a:solidFill>
                  <a:srgbClr val="000089"/>
                </a:solidFill>
                <a:latin typeface="UbuntuMono-Regular"/>
              </a:rPr>
              <a:t>Writable </a:t>
            </a:r>
            <a:r>
              <a:rPr lang="en-US" sz="1400" b="0" i="0" u="none" strike="noStrike" baseline="0" dirty="0" err="1">
                <a:solidFill>
                  <a:srgbClr val="000089"/>
                </a:solidFill>
                <a:latin typeface="UbuntuMono-Regular"/>
              </a:rPr>
              <a:t>val</a:t>
            </a:r>
            <a:r>
              <a:rPr lang="en-US" sz="1400" b="0" i="0" u="none" strike="noStrike" baseline="0" dirty="0">
                <a:solidFill>
                  <a:srgbClr val="555555"/>
                </a:solidFill>
                <a:latin typeface="UbuntuMono-Regular"/>
              </a:rPr>
              <a:t>)</a:t>
            </a:r>
          </a:p>
          <a:p>
            <a:pPr marL="285750" indent="-285750" algn="l">
              <a:buFont typeface="Arial" panose="020B0604020202020204" pitchFamily="34" charset="0"/>
              <a:buChar char="•"/>
            </a:pPr>
            <a:r>
              <a:rPr lang="en-US" sz="1800" b="0" i="0" u="none" strike="noStrike" baseline="0" dirty="0">
                <a:solidFill>
                  <a:srgbClr val="000000"/>
                </a:solidFill>
                <a:latin typeface="MinionPro-Regular"/>
              </a:rPr>
              <a:t>The return value is </a:t>
            </a:r>
            <a:r>
              <a:rPr lang="en-US" sz="1800" b="0" i="0" u="none" strike="noStrike" baseline="0" dirty="0">
                <a:solidFill>
                  <a:srgbClr val="000000"/>
                </a:solidFill>
                <a:latin typeface="UbuntuMono-Regular"/>
              </a:rPr>
              <a:t>true </a:t>
            </a:r>
            <a:r>
              <a:rPr lang="en-US" sz="1800" b="0" i="0" u="none" strike="noStrike" baseline="0" dirty="0">
                <a:solidFill>
                  <a:srgbClr val="000000"/>
                </a:solidFill>
                <a:latin typeface="MinionPro-Regular"/>
              </a:rPr>
              <a:t>if a key-value pair was read and </a:t>
            </a:r>
            <a:r>
              <a:rPr lang="en-US" sz="1800" b="0" i="0" u="none" strike="noStrike" baseline="0" dirty="0">
                <a:solidFill>
                  <a:srgbClr val="000000"/>
                </a:solidFill>
                <a:latin typeface="UbuntuMono-Regular"/>
              </a:rPr>
              <a:t>false </a:t>
            </a:r>
            <a:r>
              <a:rPr lang="en-US" sz="1800" b="0" i="0" u="none" strike="noStrike" baseline="0" dirty="0">
                <a:solidFill>
                  <a:srgbClr val="000000"/>
                </a:solidFill>
                <a:latin typeface="MinionPro-Regular"/>
              </a:rPr>
              <a:t>if the end of the file has </a:t>
            </a:r>
            <a:r>
              <a:rPr lang="en-IN" sz="1800" b="0" i="0" u="none" strike="noStrike" baseline="0" dirty="0">
                <a:solidFill>
                  <a:srgbClr val="000000"/>
                </a:solidFill>
                <a:latin typeface="MinionPro-Regular"/>
              </a:rPr>
              <a:t>been reached.</a:t>
            </a:r>
          </a:p>
          <a:p>
            <a:pPr marL="285750" indent="-285750" algn="l">
              <a:buFont typeface="Arial" panose="020B0604020202020204" pitchFamily="34" charset="0"/>
              <a:buChar char="•"/>
            </a:pPr>
            <a:r>
              <a:rPr lang="en-US" sz="1800" b="0" i="0" u="none" strike="noStrike" baseline="0" dirty="0">
                <a:solidFill>
                  <a:srgbClr val="000000"/>
                </a:solidFill>
                <a:latin typeface="MinionPro-Regular"/>
              </a:rPr>
              <a:t>For other, non-Writable serialization frameworks (such as Apache Thrift), you should </a:t>
            </a:r>
            <a:r>
              <a:rPr lang="en-IN" sz="1800" b="0" i="0" u="none" strike="noStrike" baseline="0" dirty="0">
                <a:solidFill>
                  <a:srgbClr val="000000"/>
                </a:solidFill>
                <a:latin typeface="MinionPro-Regular"/>
              </a:rPr>
              <a:t>use these two methods:</a:t>
            </a:r>
          </a:p>
          <a:p>
            <a:pPr algn="l"/>
            <a:r>
              <a:rPr lang="en-US" sz="1400" b="1" i="0" u="none" strike="noStrike" baseline="0" dirty="0">
                <a:solidFill>
                  <a:srgbClr val="00669A"/>
                </a:solidFill>
                <a:latin typeface="UbuntuMono-Bold"/>
              </a:rPr>
              <a:t>		public </a:t>
            </a:r>
            <a:r>
              <a:rPr lang="en-US" sz="1400" b="0" i="0" u="none" strike="noStrike" baseline="0" dirty="0">
                <a:solidFill>
                  <a:srgbClr val="000089"/>
                </a:solidFill>
                <a:latin typeface="UbuntuMono-Regular"/>
              </a:rPr>
              <a:t>Object </a:t>
            </a:r>
            <a:r>
              <a:rPr lang="en-US" sz="1400" b="0" i="0" u="none" strike="noStrike" baseline="0" dirty="0">
                <a:solidFill>
                  <a:srgbClr val="CD00FF"/>
                </a:solidFill>
                <a:latin typeface="UbuntuMono-Regular"/>
              </a:rPr>
              <a:t>next</a:t>
            </a:r>
            <a:r>
              <a:rPr lang="en-US" sz="1400" b="0" i="0" u="none" strike="noStrike" baseline="0" dirty="0">
                <a:solidFill>
                  <a:srgbClr val="555555"/>
                </a:solidFill>
                <a:latin typeface="UbuntuMono-Regular"/>
              </a:rPr>
              <a:t>(</a:t>
            </a:r>
            <a:r>
              <a:rPr lang="en-US" sz="1400" b="0" i="0" u="none" strike="noStrike" baseline="0" dirty="0">
                <a:solidFill>
                  <a:srgbClr val="000089"/>
                </a:solidFill>
                <a:latin typeface="UbuntuMono-Regular"/>
              </a:rPr>
              <a:t>Object key</a:t>
            </a:r>
            <a:r>
              <a:rPr lang="en-US" sz="1400" b="0" i="0" u="none" strike="noStrike" baseline="0" dirty="0">
                <a:solidFill>
                  <a:srgbClr val="555555"/>
                </a:solidFill>
                <a:latin typeface="UbuntuMono-Regular"/>
              </a:rPr>
              <a:t>) </a:t>
            </a:r>
            <a:r>
              <a:rPr lang="en-US" sz="1400" b="1" i="0" u="none" strike="noStrike" baseline="0" dirty="0">
                <a:solidFill>
                  <a:srgbClr val="00669A"/>
                </a:solidFill>
                <a:latin typeface="UbuntuMono-Bold"/>
              </a:rPr>
              <a:t>throws </a:t>
            </a:r>
            <a:r>
              <a:rPr lang="en-US" sz="1400" b="0" i="0" u="none" strike="noStrike" baseline="0" dirty="0" err="1">
                <a:solidFill>
                  <a:srgbClr val="000089"/>
                </a:solidFill>
                <a:latin typeface="UbuntuMono-Regular"/>
              </a:rPr>
              <a:t>IOException</a:t>
            </a:r>
            <a:endParaRPr lang="en-US" sz="1400" b="0" i="0" u="none" strike="noStrike" baseline="0" dirty="0">
              <a:solidFill>
                <a:srgbClr val="000089"/>
              </a:solidFill>
              <a:latin typeface="UbuntuMono-Regular"/>
            </a:endParaRPr>
          </a:p>
          <a:p>
            <a:pPr algn="l"/>
            <a:r>
              <a:rPr lang="en-US" sz="1400" b="1" i="0" u="none" strike="noStrike" baseline="0" dirty="0">
                <a:solidFill>
                  <a:srgbClr val="00669A"/>
                </a:solidFill>
                <a:latin typeface="UbuntuMono-Bold"/>
              </a:rPr>
              <a:t>		public </a:t>
            </a:r>
            <a:r>
              <a:rPr lang="en-US" sz="1400" b="0" i="0" u="none" strike="noStrike" baseline="0" dirty="0">
                <a:solidFill>
                  <a:srgbClr val="000089"/>
                </a:solidFill>
                <a:latin typeface="UbuntuMono-Regular"/>
              </a:rPr>
              <a:t>Object </a:t>
            </a:r>
            <a:r>
              <a:rPr lang="en-US" sz="1400" b="0" i="0" u="none" strike="noStrike" baseline="0" dirty="0" err="1">
                <a:solidFill>
                  <a:srgbClr val="CD00FF"/>
                </a:solidFill>
                <a:latin typeface="UbuntuMono-Regular"/>
              </a:rPr>
              <a:t>getCurrentValue</a:t>
            </a:r>
            <a:r>
              <a:rPr lang="en-US" sz="1400" b="0" i="0" u="none" strike="noStrike" baseline="0" dirty="0">
                <a:solidFill>
                  <a:srgbClr val="555555"/>
                </a:solidFill>
                <a:latin typeface="UbuntuMono-Regular"/>
              </a:rPr>
              <a:t>(</a:t>
            </a:r>
            <a:r>
              <a:rPr lang="en-US" sz="1400" b="0" i="0" u="none" strike="noStrike" baseline="0" dirty="0">
                <a:solidFill>
                  <a:srgbClr val="000089"/>
                </a:solidFill>
                <a:latin typeface="UbuntuMono-Regular"/>
              </a:rPr>
              <a:t>Object </a:t>
            </a:r>
            <a:r>
              <a:rPr lang="en-US" sz="1400" b="0" i="0" u="none" strike="noStrike" baseline="0" dirty="0" err="1">
                <a:solidFill>
                  <a:srgbClr val="000089"/>
                </a:solidFill>
                <a:latin typeface="UbuntuMono-Regular"/>
              </a:rPr>
              <a:t>val</a:t>
            </a:r>
            <a:r>
              <a:rPr lang="en-US" sz="1400" b="0" i="0" u="none" strike="noStrike" baseline="0" dirty="0">
                <a:solidFill>
                  <a:srgbClr val="555555"/>
                </a:solidFill>
                <a:latin typeface="UbuntuMono-Regular"/>
              </a:rPr>
              <a:t>) </a:t>
            </a:r>
            <a:r>
              <a:rPr lang="en-US" sz="1400" b="1" i="0" u="none" strike="noStrike" baseline="0" dirty="0">
                <a:solidFill>
                  <a:srgbClr val="00669A"/>
                </a:solidFill>
                <a:latin typeface="UbuntuMono-Bold"/>
              </a:rPr>
              <a:t>throws </a:t>
            </a:r>
            <a:r>
              <a:rPr lang="en-US" sz="1400" b="0" i="0" u="none" strike="noStrike" baseline="0" dirty="0" err="1">
                <a:solidFill>
                  <a:srgbClr val="000089"/>
                </a:solidFill>
                <a:latin typeface="UbuntuMono-Regular"/>
              </a:rPr>
              <a:t>IOException</a:t>
            </a:r>
            <a:endParaRPr lang="en-IN" dirty="0"/>
          </a:p>
        </p:txBody>
      </p:sp>
    </p:spTree>
    <p:extLst>
      <p:ext uri="{BB962C8B-B14F-4D97-AF65-F5344CB8AC3E}">
        <p14:creationId xmlns:p14="http://schemas.microsoft.com/office/powerpoint/2010/main" val="41254092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sz="2800" spc="-5" dirty="0"/>
              <a:t>Reading a Sequence Files</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7AB060D0-D58B-418D-8278-0561C83C7FB6}"/>
              </a:ext>
            </a:extLst>
          </p:cNvPr>
          <p:cNvSpPr txBox="1"/>
          <p:nvPr/>
        </p:nvSpPr>
        <p:spPr>
          <a:xfrm>
            <a:off x="304800" y="982138"/>
            <a:ext cx="8534400" cy="2862322"/>
          </a:xfrm>
          <a:prstGeom prst="rect">
            <a:avLst/>
          </a:prstGeom>
          <a:noFill/>
        </p:spPr>
        <p:txBody>
          <a:bodyPr wrap="square">
            <a:spAutoFit/>
          </a:bodyPr>
          <a:lstStyle/>
          <a:p>
            <a:pPr algn="l"/>
            <a:r>
              <a:rPr lang="en-US" sz="1800" b="0" i="0" u="none" strike="noStrike" baseline="0" dirty="0">
                <a:solidFill>
                  <a:srgbClr val="000000"/>
                </a:solidFill>
                <a:latin typeface="MinionPro-Regular"/>
              </a:rPr>
              <a:t>If the </a:t>
            </a:r>
            <a:r>
              <a:rPr lang="en-US" sz="1800" b="0" i="0" u="none" strike="noStrike" baseline="0" dirty="0">
                <a:solidFill>
                  <a:srgbClr val="000000"/>
                </a:solidFill>
                <a:latin typeface="UbuntuMono-Regular"/>
              </a:rPr>
              <a:t>next() </a:t>
            </a:r>
            <a:r>
              <a:rPr lang="en-US" sz="1800" b="0" i="0" u="none" strike="noStrike" baseline="0" dirty="0">
                <a:solidFill>
                  <a:srgbClr val="000000"/>
                </a:solidFill>
                <a:latin typeface="MinionPro-Regular"/>
              </a:rPr>
              <a:t>method returns a non-</a:t>
            </a:r>
            <a:r>
              <a:rPr lang="en-US" sz="1800" b="0" i="0" u="none" strike="noStrike" baseline="0" dirty="0">
                <a:solidFill>
                  <a:srgbClr val="000000"/>
                </a:solidFill>
                <a:latin typeface="UbuntuMono-Regular"/>
              </a:rPr>
              <a:t>null </a:t>
            </a:r>
            <a:r>
              <a:rPr lang="en-US" sz="1800" b="0" i="0" u="none" strike="noStrike" baseline="0" dirty="0">
                <a:solidFill>
                  <a:srgbClr val="000000"/>
                </a:solidFill>
                <a:latin typeface="MinionPro-Regular"/>
              </a:rPr>
              <a:t>object, a key-value pair was read from the stream, and the value can be retrieved using the </a:t>
            </a:r>
            <a:r>
              <a:rPr lang="en-US" sz="1800" b="0" i="0" u="none" strike="noStrike" baseline="0" dirty="0" err="1">
                <a:solidFill>
                  <a:srgbClr val="000000"/>
                </a:solidFill>
                <a:latin typeface="UbuntuMono-Regular"/>
              </a:rPr>
              <a:t>getCurrentValue</a:t>
            </a:r>
            <a:r>
              <a:rPr lang="en-US" sz="1800" b="0" i="0" u="none" strike="noStrike" baseline="0" dirty="0">
                <a:solidFill>
                  <a:srgbClr val="000000"/>
                </a:solidFill>
                <a:latin typeface="UbuntuMono-Regular"/>
              </a:rPr>
              <a:t>() </a:t>
            </a:r>
            <a:r>
              <a:rPr lang="en-US" sz="1800" b="0" i="0" u="none" strike="noStrike" baseline="0" dirty="0">
                <a:solidFill>
                  <a:srgbClr val="000000"/>
                </a:solidFill>
                <a:latin typeface="MinionPro-Regular"/>
              </a:rPr>
              <a:t>method. </a:t>
            </a:r>
          </a:p>
          <a:p>
            <a:pPr algn="l"/>
            <a:r>
              <a:rPr lang="en-US" sz="1800" b="0" i="0" u="none" strike="noStrike" baseline="0" dirty="0">
                <a:solidFill>
                  <a:srgbClr val="000000"/>
                </a:solidFill>
                <a:latin typeface="MinionPro-Regular"/>
              </a:rPr>
              <a:t>Otherwise, if </a:t>
            </a:r>
            <a:r>
              <a:rPr lang="en-US" sz="1800" b="0" i="0" u="none" strike="noStrike" baseline="0" dirty="0">
                <a:solidFill>
                  <a:srgbClr val="000000"/>
                </a:solidFill>
                <a:latin typeface="UbuntuMono-Regular"/>
              </a:rPr>
              <a:t>next() </a:t>
            </a:r>
            <a:r>
              <a:rPr lang="en-US" sz="1800" b="0" i="0" u="none" strike="noStrike" baseline="0" dirty="0">
                <a:solidFill>
                  <a:srgbClr val="000000"/>
                </a:solidFill>
                <a:latin typeface="MinionPro-Regular"/>
              </a:rPr>
              <a:t>returns </a:t>
            </a:r>
            <a:r>
              <a:rPr lang="en-US" sz="1800" b="0" i="0" u="none" strike="noStrike" baseline="0" dirty="0">
                <a:solidFill>
                  <a:srgbClr val="000000"/>
                </a:solidFill>
                <a:latin typeface="UbuntuMono-Regular"/>
              </a:rPr>
              <a:t>null</a:t>
            </a:r>
            <a:r>
              <a:rPr lang="en-US" sz="1800" b="0" i="0" u="none" strike="noStrike" baseline="0" dirty="0">
                <a:solidFill>
                  <a:srgbClr val="000000"/>
                </a:solidFill>
                <a:latin typeface="MinionPro-Regular"/>
              </a:rPr>
              <a:t>, the end of the file has been reached.</a:t>
            </a:r>
          </a:p>
          <a:p>
            <a:pPr algn="l"/>
            <a:r>
              <a:rPr lang="en-US" sz="1800" b="0" i="0" u="none" strike="noStrike" baseline="0" dirty="0">
                <a:solidFill>
                  <a:srgbClr val="000000"/>
                </a:solidFill>
                <a:latin typeface="MinionPro-Regular"/>
              </a:rPr>
              <a:t>The types are discovered from the </a:t>
            </a:r>
            <a:r>
              <a:rPr lang="en-US" sz="1800" b="0" i="0" u="none" strike="noStrike" baseline="0" dirty="0" err="1">
                <a:solidFill>
                  <a:srgbClr val="000000"/>
                </a:solidFill>
                <a:latin typeface="UbuntuMono-Regular"/>
              </a:rPr>
              <a:t>SequenceFile.Reader</a:t>
            </a:r>
            <a:r>
              <a:rPr lang="en-US" sz="1800" b="0" i="0" u="none" strike="noStrike" baseline="0" dirty="0">
                <a:solidFill>
                  <a:srgbClr val="000000"/>
                </a:solidFill>
                <a:latin typeface="UbuntuMono-Regular"/>
              </a:rPr>
              <a:t> </a:t>
            </a:r>
            <a:r>
              <a:rPr lang="en-US" sz="1800" b="0" i="0" u="none" strike="noStrike" baseline="0" dirty="0">
                <a:solidFill>
                  <a:srgbClr val="000000"/>
                </a:solidFill>
                <a:latin typeface="MinionPro-Regular"/>
              </a:rPr>
              <a:t>via calls to </a:t>
            </a:r>
            <a:r>
              <a:rPr lang="en-US" sz="1800" b="0" i="0" u="none" strike="noStrike" baseline="0" dirty="0" err="1">
                <a:solidFill>
                  <a:srgbClr val="000000"/>
                </a:solidFill>
                <a:latin typeface="UbuntuMono-Regular"/>
              </a:rPr>
              <a:t>getKeyClass</a:t>
            </a:r>
            <a:r>
              <a:rPr lang="en-US" sz="1800" b="0" i="0" u="none" strike="noStrike" baseline="0" dirty="0">
                <a:solidFill>
                  <a:srgbClr val="000000"/>
                </a:solidFill>
                <a:latin typeface="UbuntuMono-Regular"/>
              </a:rPr>
              <a:t>() </a:t>
            </a:r>
            <a:r>
              <a:rPr lang="en-US" sz="1800" b="0" i="0" u="none" strike="noStrike" baseline="0" dirty="0">
                <a:solidFill>
                  <a:srgbClr val="000000"/>
                </a:solidFill>
                <a:latin typeface="MinionPro-Regular"/>
              </a:rPr>
              <a:t>and </a:t>
            </a:r>
            <a:r>
              <a:rPr lang="en-US" sz="1800" b="0" i="0" u="none" strike="noStrike" baseline="0" dirty="0" err="1">
                <a:solidFill>
                  <a:srgbClr val="000000"/>
                </a:solidFill>
                <a:latin typeface="UbuntuMono-Regular"/>
              </a:rPr>
              <a:t>getValueClass</a:t>
            </a:r>
            <a:r>
              <a:rPr lang="en-US" sz="1800" b="0" i="0" u="none" strike="noStrike" baseline="0" dirty="0">
                <a:solidFill>
                  <a:srgbClr val="000000"/>
                </a:solidFill>
                <a:latin typeface="UbuntuMono-Regular"/>
              </a:rPr>
              <a:t>()</a:t>
            </a:r>
            <a:r>
              <a:rPr lang="en-US" sz="1800" b="0" i="0" u="none" strike="noStrike" baseline="0" dirty="0">
                <a:solidFill>
                  <a:srgbClr val="000000"/>
                </a:solidFill>
                <a:latin typeface="MinionPro-Regular"/>
              </a:rPr>
              <a:t>, and then </a:t>
            </a:r>
            <a:r>
              <a:rPr lang="en-US" sz="1800" b="0" i="0" u="none" strike="noStrike" baseline="0" dirty="0" err="1">
                <a:solidFill>
                  <a:srgbClr val="000000"/>
                </a:solidFill>
                <a:latin typeface="UbuntuMono-Regular"/>
              </a:rPr>
              <a:t>ReflectionUtils</a:t>
            </a:r>
            <a:r>
              <a:rPr lang="en-US" sz="1800" b="0" i="0" u="none" strike="noStrike" baseline="0" dirty="0">
                <a:solidFill>
                  <a:srgbClr val="000000"/>
                </a:solidFill>
                <a:latin typeface="UbuntuMono-Regular"/>
              </a:rPr>
              <a:t> </a:t>
            </a:r>
            <a:r>
              <a:rPr lang="en-US" sz="1800" b="0" i="0" u="none" strike="noStrike" baseline="0" dirty="0">
                <a:solidFill>
                  <a:srgbClr val="000000"/>
                </a:solidFill>
                <a:latin typeface="MinionPro-Regular"/>
              </a:rPr>
              <a:t>is used to create an instance for the key and an instance for the value. </a:t>
            </a:r>
          </a:p>
          <a:p>
            <a:pPr algn="l"/>
            <a:r>
              <a:rPr lang="en-US" sz="1800" b="0" i="0" u="none" strike="noStrike" baseline="0" dirty="0">
                <a:solidFill>
                  <a:srgbClr val="000000"/>
                </a:solidFill>
                <a:latin typeface="MinionPro-Regular"/>
              </a:rPr>
              <a:t>This technique allows </a:t>
            </a:r>
          </a:p>
          <a:p>
            <a:pPr algn="l"/>
            <a:r>
              <a:rPr lang="en-US" sz="1800" b="0" i="0" u="none" strike="noStrike" baseline="0" dirty="0">
                <a:solidFill>
                  <a:srgbClr val="000000"/>
                </a:solidFill>
                <a:latin typeface="MinionPro-Regular"/>
              </a:rPr>
              <a:t>the program to be used with</a:t>
            </a:r>
          </a:p>
          <a:p>
            <a:pPr algn="l"/>
            <a:r>
              <a:rPr lang="en-US" sz="1800" b="0" i="0" u="none" strike="noStrike" baseline="0" dirty="0">
                <a:solidFill>
                  <a:srgbClr val="000000"/>
                </a:solidFill>
                <a:latin typeface="MinionPro-Regular"/>
              </a:rPr>
              <a:t>any sequence file that has</a:t>
            </a:r>
          </a:p>
          <a:p>
            <a:pPr algn="l"/>
            <a:r>
              <a:rPr lang="en-US" sz="1800" b="0" i="0" u="none" strike="noStrike" baseline="0" dirty="0">
                <a:solidFill>
                  <a:srgbClr val="000000"/>
                </a:solidFill>
                <a:latin typeface="UbuntuMono-Regular"/>
              </a:rPr>
              <a:t>Writable </a:t>
            </a:r>
            <a:r>
              <a:rPr lang="en-US" sz="1800" b="0" i="0" u="none" strike="noStrike" baseline="0" dirty="0">
                <a:solidFill>
                  <a:srgbClr val="000000"/>
                </a:solidFill>
                <a:latin typeface="MinionPro-Regular"/>
              </a:rPr>
              <a:t>keys </a:t>
            </a:r>
            <a:r>
              <a:rPr lang="en-IN" sz="1800" b="0" i="0" u="none" strike="noStrike" baseline="0" dirty="0">
                <a:solidFill>
                  <a:srgbClr val="000000"/>
                </a:solidFill>
                <a:latin typeface="MinionPro-Regular"/>
              </a:rPr>
              <a:t>and values.</a:t>
            </a:r>
            <a:endParaRPr lang="en-IN" dirty="0"/>
          </a:p>
        </p:txBody>
      </p:sp>
      <p:pic>
        <p:nvPicPr>
          <p:cNvPr id="7" name="Picture 6">
            <a:extLst>
              <a:ext uri="{FF2B5EF4-FFF2-40B4-BE49-F238E27FC236}">
                <a16:creationId xmlns:a16="http://schemas.microsoft.com/office/drawing/2014/main" id="{507F557A-E945-67DD-A0C7-01213400D964}"/>
              </a:ext>
            </a:extLst>
          </p:cNvPr>
          <p:cNvPicPr>
            <a:picLocks noChangeAspect="1"/>
          </p:cNvPicPr>
          <p:nvPr/>
        </p:nvPicPr>
        <p:blipFill rotWithShape="1">
          <a:blip r:embed="rId2"/>
          <a:srcRect l="14167" t="24814" r="20833" b="30307"/>
          <a:stretch/>
        </p:blipFill>
        <p:spPr>
          <a:xfrm>
            <a:off x="3048889" y="2473226"/>
            <a:ext cx="5943600" cy="2308324"/>
          </a:xfrm>
          <a:prstGeom prst="rect">
            <a:avLst/>
          </a:prstGeom>
        </p:spPr>
      </p:pic>
    </p:spTree>
    <p:extLst>
      <p:ext uri="{BB962C8B-B14F-4D97-AF65-F5344CB8AC3E}">
        <p14:creationId xmlns:p14="http://schemas.microsoft.com/office/powerpoint/2010/main" val="1494425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sz="2800" spc="-5" dirty="0"/>
              <a:t>Reading a Sequence Files</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9" name="TextBox 8">
            <a:extLst>
              <a:ext uri="{FF2B5EF4-FFF2-40B4-BE49-F238E27FC236}">
                <a16:creationId xmlns:a16="http://schemas.microsoft.com/office/drawing/2014/main" id="{69419AB5-2DB2-D9C8-2B96-3BF939C78281}"/>
              </a:ext>
            </a:extLst>
          </p:cNvPr>
          <p:cNvSpPr txBox="1"/>
          <p:nvPr/>
        </p:nvSpPr>
        <p:spPr>
          <a:xfrm>
            <a:off x="316200" y="1200150"/>
            <a:ext cx="8840977" cy="2554545"/>
          </a:xfrm>
          <a:prstGeom prst="rect">
            <a:avLst/>
          </a:prstGeom>
          <a:noFill/>
        </p:spPr>
        <p:txBody>
          <a:bodyPr wrap="square">
            <a:spAutoFit/>
          </a:bodyPr>
          <a:lstStyle/>
          <a:p>
            <a:pPr algn="l"/>
            <a:r>
              <a:rPr lang="en-US" sz="1800" b="0" i="0" u="none" strike="noStrike" baseline="0" dirty="0">
                <a:solidFill>
                  <a:srgbClr val="000000"/>
                </a:solidFill>
                <a:latin typeface="MinionPro-Regular"/>
              </a:rPr>
              <a:t>There are two ways to seek to a given position in a sequence file. </a:t>
            </a:r>
          </a:p>
          <a:p>
            <a:pPr algn="l"/>
            <a:r>
              <a:rPr lang="en-US" sz="1800" b="0" i="0" u="none" strike="noStrike" baseline="0" dirty="0">
                <a:solidFill>
                  <a:srgbClr val="000000"/>
                </a:solidFill>
                <a:latin typeface="MinionPro-Regular"/>
              </a:rPr>
              <a:t>The first is the </a:t>
            </a:r>
            <a:r>
              <a:rPr lang="en-US" sz="1800" b="0" i="0" u="none" strike="noStrike" baseline="0" dirty="0">
                <a:solidFill>
                  <a:srgbClr val="000000"/>
                </a:solidFill>
                <a:latin typeface="UbuntuMono-Regular"/>
              </a:rPr>
              <a:t>seek() </a:t>
            </a:r>
            <a:r>
              <a:rPr lang="en-US" sz="1800" b="0" i="0" u="none" strike="noStrike" baseline="0" dirty="0">
                <a:solidFill>
                  <a:srgbClr val="000000"/>
                </a:solidFill>
                <a:latin typeface="MinionPro-Regular"/>
              </a:rPr>
              <a:t>method, which positions the reader at the given point in the file. For example, seeking to a record boundary works as expected:</a:t>
            </a:r>
          </a:p>
          <a:p>
            <a:pPr algn="l"/>
            <a:r>
              <a:rPr lang="en-IN" sz="1400" b="0" i="0" u="none" strike="noStrike" baseline="0" dirty="0">
                <a:solidFill>
                  <a:srgbClr val="000089"/>
                </a:solidFill>
                <a:latin typeface="UbuntuMono-Regular"/>
              </a:rPr>
              <a:t>			</a:t>
            </a:r>
            <a:r>
              <a:rPr lang="en-IN" sz="1400" b="0" i="0" u="none" strike="noStrike" baseline="0" dirty="0" err="1">
                <a:solidFill>
                  <a:srgbClr val="000089"/>
                </a:solidFill>
                <a:latin typeface="UbuntuMono-Regular"/>
              </a:rPr>
              <a:t>reader</a:t>
            </a:r>
            <a:r>
              <a:rPr lang="en-IN" sz="1400" b="0" i="0" u="none" strike="noStrike" baseline="0" dirty="0" err="1">
                <a:solidFill>
                  <a:srgbClr val="555555"/>
                </a:solidFill>
                <a:latin typeface="UbuntuMono-Regular"/>
              </a:rPr>
              <a:t>.</a:t>
            </a:r>
            <a:r>
              <a:rPr lang="en-IN" sz="1400" b="0" i="0" u="none" strike="noStrike" baseline="0" dirty="0" err="1">
                <a:solidFill>
                  <a:srgbClr val="33009A"/>
                </a:solidFill>
                <a:latin typeface="UbuntuMono-Regular"/>
              </a:rPr>
              <a:t>seek</a:t>
            </a:r>
            <a:r>
              <a:rPr lang="en-IN" sz="1400" b="0" i="0" u="none" strike="noStrike" baseline="0" dirty="0">
                <a:solidFill>
                  <a:srgbClr val="555555"/>
                </a:solidFill>
                <a:latin typeface="UbuntuMono-Regular"/>
              </a:rPr>
              <a:t>(</a:t>
            </a:r>
            <a:r>
              <a:rPr lang="en-IN" sz="1400" b="0" i="0" u="none" strike="noStrike" baseline="0" dirty="0">
                <a:solidFill>
                  <a:srgbClr val="FF6600"/>
                </a:solidFill>
                <a:latin typeface="UbuntuMono-Regular"/>
              </a:rPr>
              <a:t>359</a:t>
            </a:r>
            <a:r>
              <a:rPr lang="en-IN" sz="1400" b="0" i="0" u="none" strike="noStrike" baseline="0" dirty="0">
                <a:solidFill>
                  <a:srgbClr val="555555"/>
                </a:solidFill>
                <a:latin typeface="UbuntuMono-Regular"/>
              </a:rPr>
              <a:t>);</a:t>
            </a:r>
          </a:p>
          <a:p>
            <a:pPr algn="l"/>
            <a:r>
              <a:rPr lang="en-US" sz="1400" b="0" i="0" u="none" strike="noStrike" baseline="0" dirty="0">
                <a:solidFill>
                  <a:srgbClr val="000089"/>
                </a:solidFill>
                <a:latin typeface="UbuntuMono-Regular"/>
              </a:rPr>
              <a:t>			</a:t>
            </a:r>
            <a:r>
              <a:rPr lang="en-US" sz="1400" b="0" i="0" u="none" strike="noStrike" baseline="0" dirty="0" err="1">
                <a:solidFill>
                  <a:srgbClr val="000089"/>
                </a:solidFill>
                <a:latin typeface="UbuntuMono-Regular"/>
              </a:rPr>
              <a:t>assertThat</a:t>
            </a:r>
            <a:r>
              <a:rPr lang="en-US" sz="1400" b="0" i="0" u="none" strike="noStrike" baseline="0" dirty="0">
                <a:solidFill>
                  <a:srgbClr val="555555"/>
                </a:solidFill>
                <a:latin typeface="UbuntuMono-Regular"/>
              </a:rPr>
              <a:t>(</a:t>
            </a:r>
            <a:r>
              <a:rPr lang="en-US" sz="1400" b="0" i="0" u="none" strike="noStrike" baseline="0" dirty="0" err="1">
                <a:solidFill>
                  <a:srgbClr val="000089"/>
                </a:solidFill>
                <a:latin typeface="UbuntuMono-Regular"/>
              </a:rPr>
              <a:t>reader</a:t>
            </a:r>
            <a:r>
              <a:rPr lang="en-US" sz="1400" b="0" i="0" u="none" strike="noStrike" baseline="0" dirty="0" err="1">
                <a:solidFill>
                  <a:srgbClr val="555555"/>
                </a:solidFill>
                <a:latin typeface="UbuntuMono-Regular"/>
              </a:rPr>
              <a:t>.</a:t>
            </a:r>
            <a:r>
              <a:rPr lang="en-US" sz="1400" b="0" i="0" u="none" strike="noStrike" baseline="0" dirty="0" err="1">
                <a:solidFill>
                  <a:srgbClr val="33009A"/>
                </a:solidFill>
                <a:latin typeface="UbuntuMono-Regular"/>
              </a:rPr>
              <a:t>next</a:t>
            </a:r>
            <a:r>
              <a:rPr lang="en-US" sz="1400" b="0" i="0" u="none" strike="noStrike" baseline="0" dirty="0">
                <a:solidFill>
                  <a:srgbClr val="555555"/>
                </a:solidFill>
                <a:latin typeface="UbuntuMono-Regular"/>
              </a:rPr>
              <a:t>(</a:t>
            </a:r>
            <a:r>
              <a:rPr lang="en-US" sz="1400" b="0" i="0" u="none" strike="noStrike" baseline="0" dirty="0">
                <a:solidFill>
                  <a:srgbClr val="000089"/>
                </a:solidFill>
                <a:latin typeface="UbuntuMono-Regular"/>
              </a:rPr>
              <a:t>key</a:t>
            </a:r>
            <a:r>
              <a:rPr lang="en-US" sz="1400" b="0" i="0" u="none" strike="noStrike" baseline="0" dirty="0">
                <a:solidFill>
                  <a:srgbClr val="555555"/>
                </a:solidFill>
                <a:latin typeface="UbuntuMono-Regular"/>
              </a:rPr>
              <a:t>, </a:t>
            </a:r>
            <a:r>
              <a:rPr lang="en-US" sz="1400" b="0" i="0" u="none" strike="noStrike" baseline="0" dirty="0">
                <a:solidFill>
                  <a:srgbClr val="000089"/>
                </a:solidFill>
                <a:latin typeface="UbuntuMono-Regular"/>
              </a:rPr>
              <a:t>value</a:t>
            </a:r>
            <a:r>
              <a:rPr lang="en-US" sz="1400" b="0" i="0" u="none" strike="noStrike" baseline="0" dirty="0">
                <a:solidFill>
                  <a:srgbClr val="555555"/>
                </a:solidFill>
                <a:latin typeface="UbuntuMono-Regular"/>
              </a:rPr>
              <a:t>), </a:t>
            </a:r>
            <a:r>
              <a:rPr lang="en-US" sz="1400" b="0" i="0" u="none" strike="noStrike" baseline="0" dirty="0">
                <a:solidFill>
                  <a:srgbClr val="000089"/>
                </a:solidFill>
                <a:latin typeface="UbuntuMono-Regular"/>
              </a:rPr>
              <a:t>is</a:t>
            </a:r>
            <a:r>
              <a:rPr lang="en-US" sz="1400" b="0" i="0" u="none" strike="noStrike" baseline="0" dirty="0">
                <a:solidFill>
                  <a:srgbClr val="555555"/>
                </a:solidFill>
                <a:latin typeface="UbuntuMono-Regular"/>
              </a:rPr>
              <a:t>(</a:t>
            </a:r>
            <a:r>
              <a:rPr lang="en-US" sz="1400" b="1" i="0" u="none" strike="noStrike" baseline="0" dirty="0">
                <a:solidFill>
                  <a:srgbClr val="00669A"/>
                </a:solidFill>
                <a:latin typeface="UbuntuMono-Bold"/>
              </a:rPr>
              <a:t>true</a:t>
            </a:r>
            <a:r>
              <a:rPr lang="en-US" sz="1400" b="0" i="0" u="none" strike="noStrike" baseline="0" dirty="0">
                <a:solidFill>
                  <a:srgbClr val="555555"/>
                </a:solidFill>
                <a:latin typeface="UbuntuMono-Regular"/>
              </a:rPr>
              <a:t>));</a:t>
            </a:r>
          </a:p>
          <a:p>
            <a:pPr algn="l"/>
            <a:r>
              <a:rPr lang="en-US" sz="1400" b="0" i="0" u="none" strike="noStrike" baseline="0" dirty="0">
                <a:solidFill>
                  <a:srgbClr val="000089"/>
                </a:solidFill>
                <a:latin typeface="UbuntuMono-Regular"/>
              </a:rPr>
              <a:t>			</a:t>
            </a:r>
            <a:r>
              <a:rPr lang="en-US" sz="1400" b="0" i="0" u="none" strike="noStrike" baseline="0" dirty="0" err="1">
                <a:solidFill>
                  <a:srgbClr val="000089"/>
                </a:solidFill>
                <a:latin typeface="UbuntuMono-Regular"/>
              </a:rPr>
              <a:t>assertThat</a:t>
            </a:r>
            <a:r>
              <a:rPr lang="en-US" sz="1400" b="0" i="0" u="none" strike="noStrike" baseline="0" dirty="0">
                <a:solidFill>
                  <a:srgbClr val="555555"/>
                </a:solidFill>
                <a:latin typeface="UbuntuMono-Regular"/>
              </a:rPr>
              <a:t>(((</a:t>
            </a:r>
            <a:r>
              <a:rPr lang="en-US" sz="1400" b="0" i="0" u="none" strike="noStrike" baseline="0" dirty="0" err="1">
                <a:solidFill>
                  <a:srgbClr val="000089"/>
                </a:solidFill>
                <a:latin typeface="UbuntuMono-Regular"/>
              </a:rPr>
              <a:t>IntWritable</a:t>
            </a:r>
            <a:r>
              <a:rPr lang="en-US" sz="1400" b="0" i="0" u="none" strike="noStrike" baseline="0" dirty="0">
                <a:solidFill>
                  <a:srgbClr val="555555"/>
                </a:solidFill>
                <a:latin typeface="UbuntuMono-Regular"/>
              </a:rPr>
              <a:t>) </a:t>
            </a:r>
            <a:r>
              <a:rPr lang="en-US" sz="1400" b="0" i="0" u="none" strike="noStrike" baseline="0" dirty="0">
                <a:solidFill>
                  <a:srgbClr val="000089"/>
                </a:solidFill>
                <a:latin typeface="UbuntuMono-Regular"/>
              </a:rPr>
              <a:t>key</a:t>
            </a:r>
            <a:r>
              <a:rPr lang="en-US" sz="1400" b="0" i="0" u="none" strike="noStrike" baseline="0" dirty="0">
                <a:solidFill>
                  <a:srgbClr val="555555"/>
                </a:solidFill>
                <a:latin typeface="UbuntuMono-Regular"/>
              </a:rPr>
              <a:t>).</a:t>
            </a:r>
            <a:r>
              <a:rPr lang="en-US" sz="1400" b="0" i="0" u="none" strike="noStrike" baseline="0" dirty="0">
                <a:solidFill>
                  <a:srgbClr val="33009A"/>
                </a:solidFill>
                <a:latin typeface="UbuntuMono-Regular"/>
              </a:rPr>
              <a:t>get</a:t>
            </a:r>
            <a:r>
              <a:rPr lang="en-US" sz="1400" b="0" i="0" u="none" strike="noStrike" baseline="0" dirty="0">
                <a:solidFill>
                  <a:srgbClr val="555555"/>
                </a:solidFill>
                <a:latin typeface="UbuntuMono-Regular"/>
              </a:rPr>
              <a:t>(), </a:t>
            </a:r>
            <a:r>
              <a:rPr lang="en-US" sz="1400" b="0" i="0" u="none" strike="noStrike" baseline="0" dirty="0">
                <a:solidFill>
                  <a:srgbClr val="000089"/>
                </a:solidFill>
                <a:latin typeface="UbuntuMono-Regular"/>
              </a:rPr>
              <a:t>is</a:t>
            </a:r>
            <a:r>
              <a:rPr lang="en-US" sz="1400" b="0" i="0" u="none" strike="noStrike" baseline="0" dirty="0">
                <a:solidFill>
                  <a:srgbClr val="555555"/>
                </a:solidFill>
                <a:latin typeface="UbuntuMono-Regular"/>
              </a:rPr>
              <a:t>(</a:t>
            </a:r>
            <a:r>
              <a:rPr lang="en-US" sz="1400" b="0" i="0" u="none" strike="noStrike" baseline="0" dirty="0">
                <a:solidFill>
                  <a:srgbClr val="FF6600"/>
                </a:solidFill>
                <a:latin typeface="UbuntuMono-Regular"/>
              </a:rPr>
              <a:t>95</a:t>
            </a:r>
            <a:r>
              <a:rPr lang="en-US" sz="1400" b="0" i="0" u="none" strike="noStrike" baseline="0" dirty="0">
                <a:solidFill>
                  <a:srgbClr val="555555"/>
                </a:solidFill>
                <a:latin typeface="UbuntuMono-Regular"/>
              </a:rPr>
              <a:t>));</a:t>
            </a:r>
          </a:p>
          <a:p>
            <a:pPr algn="l"/>
            <a:r>
              <a:rPr lang="en-US" sz="1800" b="0" i="0" u="none" strike="noStrike" baseline="0" dirty="0">
                <a:solidFill>
                  <a:srgbClr val="000000"/>
                </a:solidFill>
                <a:latin typeface="MinionPro-Regular"/>
              </a:rPr>
              <a:t>But if the position in the file is not at a record boundary, the reader fails when the </a:t>
            </a:r>
            <a:r>
              <a:rPr lang="en-US" sz="1800" b="0" i="0" u="none" strike="noStrike" baseline="0" dirty="0">
                <a:solidFill>
                  <a:srgbClr val="000000"/>
                </a:solidFill>
                <a:latin typeface="UbuntuMono-Regular"/>
              </a:rPr>
              <a:t>next()</a:t>
            </a:r>
          </a:p>
          <a:p>
            <a:pPr algn="l"/>
            <a:r>
              <a:rPr lang="en-IN" sz="1800" b="0" i="0" u="none" strike="noStrike" baseline="0" dirty="0">
                <a:solidFill>
                  <a:srgbClr val="000000"/>
                </a:solidFill>
                <a:latin typeface="MinionPro-Regular"/>
              </a:rPr>
              <a:t>method is called:</a:t>
            </a:r>
          </a:p>
          <a:p>
            <a:pPr algn="l"/>
            <a:r>
              <a:rPr lang="en-IN" sz="1400" b="0" i="0" u="none" strike="noStrike" baseline="0" dirty="0">
                <a:solidFill>
                  <a:srgbClr val="000089"/>
                </a:solidFill>
                <a:latin typeface="UbuntuMono-Regular"/>
              </a:rPr>
              <a:t>			</a:t>
            </a:r>
            <a:r>
              <a:rPr lang="en-IN" sz="1400" b="0" i="0" u="none" strike="noStrike" baseline="0" dirty="0" err="1">
                <a:solidFill>
                  <a:srgbClr val="000089"/>
                </a:solidFill>
                <a:latin typeface="UbuntuMono-Regular"/>
              </a:rPr>
              <a:t>reader</a:t>
            </a:r>
            <a:r>
              <a:rPr lang="en-IN" sz="1400" b="0" i="0" u="none" strike="noStrike" baseline="0" dirty="0" err="1">
                <a:solidFill>
                  <a:srgbClr val="555555"/>
                </a:solidFill>
                <a:latin typeface="UbuntuMono-Regular"/>
              </a:rPr>
              <a:t>.</a:t>
            </a:r>
            <a:r>
              <a:rPr lang="en-IN" sz="1400" b="0" i="0" u="none" strike="noStrike" baseline="0" dirty="0" err="1">
                <a:solidFill>
                  <a:srgbClr val="33009A"/>
                </a:solidFill>
                <a:latin typeface="UbuntuMono-Regular"/>
              </a:rPr>
              <a:t>seek</a:t>
            </a:r>
            <a:r>
              <a:rPr lang="en-IN" sz="1400" b="0" i="0" u="none" strike="noStrike" baseline="0" dirty="0">
                <a:solidFill>
                  <a:srgbClr val="555555"/>
                </a:solidFill>
                <a:latin typeface="UbuntuMono-Regular"/>
              </a:rPr>
              <a:t>(</a:t>
            </a:r>
            <a:r>
              <a:rPr lang="en-IN" sz="1400" b="0" i="0" u="none" strike="noStrike" baseline="0" dirty="0">
                <a:solidFill>
                  <a:srgbClr val="FF6600"/>
                </a:solidFill>
                <a:latin typeface="UbuntuMono-Regular"/>
              </a:rPr>
              <a:t>360</a:t>
            </a:r>
            <a:r>
              <a:rPr lang="en-IN" sz="1400" b="0" i="0" u="none" strike="noStrike" baseline="0" dirty="0">
                <a:solidFill>
                  <a:srgbClr val="555555"/>
                </a:solidFill>
                <a:latin typeface="UbuntuMono-Regular"/>
              </a:rPr>
              <a:t>);</a:t>
            </a:r>
          </a:p>
          <a:p>
            <a:pPr algn="l"/>
            <a:r>
              <a:rPr lang="en-US" sz="1400" b="0" i="0" u="none" strike="noStrike" baseline="0" dirty="0">
                <a:solidFill>
                  <a:srgbClr val="000089"/>
                </a:solidFill>
                <a:latin typeface="UbuntuMono-Regular"/>
              </a:rPr>
              <a:t>			</a:t>
            </a:r>
            <a:r>
              <a:rPr lang="en-US" sz="1400" b="0" i="0" u="none" strike="noStrike" baseline="0" dirty="0" err="1">
                <a:solidFill>
                  <a:srgbClr val="000089"/>
                </a:solidFill>
                <a:latin typeface="UbuntuMono-Regular"/>
              </a:rPr>
              <a:t>reader</a:t>
            </a:r>
            <a:r>
              <a:rPr lang="en-US" sz="1400" b="0" i="0" u="none" strike="noStrike" baseline="0" dirty="0" err="1">
                <a:solidFill>
                  <a:srgbClr val="555555"/>
                </a:solidFill>
                <a:latin typeface="UbuntuMono-Regular"/>
              </a:rPr>
              <a:t>.</a:t>
            </a:r>
            <a:r>
              <a:rPr lang="en-US" sz="1400" b="0" i="0" u="none" strike="noStrike" baseline="0" dirty="0" err="1">
                <a:solidFill>
                  <a:srgbClr val="33009A"/>
                </a:solidFill>
                <a:latin typeface="UbuntuMono-Regular"/>
              </a:rPr>
              <a:t>next</a:t>
            </a:r>
            <a:r>
              <a:rPr lang="en-US" sz="1400" b="0" i="0" u="none" strike="noStrike" baseline="0" dirty="0">
                <a:solidFill>
                  <a:srgbClr val="555555"/>
                </a:solidFill>
                <a:latin typeface="UbuntuMono-Regular"/>
              </a:rPr>
              <a:t>(</a:t>
            </a:r>
            <a:r>
              <a:rPr lang="en-US" sz="1400" b="0" i="0" u="none" strike="noStrike" baseline="0" dirty="0">
                <a:solidFill>
                  <a:srgbClr val="000089"/>
                </a:solidFill>
                <a:latin typeface="UbuntuMono-Regular"/>
              </a:rPr>
              <a:t>key</a:t>
            </a:r>
            <a:r>
              <a:rPr lang="en-US" sz="1400" b="0" i="0" u="none" strike="noStrike" baseline="0" dirty="0">
                <a:solidFill>
                  <a:srgbClr val="555555"/>
                </a:solidFill>
                <a:latin typeface="UbuntuMono-Regular"/>
              </a:rPr>
              <a:t>, </a:t>
            </a:r>
            <a:r>
              <a:rPr lang="en-US" sz="1400" b="0" i="0" u="none" strike="noStrike" baseline="0" dirty="0">
                <a:solidFill>
                  <a:srgbClr val="000089"/>
                </a:solidFill>
                <a:latin typeface="UbuntuMono-Regular"/>
              </a:rPr>
              <a:t>value</a:t>
            </a:r>
            <a:r>
              <a:rPr lang="en-US" sz="1400" b="0" i="0" u="none" strike="noStrike" baseline="0" dirty="0">
                <a:solidFill>
                  <a:srgbClr val="555555"/>
                </a:solidFill>
                <a:latin typeface="UbuntuMono-Regular"/>
              </a:rPr>
              <a:t>); </a:t>
            </a:r>
            <a:r>
              <a:rPr lang="en-US" sz="1400" b="0" i="1" u="none" strike="noStrike" baseline="0" dirty="0">
                <a:solidFill>
                  <a:srgbClr val="35586C"/>
                </a:solidFill>
                <a:latin typeface="UbuntuMono-Italic"/>
              </a:rPr>
              <a:t>// fails with </a:t>
            </a:r>
            <a:r>
              <a:rPr lang="en-US" sz="1400" b="0" i="1" u="none" strike="noStrike" baseline="0" dirty="0" err="1">
                <a:solidFill>
                  <a:srgbClr val="35586C"/>
                </a:solidFill>
                <a:latin typeface="UbuntuMono-Italic"/>
              </a:rPr>
              <a:t>IOException</a:t>
            </a:r>
            <a:endParaRPr lang="en-US" sz="1400" b="0" i="1" u="none" strike="noStrike" baseline="0" dirty="0">
              <a:solidFill>
                <a:srgbClr val="35586C"/>
              </a:solidFill>
              <a:latin typeface="UbuntuMono-Italic"/>
            </a:endParaRPr>
          </a:p>
        </p:txBody>
      </p:sp>
    </p:spTree>
    <p:extLst>
      <p:ext uri="{BB962C8B-B14F-4D97-AF65-F5344CB8AC3E}">
        <p14:creationId xmlns:p14="http://schemas.microsoft.com/office/powerpoint/2010/main" val="29400178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6" y="844295"/>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71017" y="324053"/>
            <a:ext cx="5624983" cy="443070"/>
          </a:xfrm>
          <a:prstGeom prst="rect">
            <a:avLst/>
          </a:prstGeom>
        </p:spPr>
        <p:txBody>
          <a:bodyPr vert="horz" wrap="square" lIns="0" tIns="12065" rIns="0" bIns="0" rtlCol="0">
            <a:spAutoFit/>
          </a:bodyPr>
          <a:lstStyle/>
          <a:p>
            <a:pPr marL="12700">
              <a:lnSpc>
                <a:spcPct val="100000"/>
              </a:lnSpc>
              <a:spcBef>
                <a:spcPts val="95"/>
              </a:spcBef>
            </a:pPr>
            <a:r>
              <a:rPr lang="en-US" sz="2800" spc="-5" dirty="0"/>
              <a:t>Reading a Sequence Files</a:t>
            </a:r>
            <a:endParaRPr sz="2800"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9" name="TextBox 8">
            <a:extLst>
              <a:ext uri="{FF2B5EF4-FFF2-40B4-BE49-F238E27FC236}">
                <a16:creationId xmlns:a16="http://schemas.microsoft.com/office/drawing/2014/main" id="{69419AB5-2DB2-D9C8-2B96-3BF939C78281}"/>
              </a:ext>
            </a:extLst>
          </p:cNvPr>
          <p:cNvSpPr txBox="1"/>
          <p:nvPr/>
        </p:nvSpPr>
        <p:spPr>
          <a:xfrm>
            <a:off x="316200" y="1200150"/>
            <a:ext cx="8840977" cy="3077766"/>
          </a:xfrm>
          <a:prstGeom prst="rect">
            <a:avLst/>
          </a:prstGeom>
          <a:noFill/>
        </p:spPr>
        <p:txBody>
          <a:bodyPr wrap="square">
            <a:spAutoFit/>
          </a:bodyPr>
          <a:lstStyle/>
          <a:p>
            <a:pPr algn="l"/>
            <a:r>
              <a:rPr lang="en-US" b="0" i="0" u="none" strike="noStrike" baseline="0" dirty="0">
                <a:solidFill>
                  <a:srgbClr val="000000"/>
                </a:solidFill>
                <a:latin typeface="MinionPro-Regular"/>
              </a:rPr>
              <a:t>The second way to find a record boundary makes use of sync points. </a:t>
            </a:r>
          </a:p>
          <a:p>
            <a:pPr algn="l"/>
            <a:r>
              <a:rPr lang="en-US" b="0" i="0" u="none" strike="noStrike" baseline="0" dirty="0">
                <a:solidFill>
                  <a:srgbClr val="000000"/>
                </a:solidFill>
                <a:latin typeface="MinionPro-Regular"/>
              </a:rPr>
              <a:t>The </a:t>
            </a:r>
            <a:r>
              <a:rPr lang="en-US" b="0" i="0" u="none" strike="noStrike" baseline="0" dirty="0">
                <a:solidFill>
                  <a:srgbClr val="000000"/>
                </a:solidFill>
                <a:latin typeface="UbuntuMono-Regular"/>
              </a:rPr>
              <a:t>sync(long position) </a:t>
            </a:r>
            <a:r>
              <a:rPr lang="en-US" b="0" i="0" u="none" strike="noStrike" baseline="0" dirty="0">
                <a:solidFill>
                  <a:srgbClr val="000000"/>
                </a:solidFill>
                <a:latin typeface="MinionPro-Regular"/>
              </a:rPr>
              <a:t>method on </a:t>
            </a:r>
            <a:r>
              <a:rPr lang="en-US" b="0" i="0" u="none" strike="noStrike" baseline="0" dirty="0" err="1">
                <a:solidFill>
                  <a:srgbClr val="000000"/>
                </a:solidFill>
                <a:latin typeface="UbuntuMono-Regular"/>
              </a:rPr>
              <a:t>SequenceFile.Reader</a:t>
            </a:r>
            <a:r>
              <a:rPr lang="en-US" b="0" i="0" u="none" strike="noStrike" baseline="0" dirty="0">
                <a:solidFill>
                  <a:srgbClr val="000000"/>
                </a:solidFill>
                <a:latin typeface="UbuntuMono-Regular"/>
              </a:rPr>
              <a:t> </a:t>
            </a:r>
            <a:r>
              <a:rPr lang="en-US" b="0" i="0" u="none" strike="noStrike" baseline="0" dirty="0">
                <a:solidFill>
                  <a:srgbClr val="000000"/>
                </a:solidFill>
                <a:latin typeface="MinionPro-Regular"/>
              </a:rPr>
              <a:t>positions the reader at the next sync point after </a:t>
            </a:r>
            <a:r>
              <a:rPr lang="en-US" b="0" i="0" u="none" strike="noStrike" baseline="0" dirty="0">
                <a:solidFill>
                  <a:srgbClr val="000000"/>
                </a:solidFill>
                <a:latin typeface="UbuntuMono-Regular"/>
              </a:rPr>
              <a:t>position</a:t>
            </a:r>
            <a:r>
              <a:rPr lang="en-US" b="0" i="0" u="none" strike="noStrike" baseline="0" dirty="0">
                <a:solidFill>
                  <a:srgbClr val="000000"/>
                </a:solidFill>
                <a:latin typeface="MinionPro-Regular"/>
              </a:rPr>
              <a:t>. </a:t>
            </a:r>
          </a:p>
          <a:p>
            <a:pPr algn="l"/>
            <a:r>
              <a:rPr lang="en-US" b="0" i="0" u="none" strike="noStrike" baseline="0" dirty="0">
                <a:solidFill>
                  <a:srgbClr val="000000"/>
                </a:solidFill>
                <a:latin typeface="MinionPro-Regular"/>
              </a:rPr>
              <a:t>Thus, we can call </a:t>
            </a:r>
            <a:r>
              <a:rPr lang="en-US" b="0" i="0" u="none" strike="noStrike" baseline="0" dirty="0">
                <a:solidFill>
                  <a:srgbClr val="000000"/>
                </a:solidFill>
                <a:latin typeface="UbuntuMono-Regular"/>
              </a:rPr>
              <a:t>sync() </a:t>
            </a:r>
            <a:r>
              <a:rPr lang="en-US" b="0" i="0" u="none" strike="noStrike" baseline="0" dirty="0">
                <a:solidFill>
                  <a:srgbClr val="000000"/>
                </a:solidFill>
                <a:latin typeface="MinionPro-Regular"/>
              </a:rPr>
              <a:t>with any position in </a:t>
            </a:r>
            <a:r>
              <a:rPr lang="en-US" sz="1800" b="0" i="0" u="none" strike="noStrike" baseline="0" dirty="0">
                <a:solidFill>
                  <a:srgbClr val="000000"/>
                </a:solidFill>
                <a:latin typeface="MinionPro-Regular"/>
              </a:rPr>
              <a:t>the stream—not necessarily a record boundary—and the reader will reestablish itself at the next sync point so reading can continue:</a:t>
            </a:r>
          </a:p>
          <a:p>
            <a:pPr algn="l"/>
            <a:r>
              <a:rPr lang="en-IN" sz="1800" b="0" i="0" u="none" strike="noStrike" baseline="0" dirty="0">
                <a:solidFill>
                  <a:srgbClr val="000089"/>
                </a:solidFill>
                <a:latin typeface="UbuntuMono-Regular"/>
              </a:rPr>
              <a:t>			</a:t>
            </a:r>
            <a:r>
              <a:rPr lang="en-IN" sz="1800" b="0" i="0" u="none" strike="noStrike" baseline="0" dirty="0" err="1">
                <a:solidFill>
                  <a:srgbClr val="000089"/>
                </a:solidFill>
                <a:latin typeface="UbuntuMono-Regular"/>
              </a:rPr>
              <a:t>reader</a:t>
            </a:r>
            <a:r>
              <a:rPr lang="en-IN" sz="1800" b="0" i="0" u="none" strike="noStrike" baseline="0" dirty="0" err="1">
                <a:solidFill>
                  <a:srgbClr val="555555"/>
                </a:solidFill>
                <a:latin typeface="UbuntuMono-Regular"/>
              </a:rPr>
              <a:t>.</a:t>
            </a:r>
            <a:r>
              <a:rPr lang="en-IN" sz="1800" b="0" i="0" u="none" strike="noStrike" baseline="0" dirty="0" err="1">
                <a:solidFill>
                  <a:srgbClr val="33009A"/>
                </a:solidFill>
                <a:latin typeface="UbuntuMono-Regular"/>
              </a:rPr>
              <a:t>sync</a:t>
            </a:r>
            <a:r>
              <a:rPr lang="en-IN" sz="1800" b="0" i="0" u="none" strike="noStrike" baseline="0" dirty="0">
                <a:solidFill>
                  <a:srgbClr val="555555"/>
                </a:solidFill>
                <a:latin typeface="UbuntuMono-Regular"/>
              </a:rPr>
              <a:t>(</a:t>
            </a:r>
            <a:r>
              <a:rPr lang="en-IN" sz="1800" b="0" i="0" u="none" strike="noStrike" baseline="0" dirty="0">
                <a:solidFill>
                  <a:srgbClr val="FF6600"/>
                </a:solidFill>
                <a:latin typeface="UbuntuMono-Regular"/>
              </a:rPr>
              <a:t>360</a:t>
            </a:r>
            <a:r>
              <a:rPr lang="en-IN" sz="1800" b="0" i="0" u="none" strike="noStrike" baseline="0" dirty="0">
                <a:solidFill>
                  <a:srgbClr val="555555"/>
                </a:solidFill>
                <a:latin typeface="UbuntuMono-Regular"/>
              </a:rPr>
              <a:t>);</a:t>
            </a:r>
          </a:p>
          <a:p>
            <a:pPr algn="l"/>
            <a:r>
              <a:rPr lang="en-US" sz="1800" b="0" i="0" u="none" strike="noStrike" baseline="0" dirty="0">
                <a:solidFill>
                  <a:srgbClr val="000089"/>
                </a:solidFill>
                <a:latin typeface="UbuntuMono-Regular"/>
              </a:rPr>
              <a:t>			</a:t>
            </a:r>
            <a:r>
              <a:rPr lang="en-US" sz="1800" b="0" i="0" u="none" strike="noStrike" baseline="0" dirty="0" err="1">
                <a:solidFill>
                  <a:srgbClr val="000089"/>
                </a:solidFill>
                <a:latin typeface="UbuntuMono-Regular"/>
              </a:rPr>
              <a:t>assertThat</a:t>
            </a:r>
            <a:r>
              <a:rPr lang="en-US" sz="1800" b="0" i="0" u="none" strike="noStrike" baseline="0" dirty="0">
                <a:solidFill>
                  <a:srgbClr val="555555"/>
                </a:solidFill>
                <a:latin typeface="UbuntuMono-Regular"/>
              </a:rPr>
              <a:t>(</a:t>
            </a:r>
            <a:r>
              <a:rPr lang="en-US" sz="1800" b="0" i="0" u="none" strike="noStrike" baseline="0" dirty="0" err="1">
                <a:solidFill>
                  <a:srgbClr val="000089"/>
                </a:solidFill>
                <a:latin typeface="UbuntuMono-Regular"/>
              </a:rPr>
              <a:t>reader</a:t>
            </a:r>
            <a:r>
              <a:rPr lang="en-US" sz="1800" b="0" i="0" u="none" strike="noStrike" baseline="0" dirty="0" err="1">
                <a:solidFill>
                  <a:srgbClr val="555555"/>
                </a:solidFill>
                <a:latin typeface="UbuntuMono-Regular"/>
              </a:rPr>
              <a:t>.</a:t>
            </a:r>
            <a:r>
              <a:rPr lang="en-US" sz="1800" b="0" i="0" u="none" strike="noStrike" baseline="0" dirty="0" err="1">
                <a:solidFill>
                  <a:srgbClr val="33009A"/>
                </a:solidFill>
                <a:latin typeface="UbuntuMono-Regular"/>
              </a:rPr>
              <a:t>getPosition</a:t>
            </a:r>
            <a:r>
              <a:rPr lang="en-US" sz="1800" b="0" i="0" u="none" strike="noStrike" baseline="0" dirty="0">
                <a:solidFill>
                  <a:srgbClr val="555555"/>
                </a:solidFill>
                <a:latin typeface="UbuntuMono-Regular"/>
              </a:rPr>
              <a:t>(), </a:t>
            </a:r>
            <a:r>
              <a:rPr lang="en-US" sz="1800" b="0" i="0" u="none" strike="noStrike" baseline="0" dirty="0">
                <a:solidFill>
                  <a:srgbClr val="000089"/>
                </a:solidFill>
                <a:latin typeface="UbuntuMono-Regular"/>
              </a:rPr>
              <a:t>is</a:t>
            </a:r>
            <a:r>
              <a:rPr lang="en-US" sz="1800" b="0" i="0" u="none" strike="noStrike" baseline="0" dirty="0">
                <a:solidFill>
                  <a:srgbClr val="555555"/>
                </a:solidFill>
                <a:latin typeface="UbuntuMono-Regular"/>
              </a:rPr>
              <a:t>(</a:t>
            </a:r>
            <a:r>
              <a:rPr lang="en-US" sz="1800" b="0" i="0" u="none" strike="noStrike" baseline="0" dirty="0">
                <a:solidFill>
                  <a:srgbClr val="FF6600"/>
                </a:solidFill>
                <a:latin typeface="UbuntuMono-Regular"/>
              </a:rPr>
              <a:t>2021L</a:t>
            </a:r>
            <a:r>
              <a:rPr lang="en-US" sz="1800" b="0" i="0" u="none" strike="noStrike" baseline="0" dirty="0">
                <a:solidFill>
                  <a:srgbClr val="555555"/>
                </a:solidFill>
                <a:latin typeface="UbuntuMono-Regular"/>
              </a:rPr>
              <a:t>));</a:t>
            </a:r>
          </a:p>
          <a:p>
            <a:pPr algn="l"/>
            <a:r>
              <a:rPr lang="en-US" sz="1800" b="0" i="0" u="none" strike="noStrike" baseline="0" dirty="0">
                <a:solidFill>
                  <a:srgbClr val="000089"/>
                </a:solidFill>
                <a:latin typeface="UbuntuMono-Regular"/>
              </a:rPr>
              <a:t>			</a:t>
            </a:r>
            <a:r>
              <a:rPr lang="en-US" sz="1800" b="0" i="0" u="none" strike="noStrike" baseline="0" dirty="0" err="1">
                <a:solidFill>
                  <a:srgbClr val="000089"/>
                </a:solidFill>
                <a:latin typeface="UbuntuMono-Regular"/>
              </a:rPr>
              <a:t>assertThat</a:t>
            </a:r>
            <a:r>
              <a:rPr lang="en-US" sz="1800" b="0" i="0" u="none" strike="noStrike" baseline="0" dirty="0">
                <a:solidFill>
                  <a:srgbClr val="555555"/>
                </a:solidFill>
                <a:latin typeface="UbuntuMono-Regular"/>
              </a:rPr>
              <a:t>(</a:t>
            </a:r>
            <a:r>
              <a:rPr lang="en-US" sz="1800" b="0" i="0" u="none" strike="noStrike" baseline="0" dirty="0" err="1">
                <a:solidFill>
                  <a:srgbClr val="000089"/>
                </a:solidFill>
                <a:latin typeface="UbuntuMono-Regular"/>
              </a:rPr>
              <a:t>reader</a:t>
            </a:r>
            <a:r>
              <a:rPr lang="en-US" sz="1800" b="0" i="0" u="none" strike="noStrike" baseline="0" dirty="0" err="1">
                <a:solidFill>
                  <a:srgbClr val="555555"/>
                </a:solidFill>
                <a:latin typeface="UbuntuMono-Regular"/>
              </a:rPr>
              <a:t>.</a:t>
            </a:r>
            <a:r>
              <a:rPr lang="en-US" sz="1800" b="0" i="0" u="none" strike="noStrike" baseline="0" dirty="0" err="1">
                <a:solidFill>
                  <a:srgbClr val="33009A"/>
                </a:solidFill>
                <a:latin typeface="UbuntuMono-Regular"/>
              </a:rPr>
              <a:t>next</a:t>
            </a:r>
            <a:r>
              <a:rPr lang="en-US" sz="1800" b="0" i="0" u="none" strike="noStrike" baseline="0" dirty="0">
                <a:solidFill>
                  <a:srgbClr val="555555"/>
                </a:solidFill>
                <a:latin typeface="UbuntuMono-Regular"/>
              </a:rPr>
              <a:t>(</a:t>
            </a:r>
            <a:r>
              <a:rPr lang="en-US" sz="1800" b="0" i="0" u="none" strike="noStrike" baseline="0" dirty="0">
                <a:solidFill>
                  <a:srgbClr val="000089"/>
                </a:solidFill>
                <a:latin typeface="UbuntuMono-Regular"/>
              </a:rPr>
              <a:t>key</a:t>
            </a:r>
            <a:r>
              <a:rPr lang="en-US" sz="1800" b="0" i="0" u="none" strike="noStrike" baseline="0" dirty="0">
                <a:solidFill>
                  <a:srgbClr val="555555"/>
                </a:solidFill>
                <a:latin typeface="UbuntuMono-Regular"/>
              </a:rPr>
              <a:t>, </a:t>
            </a:r>
            <a:r>
              <a:rPr lang="en-US" sz="1800" b="0" i="0" u="none" strike="noStrike" baseline="0" dirty="0">
                <a:solidFill>
                  <a:srgbClr val="000089"/>
                </a:solidFill>
                <a:latin typeface="UbuntuMono-Regular"/>
              </a:rPr>
              <a:t>value</a:t>
            </a:r>
            <a:r>
              <a:rPr lang="en-US" sz="1800" b="0" i="0" u="none" strike="noStrike" baseline="0" dirty="0">
                <a:solidFill>
                  <a:srgbClr val="555555"/>
                </a:solidFill>
                <a:latin typeface="UbuntuMono-Regular"/>
              </a:rPr>
              <a:t>), </a:t>
            </a:r>
            <a:r>
              <a:rPr lang="en-US" sz="1800" b="0" i="0" u="none" strike="noStrike" baseline="0" dirty="0">
                <a:solidFill>
                  <a:srgbClr val="000089"/>
                </a:solidFill>
                <a:latin typeface="UbuntuMono-Regular"/>
              </a:rPr>
              <a:t>is</a:t>
            </a:r>
            <a:r>
              <a:rPr lang="en-US" sz="1800" b="0" i="0" u="none" strike="noStrike" baseline="0" dirty="0">
                <a:solidFill>
                  <a:srgbClr val="555555"/>
                </a:solidFill>
                <a:latin typeface="UbuntuMono-Regular"/>
              </a:rPr>
              <a:t>(</a:t>
            </a:r>
            <a:r>
              <a:rPr lang="en-US" sz="1800" b="1" i="0" u="none" strike="noStrike" baseline="0" dirty="0">
                <a:solidFill>
                  <a:srgbClr val="00669A"/>
                </a:solidFill>
                <a:latin typeface="UbuntuMono-Bold"/>
              </a:rPr>
              <a:t>true</a:t>
            </a:r>
            <a:r>
              <a:rPr lang="en-US" sz="1800" b="0" i="0" u="none" strike="noStrike" baseline="0" dirty="0">
                <a:solidFill>
                  <a:srgbClr val="555555"/>
                </a:solidFill>
                <a:latin typeface="UbuntuMono-Regular"/>
              </a:rPr>
              <a:t>));</a:t>
            </a:r>
          </a:p>
          <a:p>
            <a:pPr algn="l"/>
            <a:r>
              <a:rPr lang="en-US" sz="1800" b="0" i="0" u="none" strike="noStrike" baseline="0" dirty="0">
                <a:solidFill>
                  <a:srgbClr val="000089"/>
                </a:solidFill>
                <a:latin typeface="UbuntuMono-Regular"/>
              </a:rPr>
              <a:t>			</a:t>
            </a:r>
            <a:r>
              <a:rPr lang="en-US" sz="1800" b="0" i="0" u="none" strike="noStrike" baseline="0" dirty="0" err="1">
                <a:solidFill>
                  <a:srgbClr val="000089"/>
                </a:solidFill>
                <a:latin typeface="UbuntuMono-Regular"/>
              </a:rPr>
              <a:t>assertThat</a:t>
            </a:r>
            <a:r>
              <a:rPr lang="en-US" sz="1800" b="0" i="0" u="none" strike="noStrike" baseline="0" dirty="0">
                <a:solidFill>
                  <a:srgbClr val="555555"/>
                </a:solidFill>
                <a:latin typeface="UbuntuMono-Regular"/>
              </a:rPr>
              <a:t>(((</a:t>
            </a:r>
            <a:r>
              <a:rPr lang="en-US" sz="1800" b="0" i="0" u="none" strike="noStrike" baseline="0" dirty="0" err="1">
                <a:solidFill>
                  <a:srgbClr val="000089"/>
                </a:solidFill>
                <a:latin typeface="UbuntuMono-Regular"/>
              </a:rPr>
              <a:t>IntWritable</a:t>
            </a:r>
            <a:r>
              <a:rPr lang="en-US" sz="1800" b="0" i="0" u="none" strike="noStrike" baseline="0" dirty="0">
                <a:solidFill>
                  <a:srgbClr val="555555"/>
                </a:solidFill>
                <a:latin typeface="UbuntuMono-Regular"/>
              </a:rPr>
              <a:t>) </a:t>
            </a:r>
            <a:r>
              <a:rPr lang="en-US" sz="1800" b="0" i="0" u="none" strike="noStrike" baseline="0" dirty="0">
                <a:solidFill>
                  <a:srgbClr val="000089"/>
                </a:solidFill>
                <a:latin typeface="UbuntuMono-Regular"/>
              </a:rPr>
              <a:t>key</a:t>
            </a:r>
            <a:r>
              <a:rPr lang="en-US" sz="1800" b="0" i="0" u="none" strike="noStrike" baseline="0" dirty="0">
                <a:solidFill>
                  <a:srgbClr val="555555"/>
                </a:solidFill>
                <a:latin typeface="UbuntuMono-Regular"/>
              </a:rPr>
              <a:t>).</a:t>
            </a:r>
            <a:r>
              <a:rPr lang="en-US" sz="1800" b="0" i="0" u="none" strike="noStrike" baseline="0" dirty="0">
                <a:solidFill>
                  <a:srgbClr val="33009A"/>
                </a:solidFill>
                <a:latin typeface="UbuntuMono-Regular"/>
              </a:rPr>
              <a:t>get</a:t>
            </a:r>
            <a:r>
              <a:rPr lang="en-US" sz="1800" b="0" i="0" u="none" strike="noStrike" baseline="0" dirty="0">
                <a:solidFill>
                  <a:srgbClr val="555555"/>
                </a:solidFill>
                <a:latin typeface="UbuntuMono-Regular"/>
              </a:rPr>
              <a:t>(), </a:t>
            </a:r>
            <a:r>
              <a:rPr lang="en-US" sz="1800" b="0" i="0" u="none" strike="noStrike" baseline="0" dirty="0">
                <a:solidFill>
                  <a:srgbClr val="000089"/>
                </a:solidFill>
                <a:latin typeface="UbuntuMono-Regular"/>
              </a:rPr>
              <a:t>is</a:t>
            </a:r>
            <a:r>
              <a:rPr lang="en-US" sz="1800" b="0" i="0" u="none" strike="noStrike" baseline="0" dirty="0">
                <a:solidFill>
                  <a:srgbClr val="555555"/>
                </a:solidFill>
                <a:latin typeface="UbuntuMono-Regular"/>
              </a:rPr>
              <a:t>(</a:t>
            </a:r>
            <a:r>
              <a:rPr lang="en-US" sz="1800" b="0" i="0" u="none" strike="noStrike" baseline="0" dirty="0">
                <a:solidFill>
                  <a:srgbClr val="FF6600"/>
                </a:solidFill>
                <a:latin typeface="UbuntuMono-Regular"/>
              </a:rPr>
              <a:t>59</a:t>
            </a:r>
            <a:r>
              <a:rPr lang="en-US" sz="1800" b="0" i="0" u="none" strike="noStrike" baseline="0" dirty="0">
                <a:solidFill>
                  <a:srgbClr val="555555"/>
                </a:solidFill>
                <a:latin typeface="UbuntuMono-Regular"/>
              </a:rPr>
              <a:t>));</a:t>
            </a:r>
            <a:endParaRPr lang="en-IN" dirty="0"/>
          </a:p>
          <a:p>
            <a:pPr algn="l"/>
            <a:endParaRPr lang="en-US" sz="1400" b="0" i="1" u="none" strike="noStrike" baseline="0" dirty="0">
              <a:solidFill>
                <a:srgbClr val="35586C"/>
              </a:solidFill>
              <a:latin typeface="UbuntuMono-Italic"/>
            </a:endParaRPr>
          </a:p>
        </p:txBody>
      </p:sp>
    </p:spTree>
    <p:extLst>
      <p:ext uri="{BB962C8B-B14F-4D97-AF65-F5344CB8AC3E}">
        <p14:creationId xmlns:p14="http://schemas.microsoft.com/office/powerpoint/2010/main" val="18664608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6344" y="1036827"/>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66344" y="162870"/>
            <a:ext cx="5624983" cy="873957"/>
          </a:xfrm>
          <a:prstGeom prst="rect">
            <a:avLst/>
          </a:prstGeom>
        </p:spPr>
        <p:txBody>
          <a:bodyPr vert="horz" wrap="square" lIns="0" tIns="12065" rIns="0" bIns="0" rtlCol="0">
            <a:spAutoFit/>
          </a:bodyPr>
          <a:lstStyle/>
          <a:p>
            <a:pPr marL="12700">
              <a:lnSpc>
                <a:spcPct val="100000"/>
              </a:lnSpc>
              <a:spcBef>
                <a:spcPts val="95"/>
              </a:spcBef>
            </a:pPr>
            <a:r>
              <a:rPr lang="en-US" spc="-5" dirty="0"/>
              <a:t>Displaying a </a:t>
            </a:r>
            <a:r>
              <a:rPr lang="en-US" spc="-5" dirty="0" err="1"/>
              <a:t>SequenceFile</a:t>
            </a:r>
            <a:r>
              <a:rPr lang="en-US" spc="-5" dirty="0"/>
              <a:t> with the command-line interface</a:t>
            </a:r>
            <a:endParaRPr spc="-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9" name="TextBox 8">
            <a:extLst>
              <a:ext uri="{FF2B5EF4-FFF2-40B4-BE49-F238E27FC236}">
                <a16:creationId xmlns:a16="http://schemas.microsoft.com/office/drawing/2014/main" id="{69419AB5-2DB2-D9C8-2B96-3BF939C78281}"/>
              </a:ext>
            </a:extLst>
          </p:cNvPr>
          <p:cNvSpPr txBox="1"/>
          <p:nvPr/>
        </p:nvSpPr>
        <p:spPr>
          <a:xfrm>
            <a:off x="316200" y="1200150"/>
            <a:ext cx="8840977" cy="3139321"/>
          </a:xfrm>
          <a:prstGeom prst="rect">
            <a:avLst/>
          </a:prstGeom>
          <a:noFill/>
        </p:spPr>
        <p:txBody>
          <a:bodyPr wrap="square">
            <a:spAutoFit/>
          </a:bodyPr>
          <a:lstStyle/>
          <a:p>
            <a:pPr algn="l"/>
            <a:r>
              <a:rPr lang="en-US" sz="1800" b="0" i="0" u="none" strike="noStrike" baseline="0" dirty="0">
                <a:latin typeface="MinionPro-Regular"/>
              </a:rPr>
              <a:t>The </a:t>
            </a:r>
            <a:r>
              <a:rPr lang="en-US" sz="1800" b="0" i="0" u="none" strike="noStrike" baseline="0" dirty="0" err="1">
                <a:latin typeface="UbuntuMono-Regular"/>
              </a:rPr>
              <a:t>hadoop</a:t>
            </a:r>
            <a:r>
              <a:rPr lang="en-US" sz="1800" b="0" i="0" u="none" strike="noStrike" baseline="0" dirty="0">
                <a:latin typeface="UbuntuMono-Regular"/>
              </a:rPr>
              <a:t> fs </a:t>
            </a:r>
            <a:r>
              <a:rPr lang="en-US" sz="1800" b="0" i="0" u="none" strike="noStrike" baseline="0" dirty="0">
                <a:latin typeface="MinionPro-Regular"/>
              </a:rPr>
              <a:t>command has a </a:t>
            </a:r>
            <a:r>
              <a:rPr lang="en-US" sz="1800" b="0" i="0" u="none" strike="noStrike" baseline="0" dirty="0">
                <a:latin typeface="UbuntuMono-Regular"/>
              </a:rPr>
              <a:t>-text </a:t>
            </a:r>
            <a:r>
              <a:rPr lang="en-US" sz="1800" b="0" i="0" u="none" strike="noStrike" baseline="0" dirty="0">
                <a:latin typeface="MinionPro-Regular"/>
              </a:rPr>
              <a:t>option to display sequence files in textual form.</a:t>
            </a:r>
          </a:p>
          <a:p>
            <a:pPr algn="l"/>
            <a:r>
              <a:rPr lang="en-US" sz="1800" b="0" i="0" u="none" strike="noStrike" baseline="0" dirty="0">
                <a:latin typeface="MinionPro-Regular"/>
              </a:rPr>
              <a:t>It looks at a file’s magic number so that it can attempt to detect the type of the file and</a:t>
            </a:r>
          </a:p>
          <a:p>
            <a:pPr algn="l"/>
            <a:r>
              <a:rPr lang="en-US" sz="1800" b="0" i="0" u="none" strike="noStrike" baseline="0" dirty="0">
                <a:latin typeface="MinionPro-Regular"/>
              </a:rPr>
              <a:t>appropriately convert it to text. </a:t>
            </a:r>
          </a:p>
          <a:p>
            <a:pPr algn="l"/>
            <a:r>
              <a:rPr lang="en-US" sz="1800" b="0" i="0" u="none" strike="noStrike" baseline="0" dirty="0">
                <a:latin typeface="MinionPro-Regular"/>
              </a:rPr>
              <a:t>It can recognize </a:t>
            </a:r>
            <a:r>
              <a:rPr lang="en-US" sz="1800" b="0" i="0" u="none" strike="noStrike" baseline="0" dirty="0" err="1">
                <a:latin typeface="MinionPro-Regular"/>
              </a:rPr>
              <a:t>gzipped</a:t>
            </a:r>
            <a:r>
              <a:rPr lang="en-US" sz="1800" b="0" i="0" u="none" strike="noStrike" baseline="0" dirty="0">
                <a:latin typeface="MinionPro-Regular"/>
              </a:rPr>
              <a:t> files, sequence files, and Avro datafiles; otherwise, it assumes the input is plain text.</a:t>
            </a:r>
          </a:p>
          <a:p>
            <a:pPr algn="l"/>
            <a:r>
              <a:rPr lang="en-US" sz="1800" b="0" i="0" u="none" strike="noStrike" baseline="0" dirty="0">
                <a:latin typeface="MinionPro-Regular"/>
              </a:rPr>
              <a:t>For sequence files, this command is really useful only if the keys and values have meaningful</a:t>
            </a:r>
          </a:p>
          <a:p>
            <a:pPr algn="l"/>
            <a:r>
              <a:rPr lang="en-US" sz="1800" b="0" i="0" u="none" strike="noStrike" baseline="0" dirty="0">
                <a:latin typeface="MinionPro-Regular"/>
              </a:rPr>
              <a:t>string representations (as defined by the </a:t>
            </a:r>
            <a:r>
              <a:rPr lang="en-US" sz="1800" b="0" i="0" u="none" strike="noStrike" baseline="0" dirty="0" err="1">
                <a:latin typeface="UbuntuMono-Regular"/>
              </a:rPr>
              <a:t>toString</a:t>
            </a:r>
            <a:r>
              <a:rPr lang="en-US" sz="1800" b="0" i="0" u="none" strike="noStrike" baseline="0" dirty="0">
                <a:latin typeface="UbuntuMono-Regular"/>
              </a:rPr>
              <a:t>() </a:t>
            </a:r>
            <a:r>
              <a:rPr lang="en-US" sz="1800" b="0" i="0" u="none" strike="noStrike" baseline="0" dirty="0">
                <a:latin typeface="MinionPro-Regular"/>
              </a:rPr>
              <a:t>method). </a:t>
            </a:r>
          </a:p>
          <a:p>
            <a:pPr algn="l"/>
            <a:r>
              <a:rPr lang="en-US" sz="1800" b="0" i="0" u="none" strike="noStrike" baseline="0" dirty="0">
                <a:latin typeface="MinionPro-Regular"/>
              </a:rPr>
              <a:t>Also, if you have your own key or value classes, you will need to make sure they are on Hadoop’s </a:t>
            </a:r>
            <a:r>
              <a:rPr lang="en-US" sz="1800" b="0" i="0" u="none" strike="noStrike" baseline="0" dirty="0" err="1">
                <a:latin typeface="MinionPro-Regular"/>
              </a:rPr>
              <a:t>classpath</a:t>
            </a:r>
            <a:r>
              <a:rPr lang="en-US" sz="1800" b="0" i="0" u="none" strike="noStrike" baseline="0" dirty="0">
                <a:latin typeface="MinionPro-Regular"/>
              </a:rPr>
              <a:t>.</a:t>
            </a:r>
          </a:p>
          <a:p>
            <a:pPr algn="l"/>
            <a:endParaRPr lang="en-US" dirty="0">
              <a:latin typeface="MinionPro-Regular"/>
            </a:endParaRPr>
          </a:p>
          <a:p>
            <a:pPr algn="l"/>
            <a:r>
              <a:rPr lang="en-US" sz="1800" b="1" i="0" u="none" strike="noStrike" baseline="0" dirty="0">
                <a:latin typeface="UbuntuMono-Bold"/>
              </a:rPr>
              <a:t>			</a:t>
            </a:r>
            <a:r>
              <a:rPr lang="en-US" sz="1800" b="1" i="0" u="none" strike="noStrike" baseline="0" dirty="0" err="1">
                <a:latin typeface="UbuntuMono-Bold"/>
              </a:rPr>
              <a:t>hadoop</a:t>
            </a:r>
            <a:r>
              <a:rPr lang="en-US" sz="1800" b="1" i="0" u="none" strike="noStrike" baseline="0" dirty="0">
                <a:latin typeface="UbuntuMono-Bold"/>
              </a:rPr>
              <a:t> fs -text </a:t>
            </a:r>
            <a:r>
              <a:rPr lang="en-US" sz="1800" b="1" i="0" u="none" strike="noStrike" baseline="0" dirty="0" err="1">
                <a:latin typeface="UbuntuMono-Bold"/>
              </a:rPr>
              <a:t>numbers.seq</a:t>
            </a:r>
            <a:r>
              <a:rPr lang="en-US" sz="1800" b="1" i="0" u="none" strike="noStrike" baseline="0" dirty="0">
                <a:latin typeface="UbuntuMono-Bold"/>
              </a:rPr>
              <a:t> | head</a:t>
            </a:r>
            <a:endParaRPr lang="en-US" sz="1800" b="0" i="0" u="none" strike="noStrike" baseline="0" dirty="0">
              <a:latin typeface="MinionPro-Regular"/>
            </a:endParaRPr>
          </a:p>
        </p:txBody>
      </p:sp>
    </p:spTree>
    <p:extLst>
      <p:ext uri="{BB962C8B-B14F-4D97-AF65-F5344CB8AC3E}">
        <p14:creationId xmlns:p14="http://schemas.microsoft.com/office/powerpoint/2010/main" val="898076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6344" y="716580"/>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66344" y="273510"/>
            <a:ext cx="5624983" cy="443070"/>
          </a:xfrm>
          <a:prstGeom prst="rect">
            <a:avLst/>
          </a:prstGeom>
        </p:spPr>
        <p:txBody>
          <a:bodyPr vert="horz" wrap="square" lIns="0" tIns="12065" rIns="0" bIns="0" rtlCol="0">
            <a:spAutoFit/>
          </a:bodyPr>
          <a:lstStyle/>
          <a:p>
            <a:pPr marL="12700">
              <a:lnSpc>
                <a:spcPct val="100000"/>
              </a:lnSpc>
              <a:spcBef>
                <a:spcPts val="95"/>
              </a:spcBef>
            </a:pPr>
            <a:r>
              <a:rPr lang="en-US" spc="-5" dirty="0"/>
              <a:t>The </a:t>
            </a:r>
            <a:r>
              <a:rPr lang="en-IN" spc="-5" dirty="0"/>
              <a:t>Sequence File format</a:t>
            </a:r>
            <a:endParaRPr spc="-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6" name="TextBox 5">
            <a:extLst>
              <a:ext uri="{FF2B5EF4-FFF2-40B4-BE49-F238E27FC236}">
                <a16:creationId xmlns:a16="http://schemas.microsoft.com/office/drawing/2014/main" id="{AF84EEEC-8DA6-E23A-EAC4-79D8BA96505D}"/>
              </a:ext>
            </a:extLst>
          </p:cNvPr>
          <p:cNvSpPr txBox="1"/>
          <p:nvPr/>
        </p:nvSpPr>
        <p:spPr>
          <a:xfrm>
            <a:off x="328804" y="895350"/>
            <a:ext cx="8840978" cy="3816429"/>
          </a:xfrm>
          <a:prstGeom prst="rect">
            <a:avLst/>
          </a:prstGeom>
          <a:noFill/>
        </p:spPr>
        <p:txBody>
          <a:bodyPr wrap="square">
            <a:spAutoFit/>
          </a:bodyPr>
          <a:lstStyle/>
          <a:p>
            <a:pPr algn="l"/>
            <a:r>
              <a:rPr lang="en-US" sz="1800" b="0" i="0" u="none" strike="noStrike" baseline="0" dirty="0">
                <a:solidFill>
                  <a:srgbClr val="000000"/>
                </a:solidFill>
                <a:latin typeface="MinionPro-Regular"/>
              </a:rPr>
              <a:t>A sequence file consists of a header followed by one or more records.</a:t>
            </a:r>
          </a:p>
          <a:p>
            <a:pPr algn="l"/>
            <a:endParaRPr lang="en-US" sz="1800" b="0" i="0" u="none" strike="noStrike" baseline="0" dirty="0">
              <a:solidFill>
                <a:srgbClr val="000000"/>
              </a:solidFill>
              <a:latin typeface="MinionPro-Regular"/>
            </a:endParaRPr>
          </a:p>
          <a:p>
            <a:pPr algn="l"/>
            <a:r>
              <a:rPr lang="en-US" sz="1800" b="0" i="0" u="none" strike="noStrike" baseline="0" dirty="0">
                <a:solidFill>
                  <a:srgbClr val="000000"/>
                </a:solidFill>
                <a:latin typeface="MinionPro-Regular"/>
              </a:rPr>
              <a:t>The first three bytes of a sequence file are the bytes </a:t>
            </a:r>
            <a:r>
              <a:rPr lang="en-US" sz="1800" b="0" i="0" u="none" strike="noStrike" baseline="0" dirty="0">
                <a:solidFill>
                  <a:srgbClr val="000000"/>
                </a:solidFill>
                <a:latin typeface="UbuntuMono-Regular"/>
              </a:rPr>
              <a:t>SEQ</a:t>
            </a:r>
            <a:r>
              <a:rPr lang="en-US" sz="1800" b="0" i="0" u="none" strike="noStrike" baseline="0" dirty="0">
                <a:solidFill>
                  <a:srgbClr val="000000"/>
                </a:solidFill>
                <a:latin typeface="MinionPro-Regular"/>
              </a:rPr>
              <a:t>, which act as a magic number;</a:t>
            </a:r>
          </a:p>
          <a:p>
            <a:pPr algn="l"/>
            <a:r>
              <a:rPr lang="en-US" sz="1800" b="0" i="0" u="none" strike="noStrike" baseline="0" dirty="0">
                <a:solidFill>
                  <a:srgbClr val="000000"/>
                </a:solidFill>
                <a:latin typeface="MinionPro-Regular"/>
              </a:rPr>
              <a:t>these are followed by a single byte representing the version number. </a:t>
            </a:r>
          </a:p>
          <a:p>
            <a:pPr algn="l"/>
            <a:endParaRPr lang="en-US" sz="1800" b="0" i="0" u="none" strike="noStrike" baseline="0" dirty="0">
              <a:solidFill>
                <a:srgbClr val="000000"/>
              </a:solidFill>
              <a:latin typeface="MinionPro-Regular"/>
            </a:endParaRPr>
          </a:p>
          <a:p>
            <a:pPr algn="l"/>
            <a:r>
              <a:rPr lang="en-US" sz="1800" b="0" i="0" u="none" strike="noStrike" baseline="0" dirty="0">
                <a:solidFill>
                  <a:srgbClr val="000000"/>
                </a:solidFill>
                <a:latin typeface="MinionPro-Regular"/>
              </a:rPr>
              <a:t>The header contains other fields, including the names of the key and value classes, compression details, user-defined metadata, and the sync marker.</a:t>
            </a:r>
          </a:p>
          <a:p>
            <a:pPr algn="l"/>
            <a:endParaRPr lang="en-US" sz="800" dirty="0">
              <a:solidFill>
                <a:srgbClr val="000000"/>
              </a:solidFill>
              <a:latin typeface="MinionPro-Regular"/>
            </a:endParaRPr>
          </a:p>
          <a:p>
            <a:pPr algn="l"/>
            <a:r>
              <a:rPr lang="en-US" sz="1800" b="0" i="0" u="none" strike="noStrike" baseline="0" dirty="0">
                <a:solidFill>
                  <a:srgbClr val="000000"/>
                </a:solidFill>
                <a:latin typeface="MinionPro-Regular"/>
              </a:rPr>
              <a:t>Recall that the sync marker is used to allow a reader to synchronize to a record boundary from any position in the file. </a:t>
            </a:r>
          </a:p>
          <a:p>
            <a:pPr algn="l"/>
            <a:endParaRPr lang="en-US" sz="1800" b="0" i="0" u="none" strike="noStrike" baseline="0" dirty="0">
              <a:solidFill>
                <a:srgbClr val="000000"/>
              </a:solidFill>
              <a:latin typeface="MinionPro-Regular"/>
            </a:endParaRPr>
          </a:p>
          <a:p>
            <a:pPr algn="l"/>
            <a:r>
              <a:rPr lang="en-US" sz="1800" b="0" i="0" u="none" strike="noStrike" baseline="0" dirty="0">
                <a:solidFill>
                  <a:srgbClr val="000000"/>
                </a:solidFill>
                <a:latin typeface="MinionPro-Regular"/>
              </a:rPr>
              <a:t>Each file has a randomly generated sync marker, whose value is stored in the header. Sync markers appear between records in the sequence file. They are designed to incur less than a 1% storage overhead, so they don’t necessarily appear between every pair of records</a:t>
            </a:r>
            <a:endParaRPr lang="en-IN" dirty="0"/>
          </a:p>
        </p:txBody>
      </p:sp>
    </p:spTree>
    <p:extLst>
      <p:ext uri="{BB962C8B-B14F-4D97-AF65-F5344CB8AC3E}">
        <p14:creationId xmlns:p14="http://schemas.microsoft.com/office/powerpoint/2010/main" val="3286885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6344" y="716580"/>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66344" y="273510"/>
            <a:ext cx="5624983" cy="443070"/>
          </a:xfrm>
          <a:prstGeom prst="rect">
            <a:avLst/>
          </a:prstGeom>
        </p:spPr>
        <p:txBody>
          <a:bodyPr vert="horz" wrap="square" lIns="0" tIns="12065" rIns="0" bIns="0" rtlCol="0">
            <a:spAutoFit/>
          </a:bodyPr>
          <a:lstStyle/>
          <a:p>
            <a:pPr marL="12700">
              <a:lnSpc>
                <a:spcPct val="100000"/>
              </a:lnSpc>
              <a:spcBef>
                <a:spcPts val="95"/>
              </a:spcBef>
            </a:pPr>
            <a:r>
              <a:rPr lang="en-US" spc="-5" dirty="0"/>
              <a:t>The </a:t>
            </a:r>
            <a:r>
              <a:rPr lang="en-IN" spc="-5" dirty="0"/>
              <a:t>Sequence File format</a:t>
            </a:r>
            <a:endParaRPr spc="-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pic>
        <p:nvPicPr>
          <p:cNvPr id="7" name="Picture 6">
            <a:extLst>
              <a:ext uri="{FF2B5EF4-FFF2-40B4-BE49-F238E27FC236}">
                <a16:creationId xmlns:a16="http://schemas.microsoft.com/office/drawing/2014/main" id="{58233004-88C7-0716-1539-05794F4E0F6F}"/>
              </a:ext>
            </a:extLst>
          </p:cNvPr>
          <p:cNvPicPr>
            <a:picLocks noChangeAspect="1"/>
          </p:cNvPicPr>
          <p:nvPr/>
        </p:nvPicPr>
        <p:blipFill rotWithShape="1">
          <a:blip r:embed="rId2"/>
          <a:srcRect l="17500" t="20370" r="21666" b="23334"/>
          <a:stretch/>
        </p:blipFill>
        <p:spPr>
          <a:xfrm>
            <a:off x="4419600" y="2355019"/>
            <a:ext cx="4349759" cy="2264259"/>
          </a:xfrm>
          <a:prstGeom prst="rect">
            <a:avLst/>
          </a:prstGeom>
        </p:spPr>
      </p:pic>
      <p:sp>
        <p:nvSpPr>
          <p:cNvPr id="10" name="TextBox 9">
            <a:extLst>
              <a:ext uri="{FF2B5EF4-FFF2-40B4-BE49-F238E27FC236}">
                <a16:creationId xmlns:a16="http://schemas.microsoft.com/office/drawing/2014/main" id="{8D685278-C321-8459-C57D-E3A7D4C18FD7}"/>
              </a:ext>
            </a:extLst>
          </p:cNvPr>
          <p:cNvSpPr txBox="1"/>
          <p:nvPr/>
        </p:nvSpPr>
        <p:spPr>
          <a:xfrm>
            <a:off x="228600" y="963176"/>
            <a:ext cx="8686800" cy="2862322"/>
          </a:xfrm>
          <a:prstGeom prst="rect">
            <a:avLst/>
          </a:prstGeom>
          <a:noFill/>
        </p:spPr>
        <p:txBody>
          <a:bodyPr wrap="square">
            <a:spAutoFit/>
          </a:bodyPr>
          <a:lstStyle/>
          <a:p>
            <a:pPr algn="l"/>
            <a:r>
              <a:rPr lang="en-US" sz="1800" b="0" i="0" u="none" strike="noStrike" baseline="0" dirty="0">
                <a:latin typeface="MinionPro-Regular"/>
              </a:rPr>
              <a:t>The internal format of the records depends on whether compression is enabled, and if it is, whether it is record compression or block compression.</a:t>
            </a:r>
          </a:p>
          <a:p>
            <a:pPr algn="l"/>
            <a:endParaRPr lang="en-US" sz="1800" b="0" i="0" u="none" strike="noStrike" baseline="0" dirty="0">
              <a:latin typeface="MinionPro-Regular"/>
            </a:endParaRPr>
          </a:p>
          <a:p>
            <a:pPr algn="l"/>
            <a:r>
              <a:rPr lang="en-US" sz="1800" b="0" i="0" u="none" strike="noStrike" baseline="0" dirty="0">
                <a:latin typeface="MinionPro-Regular"/>
              </a:rPr>
              <a:t>If no compression is enabled (the default), each record is made up of the record length</a:t>
            </a:r>
          </a:p>
          <a:p>
            <a:pPr algn="l"/>
            <a:r>
              <a:rPr lang="en-US" sz="1800" b="0" i="0" u="none" strike="noStrike" baseline="0" dirty="0">
                <a:latin typeface="MinionPro-Regular"/>
              </a:rPr>
              <a:t>(in bytes), the key length, the key, and then the value.</a:t>
            </a:r>
            <a:endParaRPr lang="en-US" dirty="0">
              <a:latin typeface="MinionPro-Regular"/>
            </a:endParaRPr>
          </a:p>
          <a:p>
            <a:pPr algn="l"/>
            <a:endParaRPr lang="en-US" dirty="0">
              <a:latin typeface="MinionPro-Regular"/>
            </a:endParaRPr>
          </a:p>
          <a:p>
            <a:pPr algn="l"/>
            <a:r>
              <a:rPr lang="en-US" sz="1800" b="0" i="0" u="none" strike="noStrike" baseline="0" dirty="0">
                <a:latin typeface="MinionPro-Regular"/>
              </a:rPr>
              <a:t>The format for record compression is almost </a:t>
            </a:r>
          </a:p>
          <a:p>
            <a:pPr algn="l"/>
            <a:r>
              <a:rPr lang="en-US" sz="1800" b="0" i="0" u="none" strike="noStrike" baseline="0" dirty="0">
                <a:latin typeface="MinionPro-Regular"/>
              </a:rPr>
              <a:t>identical to that for no compression, except</a:t>
            </a:r>
          </a:p>
          <a:p>
            <a:pPr algn="l"/>
            <a:r>
              <a:rPr lang="en-US" sz="1800" b="0" i="0" u="none" strike="noStrike" baseline="0" dirty="0">
                <a:latin typeface="MinionPro-Regular"/>
              </a:rPr>
              <a:t>the value bytes are compressed using the </a:t>
            </a:r>
          </a:p>
          <a:p>
            <a:pPr algn="l"/>
            <a:r>
              <a:rPr lang="en-US" sz="1800" b="0" i="0" u="none" strike="noStrike" baseline="0" dirty="0">
                <a:latin typeface="MinionPro-Regular"/>
              </a:rPr>
              <a:t>codec defined in the header.</a:t>
            </a:r>
            <a:endParaRPr lang="en-IN" dirty="0"/>
          </a:p>
        </p:txBody>
      </p:sp>
    </p:spTree>
    <p:extLst>
      <p:ext uri="{BB962C8B-B14F-4D97-AF65-F5344CB8AC3E}">
        <p14:creationId xmlns:p14="http://schemas.microsoft.com/office/powerpoint/2010/main" val="37170334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6344" y="716580"/>
            <a:ext cx="8210550" cy="29209"/>
          </a:xfrm>
          <a:custGeom>
            <a:avLst/>
            <a:gdLst/>
            <a:ahLst/>
            <a:cxnLst/>
            <a:rect l="l" t="t" r="r" b="b"/>
            <a:pathLst>
              <a:path w="8210550" h="29209">
                <a:moveTo>
                  <a:pt x="8210550" y="0"/>
                </a:moveTo>
                <a:lnTo>
                  <a:pt x="0" y="0"/>
                </a:lnTo>
                <a:lnTo>
                  <a:pt x="0" y="28956"/>
                </a:lnTo>
                <a:lnTo>
                  <a:pt x="8210550" y="28956"/>
                </a:lnTo>
                <a:lnTo>
                  <a:pt x="8210550" y="0"/>
                </a:lnTo>
                <a:close/>
              </a:path>
            </a:pathLst>
          </a:custGeom>
          <a:solidFill>
            <a:srgbClr val="095A82"/>
          </a:solidFill>
        </p:spPr>
        <p:txBody>
          <a:bodyPr wrap="square" lIns="0" tIns="0" rIns="0" bIns="0" rtlCol="0"/>
          <a:lstStyle/>
          <a:p>
            <a:endParaRPr/>
          </a:p>
        </p:txBody>
      </p:sp>
      <p:sp>
        <p:nvSpPr>
          <p:cNvPr id="3" name="object 3"/>
          <p:cNvSpPr txBox="1">
            <a:spLocks noGrp="1"/>
          </p:cNvSpPr>
          <p:nvPr>
            <p:ph type="title"/>
          </p:nvPr>
        </p:nvSpPr>
        <p:spPr>
          <a:xfrm>
            <a:off x="466344" y="273510"/>
            <a:ext cx="5624983" cy="443070"/>
          </a:xfrm>
          <a:prstGeom prst="rect">
            <a:avLst/>
          </a:prstGeom>
        </p:spPr>
        <p:txBody>
          <a:bodyPr vert="horz" wrap="square" lIns="0" tIns="12065" rIns="0" bIns="0" rtlCol="0">
            <a:spAutoFit/>
          </a:bodyPr>
          <a:lstStyle/>
          <a:p>
            <a:pPr marL="12700">
              <a:lnSpc>
                <a:spcPct val="100000"/>
              </a:lnSpc>
              <a:spcBef>
                <a:spcPts val="95"/>
              </a:spcBef>
            </a:pPr>
            <a:r>
              <a:rPr lang="en-US" spc="-5" dirty="0"/>
              <a:t>The </a:t>
            </a:r>
            <a:r>
              <a:rPr lang="en-IN" spc="-5" dirty="0"/>
              <a:t>Sequence File format</a:t>
            </a:r>
            <a:endParaRPr spc="-5" dirty="0"/>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0"/>
              </a:lnSpc>
            </a:pPr>
            <a:r>
              <a:rPr lang="en-US" spc="5" dirty="0"/>
              <a:t>Dr. K. Vishal Reddy  | Associate Professor | Dept. of IT | KMIT</a:t>
            </a:r>
            <a:endParaRPr spc="5" dirty="0"/>
          </a:p>
        </p:txBody>
      </p:sp>
      <p:sp>
        <p:nvSpPr>
          <p:cNvPr id="8" name="Rectangle 7">
            <a:extLst>
              <a:ext uri="{FF2B5EF4-FFF2-40B4-BE49-F238E27FC236}">
                <a16:creationId xmlns:a16="http://schemas.microsoft.com/office/drawing/2014/main" id="{C4C89DAF-C40F-C9F0-9268-B5F65683FDA7}"/>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pic>
        <p:nvPicPr>
          <p:cNvPr id="6" name="Picture 5">
            <a:extLst>
              <a:ext uri="{FF2B5EF4-FFF2-40B4-BE49-F238E27FC236}">
                <a16:creationId xmlns:a16="http://schemas.microsoft.com/office/drawing/2014/main" id="{F71E539F-5EAC-5FC6-AEC7-93594955D377}"/>
              </a:ext>
            </a:extLst>
          </p:cNvPr>
          <p:cNvPicPr>
            <a:picLocks noChangeAspect="1"/>
          </p:cNvPicPr>
          <p:nvPr/>
        </p:nvPicPr>
        <p:blipFill rotWithShape="1">
          <a:blip r:embed="rId2"/>
          <a:srcRect l="17500" t="44518" r="20000" b="15926"/>
          <a:stretch/>
        </p:blipFill>
        <p:spPr>
          <a:xfrm>
            <a:off x="4477863" y="3028950"/>
            <a:ext cx="4513737" cy="1606900"/>
          </a:xfrm>
          <a:prstGeom prst="rect">
            <a:avLst/>
          </a:prstGeom>
        </p:spPr>
      </p:pic>
      <p:sp>
        <p:nvSpPr>
          <p:cNvPr id="11" name="TextBox 10">
            <a:extLst>
              <a:ext uri="{FF2B5EF4-FFF2-40B4-BE49-F238E27FC236}">
                <a16:creationId xmlns:a16="http://schemas.microsoft.com/office/drawing/2014/main" id="{498AE879-0569-A4ED-511E-17B04034CC32}"/>
              </a:ext>
            </a:extLst>
          </p:cNvPr>
          <p:cNvSpPr txBox="1"/>
          <p:nvPr/>
        </p:nvSpPr>
        <p:spPr>
          <a:xfrm>
            <a:off x="304800" y="731184"/>
            <a:ext cx="8687689" cy="3693319"/>
          </a:xfrm>
          <a:prstGeom prst="rect">
            <a:avLst/>
          </a:prstGeom>
          <a:noFill/>
        </p:spPr>
        <p:txBody>
          <a:bodyPr wrap="square">
            <a:spAutoFit/>
          </a:bodyPr>
          <a:lstStyle/>
          <a:p>
            <a:pPr algn="l"/>
            <a:r>
              <a:rPr lang="en-US" sz="1800" b="0" i="0" u="none" strike="noStrike" baseline="0" dirty="0">
                <a:solidFill>
                  <a:srgbClr val="000000"/>
                </a:solidFill>
                <a:latin typeface="MinionPro-Regular"/>
              </a:rPr>
              <a:t>Block compression compresses multiple records at once; it is therefore more compact than and should generally be preferred over record compression because it has the opportunity to take advantage of similarities between records. </a:t>
            </a:r>
          </a:p>
          <a:p>
            <a:pPr algn="l"/>
            <a:endParaRPr lang="en-US" sz="1800" b="0" i="0" u="none" strike="noStrike" baseline="0" dirty="0">
              <a:solidFill>
                <a:srgbClr val="000000"/>
              </a:solidFill>
              <a:latin typeface="MinionPro-Regular"/>
            </a:endParaRPr>
          </a:p>
          <a:p>
            <a:pPr algn="l"/>
            <a:r>
              <a:rPr lang="en-US" sz="1800" b="0" i="0" u="none" strike="noStrike" baseline="0" dirty="0">
                <a:solidFill>
                  <a:srgbClr val="000000"/>
                </a:solidFill>
                <a:latin typeface="MinionPro-Regular"/>
              </a:rPr>
              <a:t>Records are added to a block until it reaches a minimum size in bytes, defined by the</a:t>
            </a:r>
          </a:p>
          <a:p>
            <a:pPr algn="l"/>
            <a:r>
              <a:rPr lang="en-US" sz="1800" b="0" i="0" u="none" strike="noStrike" baseline="0" dirty="0" err="1">
                <a:solidFill>
                  <a:srgbClr val="000000"/>
                </a:solidFill>
                <a:latin typeface="UbuntuMono-Regular"/>
              </a:rPr>
              <a:t>io.seqfile.compress.blocksize</a:t>
            </a:r>
            <a:r>
              <a:rPr lang="en-US" sz="1800" b="0" i="0" u="none" strike="noStrike" baseline="0" dirty="0">
                <a:solidFill>
                  <a:srgbClr val="000000"/>
                </a:solidFill>
                <a:latin typeface="UbuntuMono-Regular"/>
              </a:rPr>
              <a:t> </a:t>
            </a:r>
            <a:r>
              <a:rPr lang="en-US" sz="1800" b="0" i="0" u="none" strike="noStrike" baseline="0" dirty="0">
                <a:solidFill>
                  <a:srgbClr val="000000"/>
                </a:solidFill>
                <a:latin typeface="MinionPro-Regular"/>
              </a:rPr>
              <a:t>property; the default is one million bytes. </a:t>
            </a:r>
          </a:p>
          <a:p>
            <a:pPr algn="l"/>
            <a:endParaRPr lang="en-US" sz="1800" b="0" i="0" u="none" strike="noStrike" baseline="0" dirty="0">
              <a:solidFill>
                <a:srgbClr val="000000"/>
              </a:solidFill>
              <a:latin typeface="MinionPro-Regular"/>
            </a:endParaRPr>
          </a:p>
          <a:p>
            <a:pPr algn="l"/>
            <a:r>
              <a:rPr lang="en-US" sz="1800" b="0" i="0" u="none" strike="noStrike" baseline="0" dirty="0">
                <a:solidFill>
                  <a:srgbClr val="000000"/>
                </a:solidFill>
                <a:latin typeface="MinionPro-Regular"/>
              </a:rPr>
              <a:t>A sync marker is written before the start of every block. </a:t>
            </a:r>
          </a:p>
          <a:p>
            <a:pPr algn="l"/>
            <a:r>
              <a:rPr lang="en-US" sz="1800" b="0" i="0" u="none" strike="noStrike" baseline="0" dirty="0">
                <a:solidFill>
                  <a:srgbClr val="000000"/>
                </a:solidFill>
                <a:latin typeface="MinionPro-Regular"/>
              </a:rPr>
              <a:t>The format of a block is a field indicating </a:t>
            </a:r>
          </a:p>
          <a:p>
            <a:pPr algn="l"/>
            <a:r>
              <a:rPr lang="en-US" sz="1800" b="0" i="0" u="none" strike="noStrike" baseline="0" dirty="0">
                <a:solidFill>
                  <a:srgbClr val="000000"/>
                </a:solidFill>
                <a:latin typeface="MinionPro-Regular"/>
              </a:rPr>
              <a:t>the number of records in the block,</a:t>
            </a:r>
          </a:p>
          <a:p>
            <a:pPr algn="l"/>
            <a:r>
              <a:rPr lang="en-US" sz="1800" b="0" i="0" u="none" strike="noStrike" baseline="0" dirty="0">
                <a:solidFill>
                  <a:srgbClr val="000000"/>
                </a:solidFill>
                <a:latin typeface="MinionPro-Regular"/>
              </a:rPr>
              <a:t>followed by four compressed fields: </a:t>
            </a:r>
          </a:p>
          <a:p>
            <a:pPr algn="l"/>
            <a:r>
              <a:rPr lang="en-US" sz="1800" b="0" i="0" u="none" strike="noStrike" baseline="0" dirty="0">
                <a:solidFill>
                  <a:srgbClr val="000000"/>
                </a:solidFill>
                <a:latin typeface="MinionPro-Regular"/>
              </a:rPr>
              <a:t>the key lengths, the keys, </a:t>
            </a:r>
          </a:p>
          <a:p>
            <a:pPr algn="l"/>
            <a:r>
              <a:rPr lang="en-US" sz="1800" b="0" i="0" u="none" strike="noStrike" baseline="0" dirty="0">
                <a:solidFill>
                  <a:srgbClr val="000000"/>
                </a:solidFill>
                <a:latin typeface="MinionPro-Regular"/>
              </a:rPr>
              <a:t>the value lengths, and the values.</a:t>
            </a:r>
            <a:endParaRPr lang="en-IN" dirty="0"/>
          </a:p>
        </p:txBody>
      </p:sp>
    </p:spTree>
    <p:extLst>
      <p:ext uri="{BB962C8B-B14F-4D97-AF65-F5344CB8AC3E}">
        <p14:creationId xmlns:p14="http://schemas.microsoft.com/office/powerpoint/2010/main" val="1578978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DB166101-B496-6989-8825-008FA2812DF0}"/>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7" name="TextBox 6">
            <a:extLst>
              <a:ext uri="{FF2B5EF4-FFF2-40B4-BE49-F238E27FC236}">
                <a16:creationId xmlns:a16="http://schemas.microsoft.com/office/drawing/2014/main" id="{E2D04B8E-8931-3347-F992-DC981B75C313}"/>
              </a:ext>
            </a:extLst>
          </p:cNvPr>
          <p:cNvSpPr txBox="1"/>
          <p:nvPr/>
        </p:nvSpPr>
        <p:spPr>
          <a:xfrm>
            <a:off x="929030" y="1410256"/>
            <a:ext cx="7554773" cy="3046988"/>
          </a:xfrm>
          <a:prstGeom prst="rect">
            <a:avLst/>
          </a:prstGeom>
          <a:noFill/>
        </p:spPr>
        <p:txBody>
          <a:bodyPr wrap="square">
            <a:spAutoFit/>
          </a:bodyPr>
          <a:lstStyle/>
          <a:p>
            <a:r>
              <a:rPr lang="en-IN" sz="3200" b="1" spc="-5" dirty="0">
                <a:solidFill>
                  <a:srgbClr val="095A82"/>
                </a:solidFill>
                <a:latin typeface="Calibri"/>
                <a:ea typeface="+mj-ea"/>
                <a:cs typeface="Calibri"/>
              </a:rPr>
              <a:t>Map-Reduce: </a:t>
            </a:r>
            <a:r>
              <a:rPr lang="en-US" sz="3200" b="1" spc="-5" dirty="0">
                <a:solidFill>
                  <a:srgbClr val="095A82"/>
                </a:solidFill>
                <a:latin typeface="Calibri"/>
                <a:ea typeface="+mj-ea"/>
                <a:cs typeface="Calibri"/>
              </a:rPr>
              <a:t>A Weather Dataset </a:t>
            </a:r>
          </a:p>
          <a:p>
            <a:r>
              <a:rPr lang="en-US" sz="3200" b="1" spc="-5" dirty="0">
                <a:solidFill>
                  <a:srgbClr val="095A82"/>
                </a:solidFill>
                <a:latin typeface="Calibri"/>
                <a:ea typeface="+mj-ea"/>
                <a:cs typeface="Calibri"/>
              </a:rPr>
              <a:t>	- Data Format </a:t>
            </a:r>
          </a:p>
          <a:p>
            <a:r>
              <a:rPr lang="en-US" sz="3200" b="1" spc="-5" dirty="0">
                <a:solidFill>
                  <a:srgbClr val="095A82"/>
                </a:solidFill>
                <a:latin typeface="Calibri"/>
                <a:ea typeface="+mj-ea"/>
                <a:cs typeface="Calibri"/>
              </a:rPr>
              <a:t>	- Analyzing the Data with Unix Tools </a:t>
            </a:r>
          </a:p>
          <a:p>
            <a:r>
              <a:rPr lang="en-US" sz="3200" b="1" spc="-5" dirty="0">
                <a:solidFill>
                  <a:srgbClr val="095A82"/>
                </a:solidFill>
                <a:latin typeface="Calibri"/>
                <a:ea typeface="+mj-ea"/>
                <a:cs typeface="Calibri"/>
              </a:rPr>
              <a:t>	- Analyzing the Data with Hadoop </a:t>
            </a:r>
          </a:p>
          <a:p>
            <a:r>
              <a:rPr lang="en-US" sz="3200" b="1" spc="-5" dirty="0">
                <a:solidFill>
                  <a:srgbClr val="095A82"/>
                </a:solidFill>
                <a:latin typeface="Calibri"/>
                <a:ea typeface="+mj-ea"/>
                <a:cs typeface="Calibri"/>
              </a:rPr>
              <a:t>		- Map and Reduce </a:t>
            </a:r>
          </a:p>
          <a:p>
            <a:r>
              <a:rPr lang="en-US" sz="3200" b="1" spc="-5" dirty="0">
                <a:solidFill>
                  <a:srgbClr val="095A82"/>
                </a:solidFill>
                <a:latin typeface="Calibri"/>
                <a:ea typeface="+mj-ea"/>
                <a:cs typeface="Calibri"/>
              </a:rPr>
              <a:t>		- Java MapReduce </a:t>
            </a:r>
          </a:p>
        </p:txBody>
      </p:sp>
    </p:spTree>
    <p:extLst>
      <p:ext uri="{BB962C8B-B14F-4D97-AF65-F5344CB8AC3E}">
        <p14:creationId xmlns:p14="http://schemas.microsoft.com/office/powerpoint/2010/main" val="37732047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solidFill>
                  <a:srgbClr val="095A82"/>
                </a:solidFill>
              </a:rPr>
              <a:t>Data Format of Weather </a:t>
            </a:r>
            <a:r>
              <a:rPr lang="en-US" spc="-5" dirty="0" err="1">
                <a:solidFill>
                  <a:srgbClr val="095A82"/>
                </a:solidFill>
              </a:rPr>
              <a:t>DataSet</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pic>
        <p:nvPicPr>
          <p:cNvPr id="77" name="Picture 76">
            <a:extLst>
              <a:ext uri="{FF2B5EF4-FFF2-40B4-BE49-F238E27FC236}">
                <a16:creationId xmlns:a16="http://schemas.microsoft.com/office/drawing/2014/main" id="{E5EECAE4-4E42-99CB-9F65-3E0D4928A7E5}"/>
              </a:ext>
            </a:extLst>
          </p:cNvPr>
          <p:cNvPicPr>
            <a:picLocks noChangeAspect="1"/>
          </p:cNvPicPr>
          <p:nvPr/>
        </p:nvPicPr>
        <p:blipFill rotWithShape="1">
          <a:blip r:embed="rId2"/>
          <a:srcRect l="19167" t="16224" r="36667" b="4146"/>
          <a:stretch/>
        </p:blipFill>
        <p:spPr>
          <a:xfrm>
            <a:off x="2133600" y="873151"/>
            <a:ext cx="4038600" cy="4095749"/>
          </a:xfrm>
          <a:prstGeom prst="rect">
            <a:avLst/>
          </a:prstGeom>
        </p:spPr>
      </p:pic>
    </p:spTree>
    <p:extLst>
      <p:ext uri="{BB962C8B-B14F-4D97-AF65-F5344CB8AC3E}">
        <p14:creationId xmlns:p14="http://schemas.microsoft.com/office/powerpoint/2010/main" val="34976373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Analyzing the Data with Unix Tools</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4" name="TextBox 3">
            <a:extLst>
              <a:ext uri="{FF2B5EF4-FFF2-40B4-BE49-F238E27FC236}">
                <a16:creationId xmlns:a16="http://schemas.microsoft.com/office/drawing/2014/main" id="{562BE6F1-A678-B58C-2BF1-74C509727204}"/>
              </a:ext>
            </a:extLst>
          </p:cNvPr>
          <p:cNvSpPr txBox="1"/>
          <p:nvPr/>
        </p:nvSpPr>
        <p:spPr>
          <a:xfrm>
            <a:off x="589789" y="1047750"/>
            <a:ext cx="7839454" cy="369332"/>
          </a:xfrm>
          <a:prstGeom prst="rect">
            <a:avLst/>
          </a:prstGeom>
          <a:noFill/>
        </p:spPr>
        <p:txBody>
          <a:bodyPr wrap="square">
            <a:spAutoFit/>
          </a:bodyPr>
          <a:lstStyle/>
          <a:p>
            <a:r>
              <a:rPr lang="en-US" sz="1800" b="0" i="0" u="none" strike="noStrike" baseline="0" dirty="0">
                <a:latin typeface="MinionPro-Regular"/>
              </a:rPr>
              <a:t>What’s the highest recorded global temperature for each year in the dataset?</a:t>
            </a:r>
            <a:endParaRPr lang="en-IN" dirty="0"/>
          </a:p>
        </p:txBody>
      </p:sp>
      <p:sp>
        <p:nvSpPr>
          <p:cNvPr id="6" name="TextBox 5">
            <a:extLst>
              <a:ext uri="{FF2B5EF4-FFF2-40B4-BE49-F238E27FC236}">
                <a16:creationId xmlns:a16="http://schemas.microsoft.com/office/drawing/2014/main" id="{8597547A-BD16-A8DF-1A71-61FF47B76DCA}"/>
              </a:ext>
            </a:extLst>
          </p:cNvPr>
          <p:cNvSpPr txBox="1"/>
          <p:nvPr/>
        </p:nvSpPr>
        <p:spPr>
          <a:xfrm>
            <a:off x="589789" y="1581150"/>
            <a:ext cx="6172200" cy="369332"/>
          </a:xfrm>
          <a:prstGeom prst="rect">
            <a:avLst/>
          </a:prstGeom>
          <a:noFill/>
        </p:spPr>
        <p:txBody>
          <a:bodyPr wrap="square">
            <a:spAutoFit/>
          </a:bodyPr>
          <a:lstStyle/>
          <a:p>
            <a:r>
              <a:rPr lang="en-US" sz="1800" b="0" i="0" u="none" strike="noStrike" baseline="0" dirty="0">
                <a:latin typeface="MinionPro-Regular"/>
              </a:rPr>
              <a:t>The classic tool for processing line-oriented data is </a:t>
            </a:r>
            <a:r>
              <a:rPr lang="en-US" sz="1800" b="0" i="1" u="none" strike="noStrike" baseline="0" dirty="0">
                <a:latin typeface="MinionPro-Italic"/>
              </a:rPr>
              <a:t>awk</a:t>
            </a:r>
            <a:r>
              <a:rPr lang="en-US" sz="1800" b="0" i="0" u="none" strike="noStrike" baseline="0" dirty="0">
                <a:latin typeface="MinionPro-Regular"/>
              </a:rPr>
              <a:t>.</a:t>
            </a:r>
            <a:endParaRPr lang="en-IN" dirty="0"/>
          </a:p>
        </p:txBody>
      </p:sp>
      <p:pic>
        <p:nvPicPr>
          <p:cNvPr id="8" name="Picture 7">
            <a:extLst>
              <a:ext uri="{FF2B5EF4-FFF2-40B4-BE49-F238E27FC236}">
                <a16:creationId xmlns:a16="http://schemas.microsoft.com/office/drawing/2014/main" id="{1C524949-1E4A-166F-07E9-3F967A424445}"/>
              </a:ext>
            </a:extLst>
          </p:cNvPr>
          <p:cNvPicPr>
            <a:picLocks noChangeAspect="1"/>
          </p:cNvPicPr>
          <p:nvPr/>
        </p:nvPicPr>
        <p:blipFill rotWithShape="1">
          <a:blip r:embed="rId2"/>
          <a:srcRect l="5833" t="20371" r="14267" b="35186"/>
          <a:stretch/>
        </p:blipFill>
        <p:spPr>
          <a:xfrm>
            <a:off x="609600" y="2093781"/>
            <a:ext cx="7306054" cy="2285971"/>
          </a:xfrm>
          <a:prstGeom prst="rect">
            <a:avLst/>
          </a:prstGeom>
        </p:spPr>
      </p:pic>
    </p:spTree>
    <p:extLst>
      <p:ext uri="{BB962C8B-B14F-4D97-AF65-F5344CB8AC3E}">
        <p14:creationId xmlns:p14="http://schemas.microsoft.com/office/powerpoint/2010/main" val="28010977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grpSp>
        <p:nvGrpSpPr>
          <p:cNvPr id="3" name="object 3"/>
          <p:cNvGrpSpPr/>
          <p:nvPr/>
        </p:nvGrpSpPr>
        <p:grpSpPr>
          <a:xfrm>
            <a:off x="646152" y="1548355"/>
            <a:ext cx="1149350" cy="1941830"/>
            <a:chOff x="646152" y="1548355"/>
            <a:chExt cx="1149350" cy="1941830"/>
          </a:xfrm>
        </p:grpSpPr>
        <p:pic>
          <p:nvPicPr>
            <p:cNvPr id="4" name="object 4"/>
            <p:cNvPicPr/>
            <p:nvPr/>
          </p:nvPicPr>
          <p:blipFill>
            <a:blip r:embed="rId2" cstate="print"/>
            <a:stretch>
              <a:fillRect/>
            </a:stretch>
          </p:blipFill>
          <p:spPr>
            <a:xfrm>
              <a:off x="646152" y="1548355"/>
              <a:ext cx="1149143" cy="1941632"/>
            </a:xfrm>
            <a:prstGeom prst="rect">
              <a:avLst/>
            </a:prstGeom>
          </p:spPr>
        </p:pic>
        <p:sp>
          <p:nvSpPr>
            <p:cNvPr id="5" name="object 5"/>
            <p:cNvSpPr/>
            <p:nvPr/>
          </p:nvSpPr>
          <p:spPr>
            <a:xfrm>
              <a:off x="682751" y="1565148"/>
              <a:ext cx="1080770" cy="1873250"/>
            </a:xfrm>
            <a:custGeom>
              <a:avLst/>
              <a:gdLst/>
              <a:ahLst/>
              <a:cxnLst/>
              <a:rect l="l" t="t" r="r" b="b"/>
              <a:pathLst>
                <a:path w="1080770" h="1873250">
                  <a:moveTo>
                    <a:pt x="900430" y="0"/>
                  </a:moveTo>
                  <a:lnTo>
                    <a:pt x="180086" y="0"/>
                  </a:lnTo>
                  <a:lnTo>
                    <a:pt x="132213" y="6434"/>
                  </a:lnTo>
                  <a:lnTo>
                    <a:pt x="89195" y="24590"/>
                  </a:lnTo>
                  <a:lnTo>
                    <a:pt x="52747" y="52752"/>
                  </a:lnTo>
                  <a:lnTo>
                    <a:pt x="24588" y="89201"/>
                  </a:lnTo>
                  <a:lnTo>
                    <a:pt x="6433" y="132218"/>
                  </a:lnTo>
                  <a:lnTo>
                    <a:pt x="0" y="180086"/>
                  </a:lnTo>
                  <a:lnTo>
                    <a:pt x="0" y="1692909"/>
                  </a:lnTo>
                  <a:lnTo>
                    <a:pt x="6433" y="1740777"/>
                  </a:lnTo>
                  <a:lnTo>
                    <a:pt x="24588" y="1783794"/>
                  </a:lnTo>
                  <a:lnTo>
                    <a:pt x="52747" y="1820243"/>
                  </a:lnTo>
                  <a:lnTo>
                    <a:pt x="89195" y="1848405"/>
                  </a:lnTo>
                  <a:lnTo>
                    <a:pt x="132213" y="1866561"/>
                  </a:lnTo>
                  <a:lnTo>
                    <a:pt x="180086" y="1872995"/>
                  </a:lnTo>
                  <a:lnTo>
                    <a:pt x="900430" y="1872995"/>
                  </a:lnTo>
                  <a:lnTo>
                    <a:pt x="948297" y="1866561"/>
                  </a:lnTo>
                  <a:lnTo>
                    <a:pt x="991314" y="1848405"/>
                  </a:lnTo>
                  <a:lnTo>
                    <a:pt x="1027763" y="1820243"/>
                  </a:lnTo>
                  <a:lnTo>
                    <a:pt x="1055925" y="1783794"/>
                  </a:lnTo>
                  <a:lnTo>
                    <a:pt x="1074081" y="1740777"/>
                  </a:lnTo>
                  <a:lnTo>
                    <a:pt x="1080516" y="1692909"/>
                  </a:lnTo>
                  <a:lnTo>
                    <a:pt x="1080516" y="180086"/>
                  </a:lnTo>
                  <a:lnTo>
                    <a:pt x="1074081" y="132218"/>
                  </a:lnTo>
                  <a:lnTo>
                    <a:pt x="1055925" y="89201"/>
                  </a:lnTo>
                  <a:lnTo>
                    <a:pt x="1027763" y="52752"/>
                  </a:lnTo>
                  <a:lnTo>
                    <a:pt x="991314" y="24590"/>
                  </a:lnTo>
                  <a:lnTo>
                    <a:pt x="948297" y="6434"/>
                  </a:lnTo>
                  <a:lnTo>
                    <a:pt x="900430" y="0"/>
                  </a:lnTo>
                  <a:close/>
                </a:path>
              </a:pathLst>
            </a:custGeom>
            <a:solidFill>
              <a:srgbClr val="095A82"/>
            </a:solidFill>
          </p:spPr>
          <p:txBody>
            <a:bodyPr wrap="square" lIns="0" tIns="0" rIns="0" bIns="0" rtlCol="0"/>
            <a:lstStyle/>
            <a:p>
              <a:endParaRPr/>
            </a:p>
          </p:txBody>
        </p:sp>
        <p:sp>
          <p:nvSpPr>
            <p:cNvPr id="6" name="object 6"/>
            <p:cNvSpPr/>
            <p:nvPr/>
          </p:nvSpPr>
          <p:spPr>
            <a:xfrm>
              <a:off x="682751" y="1565148"/>
              <a:ext cx="1080770" cy="1873250"/>
            </a:xfrm>
            <a:custGeom>
              <a:avLst/>
              <a:gdLst/>
              <a:ahLst/>
              <a:cxnLst/>
              <a:rect l="l" t="t" r="r" b="b"/>
              <a:pathLst>
                <a:path w="1080770" h="1873250">
                  <a:moveTo>
                    <a:pt x="0" y="180086"/>
                  </a:moveTo>
                  <a:lnTo>
                    <a:pt x="6433" y="132218"/>
                  </a:lnTo>
                  <a:lnTo>
                    <a:pt x="24588" y="89201"/>
                  </a:lnTo>
                  <a:lnTo>
                    <a:pt x="52747" y="52752"/>
                  </a:lnTo>
                  <a:lnTo>
                    <a:pt x="89195" y="24590"/>
                  </a:lnTo>
                  <a:lnTo>
                    <a:pt x="132213" y="6434"/>
                  </a:lnTo>
                  <a:lnTo>
                    <a:pt x="180086" y="0"/>
                  </a:lnTo>
                  <a:lnTo>
                    <a:pt x="900430" y="0"/>
                  </a:lnTo>
                  <a:lnTo>
                    <a:pt x="948297" y="6434"/>
                  </a:lnTo>
                  <a:lnTo>
                    <a:pt x="991314" y="24590"/>
                  </a:lnTo>
                  <a:lnTo>
                    <a:pt x="1027763" y="52752"/>
                  </a:lnTo>
                  <a:lnTo>
                    <a:pt x="1055925" y="89201"/>
                  </a:lnTo>
                  <a:lnTo>
                    <a:pt x="1074081" y="132218"/>
                  </a:lnTo>
                  <a:lnTo>
                    <a:pt x="1080516" y="180086"/>
                  </a:lnTo>
                  <a:lnTo>
                    <a:pt x="1080516" y="1692909"/>
                  </a:lnTo>
                  <a:lnTo>
                    <a:pt x="1074081" y="1740777"/>
                  </a:lnTo>
                  <a:lnTo>
                    <a:pt x="1055925" y="1783794"/>
                  </a:lnTo>
                  <a:lnTo>
                    <a:pt x="1027763" y="1820243"/>
                  </a:lnTo>
                  <a:lnTo>
                    <a:pt x="991314" y="1848405"/>
                  </a:lnTo>
                  <a:lnTo>
                    <a:pt x="948297" y="1866561"/>
                  </a:lnTo>
                  <a:lnTo>
                    <a:pt x="900430" y="1872995"/>
                  </a:lnTo>
                  <a:lnTo>
                    <a:pt x="180086" y="1872995"/>
                  </a:lnTo>
                  <a:lnTo>
                    <a:pt x="132213" y="1866561"/>
                  </a:lnTo>
                  <a:lnTo>
                    <a:pt x="89195" y="1848405"/>
                  </a:lnTo>
                  <a:lnTo>
                    <a:pt x="52747" y="1820243"/>
                  </a:lnTo>
                  <a:lnTo>
                    <a:pt x="24588" y="1783794"/>
                  </a:lnTo>
                  <a:lnTo>
                    <a:pt x="6433" y="1740777"/>
                  </a:lnTo>
                  <a:lnTo>
                    <a:pt x="0" y="1692909"/>
                  </a:lnTo>
                  <a:lnTo>
                    <a:pt x="0" y="180086"/>
                  </a:lnTo>
                  <a:close/>
                </a:path>
              </a:pathLst>
            </a:custGeom>
            <a:ln w="6096">
              <a:solidFill>
                <a:srgbClr val="FFFFFF"/>
              </a:solidFill>
            </a:ln>
          </p:spPr>
          <p:txBody>
            <a:bodyPr wrap="square" lIns="0" tIns="0" rIns="0" bIns="0" rtlCol="0"/>
            <a:lstStyle/>
            <a:p>
              <a:endParaRPr/>
            </a:p>
          </p:txBody>
        </p:sp>
      </p:grpSp>
      <p:sp>
        <p:nvSpPr>
          <p:cNvPr id="7" name="object 7"/>
          <p:cNvSpPr txBox="1"/>
          <p:nvPr/>
        </p:nvSpPr>
        <p:spPr>
          <a:xfrm>
            <a:off x="1065377" y="2205608"/>
            <a:ext cx="314960" cy="574040"/>
          </a:xfrm>
          <a:prstGeom prst="rect">
            <a:avLst/>
          </a:prstGeom>
        </p:spPr>
        <p:txBody>
          <a:bodyPr vert="horz" wrap="square" lIns="0" tIns="12700" rIns="0" bIns="0" rtlCol="0">
            <a:spAutoFit/>
          </a:bodyPr>
          <a:lstStyle/>
          <a:p>
            <a:pPr marL="12700" marR="5080" indent="5715" algn="just">
              <a:lnSpc>
                <a:spcPct val="100000"/>
              </a:lnSpc>
              <a:spcBef>
                <a:spcPts val="100"/>
              </a:spcBef>
            </a:pPr>
            <a:r>
              <a:rPr sz="1200" spc="-60" dirty="0">
                <a:solidFill>
                  <a:srgbClr val="FFFFFF"/>
                </a:solidFill>
                <a:latin typeface="Calibri"/>
                <a:cs typeface="Calibri"/>
              </a:rPr>
              <a:t>V</a:t>
            </a:r>
            <a:r>
              <a:rPr sz="1200" dirty="0">
                <a:solidFill>
                  <a:srgbClr val="FFFFFF"/>
                </a:solidFill>
                <a:latin typeface="Calibri"/>
                <a:cs typeface="Calibri"/>
              </a:rPr>
              <a:t>ery  </a:t>
            </a:r>
            <a:r>
              <a:rPr sz="1200" spc="-5" dirty="0">
                <a:solidFill>
                  <a:srgbClr val="FFFFFF"/>
                </a:solidFill>
                <a:latin typeface="Calibri"/>
                <a:cs typeface="Calibri"/>
              </a:rPr>
              <a:t>Big </a:t>
            </a:r>
            <a:r>
              <a:rPr sz="1200" dirty="0">
                <a:solidFill>
                  <a:srgbClr val="FFFFFF"/>
                </a:solidFill>
                <a:latin typeface="Calibri"/>
                <a:cs typeface="Calibri"/>
              </a:rPr>
              <a:t> D</a:t>
            </a:r>
            <a:r>
              <a:rPr sz="1200" spc="-15" dirty="0">
                <a:solidFill>
                  <a:srgbClr val="FFFFFF"/>
                </a:solidFill>
                <a:latin typeface="Calibri"/>
                <a:cs typeface="Calibri"/>
              </a:rPr>
              <a:t>a</a:t>
            </a:r>
            <a:r>
              <a:rPr sz="1200" spc="-10" dirty="0">
                <a:solidFill>
                  <a:srgbClr val="FFFFFF"/>
                </a:solidFill>
                <a:latin typeface="Calibri"/>
                <a:cs typeface="Calibri"/>
              </a:rPr>
              <a:t>t</a:t>
            </a:r>
            <a:r>
              <a:rPr sz="1200" dirty="0">
                <a:solidFill>
                  <a:srgbClr val="FFFFFF"/>
                </a:solidFill>
                <a:latin typeface="Calibri"/>
                <a:cs typeface="Calibri"/>
              </a:rPr>
              <a:t>a</a:t>
            </a:r>
            <a:endParaRPr sz="1200">
              <a:latin typeface="Calibri"/>
              <a:cs typeface="Calibri"/>
            </a:endParaRPr>
          </a:p>
        </p:txBody>
      </p:sp>
      <p:grpSp>
        <p:nvGrpSpPr>
          <p:cNvPr id="8" name="object 8"/>
          <p:cNvGrpSpPr/>
          <p:nvPr/>
        </p:nvGrpSpPr>
        <p:grpSpPr>
          <a:xfrm>
            <a:off x="2301206" y="1520771"/>
            <a:ext cx="1221105" cy="436245"/>
            <a:chOff x="2301206" y="1520771"/>
            <a:chExt cx="1221105" cy="436245"/>
          </a:xfrm>
        </p:grpSpPr>
        <p:pic>
          <p:nvPicPr>
            <p:cNvPr id="9" name="object 9"/>
            <p:cNvPicPr/>
            <p:nvPr/>
          </p:nvPicPr>
          <p:blipFill>
            <a:blip r:embed="rId3" cstate="print"/>
            <a:stretch>
              <a:fillRect/>
            </a:stretch>
          </p:blipFill>
          <p:spPr>
            <a:xfrm>
              <a:off x="2301206" y="1520771"/>
              <a:ext cx="1220791" cy="422483"/>
            </a:xfrm>
            <a:prstGeom prst="rect">
              <a:avLst/>
            </a:prstGeom>
          </p:spPr>
        </p:pic>
        <p:pic>
          <p:nvPicPr>
            <p:cNvPr id="10" name="object 10"/>
            <p:cNvPicPr/>
            <p:nvPr/>
          </p:nvPicPr>
          <p:blipFill>
            <a:blip r:embed="rId4" cstate="print"/>
            <a:stretch>
              <a:fillRect/>
            </a:stretch>
          </p:blipFill>
          <p:spPr>
            <a:xfrm>
              <a:off x="2482596" y="1556042"/>
              <a:ext cx="857999" cy="400773"/>
            </a:xfrm>
            <a:prstGeom prst="rect">
              <a:avLst/>
            </a:prstGeom>
          </p:spPr>
        </p:pic>
        <p:sp>
          <p:nvSpPr>
            <p:cNvPr id="11" name="object 11"/>
            <p:cNvSpPr/>
            <p:nvPr/>
          </p:nvSpPr>
          <p:spPr>
            <a:xfrm>
              <a:off x="2337816" y="1537716"/>
              <a:ext cx="1152525" cy="353695"/>
            </a:xfrm>
            <a:custGeom>
              <a:avLst/>
              <a:gdLst/>
              <a:ahLst/>
              <a:cxnLst/>
              <a:rect l="l" t="t" r="r" b="b"/>
              <a:pathLst>
                <a:path w="1152525" h="353694">
                  <a:moveTo>
                    <a:pt x="1093216" y="0"/>
                  </a:moveTo>
                  <a:lnTo>
                    <a:pt x="58927" y="0"/>
                  </a:lnTo>
                  <a:lnTo>
                    <a:pt x="36004" y="4635"/>
                  </a:lnTo>
                  <a:lnTo>
                    <a:pt x="17272" y="17272"/>
                  </a:lnTo>
                  <a:lnTo>
                    <a:pt x="4635" y="36004"/>
                  </a:lnTo>
                  <a:lnTo>
                    <a:pt x="0" y="58928"/>
                  </a:lnTo>
                  <a:lnTo>
                    <a:pt x="0" y="294639"/>
                  </a:lnTo>
                  <a:lnTo>
                    <a:pt x="4635" y="317563"/>
                  </a:lnTo>
                  <a:lnTo>
                    <a:pt x="17271" y="336296"/>
                  </a:lnTo>
                  <a:lnTo>
                    <a:pt x="36004" y="348932"/>
                  </a:lnTo>
                  <a:lnTo>
                    <a:pt x="58927" y="353568"/>
                  </a:lnTo>
                  <a:lnTo>
                    <a:pt x="1093216" y="353568"/>
                  </a:lnTo>
                  <a:lnTo>
                    <a:pt x="1116139" y="348932"/>
                  </a:lnTo>
                  <a:lnTo>
                    <a:pt x="1134871" y="336296"/>
                  </a:lnTo>
                  <a:lnTo>
                    <a:pt x="1147508" y="317563"/>
                  </a:lnTo>
                  <a:lnTo>
                    <a:pt x="1152144" y="294639"/>
                  </a:lnTo>
                  <a:lnTo>
                    <a:pt x="1152144" y="58928"/>
                  </a:lnTo>
                  <a:lnTo>
                    <a:pt x="1147508" y="36004"/>
                  </a:lnTo>
                  <a:lnTo>
                    <a:pt x="1134872" y="17272"/>
                  </a:lnTo>
                  <a:lnTo>
                    <a:pt x="1116139" y="4635"/>
                  </a:lnTo>
                  <a:lnTo>
                    <a:pt x="1093216" y="0"/>
                  </a:lnTo>
                  <a:close/>
                </a:path>
              </a:pathLst>
            </a:custGeom>
            <a:solidFill>
              <a:srgbClr val="16A995"/>
            </a:solidFill>
          </p:spPr>
          <p:txBody>
            <a:bodyPr wrap="square" lIns="0" tIns="0" rIns="0" bIns="0" rtlCol="0"/>
            <a:lstStyle/>
            <a:p>
              <a:endParaRPr/>
            </a:p>
          </p:txBody>
        </p:sp>
        <p:sp>
          <p:nvSpPr>
            <p:cNvPr id="12" name="object 12"/>
            <p:cNvSpPr/>
            <p:nvPr/>
          </p:nvSpPr>
          <p:spPr>
            <a:xfrm>
              <a:off x="2337816" y="1537716"/>
              <a:ext cx="1152525" cy="353695"/>
            </a:xfrm>
            <a:custGeom>
              <a:avLst/>
              <a:gdLst/>
              <a:ahLst/>
              <a:cxnLst/>
              <a:rect l="l" t="t" r="r" b="b"/>
              <a:pathLst>
                <a:path w="1152525" h="353694">
                  <a:moveTo>
                    <a:pt x="0" y="58928"/>
                  </a:moveTo>
                  <a:lnTo>
                    <a:pt x="4635" y="36004"/>
                  </a:lnTo>
                  <a:lnTo>
                    <a:pt x="17272" y="17272"/>
                  </a:lnTo>
                  <a:lnTo>
                    <a:pt x="36004" y="4635"/>
                  </a:lnTo>
                  <a:lnTo>
                    <a:pt x="58927" y="0"/>
                  </a:lnTo>
                  <a:lnTo>
                    <a:pt x="1093216" y="0"/>
                  </a:lnTo>
                  <a:lnTo>
                    <a:pt x="1116139" y="4635"/>
                  </a:lnTo>
                  <a:lnTo>
                    <a:pt x="1134872" y="17272"/>
                  </a:lnTo>
                  <a:lnTo>
                    <a:pt x="1147508" y="36004"/>
                  </a:lnTo>
                  <a:lnTo>
                    <a:pt x="1152144" y="58928"/>
                  </a:lnTo>
                  <a:lnTo>
                    <a:pt x="1152144" y="294639"/>
                  </a:lnTo>
                  <a:lnTo>
                    <a:pt x="1147508" y="317563"/>
                  </a:lnTo>
                  <a:lnTo>
                    <a:pt x="1134871" y="336296"/>
                  </a:lnTo>
                  <a:lnTo>
                    <a:pt x="1116139" y="348932"/>
                  </a:lnTo>
                  <a:lnTo>
                    <a:pt x="1093216" y="353568"/>
                  </a:lnTo>
                  <a:lnTo>
                    <a:pt x="58927" y="353568"/>
                  </a:lnTo>
                  <a:lnTo>
                    <a:pt x="36004" y="348932"/>
                  </a:lnTo>
                  <a:lnTo>
                    <a:pt x="17271" y="336296"/>
                  </a:lnTo>
                  <a:lnTo>
                    <a:pt x="4635" y="317563"/>
                  </a:lnTo>
                  <a:lnTo>
                    <a:pt x="0" y="294639"/>
                  </a:lnTo>
                  <a:lnTo>
                    <a:pt x="0" y="58928"/>
                  </a:lnTo>
                  <a:close/>
                </a:path>
              </a:pathLst>
            </a:custGeom>
            <a:ln w="6096">
              <a:solidFill>
                <a:srgbClr val="FFFFFF"/>
              </a:solidFill>
            </a:ln>
          </p:spPr>
          <p:txBody>
            <a:bodyPr wrap="square" lIns="0" tIns="0" rIns="0" bIns="0" rtlCol="0"/>
            <a:lstStyle/>
            <a:p>
              <a:endParaRPr/>
            </a:p>
          </p:txBody>
        </p:sp>
      </p:grpSp>
      <p:sp>
        <p:nvSpPr>
          <p:cNvPr id="13" name="object 13"/>
          <p:cNvSpPr txBox="1"/>
          <p:nvPr/>
        </p:nvSpPr>
        <p:spPr>
          <a:xfrm>
            <a:off x="2604897" y="1601851"/>
            <a:ext cx="61976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S</a:t>
            </a:r>
            <a:r>
              <a:rPr sz="1200" spc="5" dirty="0">
                <a:solidFill>
                  <a:srgbClr val="FFFFFF"/>
                </a:solidFill>
                <a:latin typeface="Calibri"/>
                <a:cs typeface="Calibri"/>
              </a:rPr>
              <a:t>p</a:t>
            </a:r>
            <a:r>
              <a:rPr sz="1200" dirty="0">
                <a:solidFill>
                  <a:srgbClr val="FFFFFF"/>
                </a:solidFill>
                <a:latin typeface="Calibri"/>
                <a:cs typeface="Calibri"/>
              </a:rPr>
              <a:t>lit</a:t>
            </a:r>
            <a:r>
              <a:rPr sz="1200" spc="-15" dirty="0">
                <a:solidFill>
                  <a:srgbClr val="FFFFFF"/>
                </a:solidFill>
                <a:latin typeface="Calibri"/>
                <a:cs typeface="Calibri"/>
              </a:rPr>
              <a:t> </a:t>
            </a:r>
            <a:r>
              <a:rPr sz="1200" dirty="0">
                <a:solidFill>
                  <a:srgbClr val="FFFFFF"/>
                </a:solidFill>
                <a:latin typeface="Calibri"/>
                <a:cs typeface="Calibri"/>
              </a:rPr>
              <a:t>D</a:t>
            </a:r>
            <a:r>
              <a:rPr sz="1200" spc="-15" dirty="0">
                <a:solidFill>
                  <a:srgbClr val="FFFFFF"/>
                </a:solidFill>
                <a:latin typeface="Calibri"/>
                <a:cs typeface="Calibri"/>
              </a:rPr>
              <a:t>a</a:t>
            </a:r>
            <a:r>
              <a:rPr sz="1200" spc="-10" dirty="0">
                <a:solidFill>
                  <a:srgbClr val="FFFFFF"/>
                </a:solidFill>
                <a:latin typeface="Calibri"/>
                <a:cs typeface="Calibri"/>
              </a:rPr>
              <a:t>t</a:t>
            </a:r>
            <a:r>
              <a:rPr sz="1200" dirty="0">
                <a:solidFill>
                  <a:srgbClr val="FFFFFF"/>
                </a:solidFill>
                <a:latin typeface="Calibri"/>
                <a:cs typeface="Calibri"/>
              </a:rPr>
              <a:t>a</a:t>
            </a:r>
            <a:endParaRPr sz="1200">
              <a:latin typeface="Calibri"/>
              <a:cs typeface="Calibri"/>
            </a:endParaRPr>
          </a:p>
        </p:txBody>
      </p:sp>
      <p:grpSp>
        <p:nvGrpSpPr>
          <p:cNvPr id="14" name="object 14"/>
          <p:cNvGrpSpPr/>
          <p:nvPr/>
        </p:nvGrpSpPr>
        <p:grpSpPr>
          <a:xfrm>
            <a:off x="5036786" y="1520771"/>
            <a:ext cx="1221105" cy="436245"/>
            <a:chOff x="5036786" y="1520771"/>
            <a:chExt cx="1221105" cy="436245"/>
          </a:xfrm>
        </p:grpSpPr>
        <p:pic>
          <p:nvPicPr>
            <p:cNvPr id="15" name="object 15"/>
            <p:cNvPicPr/>
            <p:nvPr/>
          </p:nvPicPr>
          <p:blipFill>
            <a:blip r:embed="rId3" cstate="print"/>
            <a:stretch>
              <a:fillRect/>
            </a:stretch>
          </p:blipFill>
          <p:spPr>
            <a:xfrm>
              <a:off x="5036786" y="1520771"/>
              <a:ext cx="1220791" cy="422483"/>
            </a:xfrm>
            <a:prstGeom prst="rect">
              <a:avLst/>
            </a:prstGeom>
          </p:spPr>
        </p:pic>
        <p:pic>
          <p:nvPicPr>
            <p:cNvPr id="16" name="object 16"/>
            <p:cNvPicPr/>
            <p:nvPr/>
          </p:nvPicPr>
          <p:blipFill>
            <a:blip r:embed="rId5" cstate="print"/>
            <a:stretch>
              <a:fillRect/>
            </a:stretch>
          </p:blipFill>
          <p:spPr>
            <a:xfrm>
              <a:off x="5253227" y="1556042"/>
              <a:ext cx="787920" cy="400773"/>
            </a:xfrm>
            <a:prstGeom prst="rect">
              <a:avLst/>
            </a:prstGeom>
          </p:spPr>
        </p:pic>
        <p:sp>
          <p:nvSpPr>
            <p:cNvPr id="17" name="object 17"/>
            <p:cNvSpPr/>
            <p:nvPr/>
          </p:nvSpPr>
          <p:spPr>
            <a:xfrm>
              <a:off x="5073395" y="1537716"/>
              <a:ext cx="1152525" cy="353695"/>
            </a:xfrm>
            <a:custGeom>
              <a:avLst/>
              <a:gdLst/>
              <a:ahLst/>
              <a:cxnLst/>
              <a:rect l="l" t="t" r="r" b="b"/>
              <a:pathLst>
                <a:path w="1152525" h="353694">
                  <a:moveTo>
                    <a:pt x="1093215" y="0"/>
                  </a:moveTo>
                  <a:lnTo>
                    <a:pt x="58927" y="0"/>
                  </a:lnTo>
                  <a:lnTo>
                    <a:pt x="36004" y="4635"/>
                  </a:lnTo>
                  <a:lnTo>
                    <a:pt x="17272" y="17272"/>
                  </a:lnTo>
                  <a:lnTo>
                    <a:pt x="4635" y="36004"/>
                  </a:lnTo>
                  <a:lnTo>
                    <a:pt x="0" y="58928"/>
                  </a:lnTo>
                  <a:lnTo>
                    <a:pt x="0" y="294639"/>
                  </a:lnTo>
                  <a:lnTo>
                    <a:pt x="4635" y="317563"/>
                  </a:lnTo>
                  <a:lnTo>
                    <a:pt x="17271" y="336296"/>
                  </a:lnTo>
                  <a:lnTo>
                    <a:pt x="36004" y="348932"/>
                  </a:lnTo>
                  <a:lnTo>
                    <a:pt x="58927" y="353568"/>
                  </a:lnTo>
                  <a:lnTo>
                    <a:pt x="1093215" y="353568"/>
                  </a:lnTo>
                  <a:lnTo>
                    <a:pt x="1116139" y="348932"/>
                  </a:lnTo>
                  <a:lnTo>
                    <a:pt x="1134871" y="336296"/>
                  </a:lnTo>
                  <a:lnTo>
                    <a:pt x="1147508" y="317563"/>
                  </a:lnTo>
                  <a:lnTo>
                    <a:pt x="1152143" y="294639"/>
                  </a:lnTo>
                  <a:lnTo>
                    <a:pt x="1152143" y="58928"/>
                  </a:lnTo>
                  <a:lnTo>
                    <a:pt x="1147508" y="36004"/>
                  </a:lnTo>
                  <a:lnTo>
                    <a:pt x="1134872" y="17272"/>
                  </a:lnTo>
                  <a:lnTo>
                    <a:pt x="1116139" y="4635"/>
                  </a:lnTo>
                  <a:lnTo>
                    <a:pt x="1093215" y="0"/>
                  </a:lnTo>
                  <a:close/>
                </a:path>
              </a:pathLst>
            </a:custGeom>
            <a:solidFill>
              <a:srgbClr val="0D80B8"/>
            </a:solidFill>
          </p:spPr>
          <p:txBody>
            <a:bodyPr wrap="square" lIns="0" tIns="0" rIns="0" bIns="0" rtlCol="0"/>
            <a:lstStyle/>
            <a:p>
              <a:endParaRPr/>
            </a:p>
          </p:txBody>
        </p:sp>
        <p:sp>
          <p:nvSpPr>
            <p:cNvPr id="18" name="object 18"/>
            <p:cNvSpPr/>
            <p:nvPr/>
          </p:nvSpPr>
          <p:spPr>
            <a:xfrm>
              <a:off x="5073395" y="1537716"/>
              <a:ext cx="1152525" cy="353695"/>
            </a:xfrm>
            <a:custGeom>
              <a:avLst/>
              <a:gdLst/>
              <a:ahLst/>
              <a:cxnLst/>
              <a:rect l="l" t="t" r="r" b="b"/>
              <a:pathLst>
                <a:path w="1152525" h="353694">
                  <a:moveTo>
                    <a:pt x="0" y="58928"/>
                  </a:moveTo>
                  <a:lnTo>
                    <a:pt x="4635" y="36004"/>
                  </a:lnTo>
                  <a:lnTo>
                    <a:pt x="17272" y="17272"/>
                  </a:lnTo>
                  <a:lnTo>
                    <a:pt x="36004" y="4635"/>
                  </a:lnTo>
                  <a:lnTo>
                    <a:pt x="58927" y="0"/>
                  </a:lnTo>
                  <a:lnTo>
                    <a:pt x="1093215" y="0"/>
                  </a:lnTo>
                  <a:lnTo>
                    <a:pt x="1116139" y="4635"/>
                  </a:lnTo>
                  <a:lnTo>
                    <a:pt x="1134872" y="17272"/>
                  </a:lnTo>
                  <a:lnTo>
                    <a:pt x="1147508" y="36004"/>
                  </a:lnTo>
                  <a:lnTo>
                    <a:pt x="1152143" y="58928"/>
                  </a:lnTo>
                  <a:lnTo>
                    <a:pt x="1152143" y="294639"/>
                  </a:lnTo>
                  <a:lnTo>
                    <a:pt x="1147508" y="317563"/>
                  </a:lnTo>
                  <a:lnTo>
                    <a:pt x="1134871" y="336296"/>
                  </a:lnTo>
                  <a:lnTo>
                    <a:pt x="1116139" y="348932"/>
                  </a:lnTo>
                  <a:lnTo>
                    <a:pt x="1093215" y="353568"/>
                  </a:lnTo>
                  <a:lnTo>
                    <a:pt x="58927" y="353568"/>
                  </a:lnTo>
                  <a:lnTo>
                    <a:pt x="36004" y="348932"/>
                  </a:lnTo>
                  <a:lnTo>
                    <a:pt x="17271" y="336296"/>
                  </a:lnTo>
                  <a:lnTo>
                    <a:pt x="4635" y="317563"/>
                  </a:lnTo>
                  <a:lnTo>
                    <a:pt x="0" y="294639"/>
                  </a:lnTo>
                  <a:lnTo>
                    <a:pt x="0" y="58928"/>
                  </a:lnTo>
                  <a:close/>
                </a:path>
              </a:pathLst>
            </a:custGeom>
            <a:ln w="6096">
              <a:solidFill>
                <a:srgbClr val="FFFFFF"/>
              </a:solidFill>
            </a:ln>
          </p:spPr>
          <p:txBody>
            <a:bodyPr wrap="square" lIns="0" tIns="0" rIns="0" bIns="0" rtlCol="0"/>
            <a:lstStyle/>
            <a:p>
              <a:endParaRPr/>
            </a:p>
          </p:txBody>
        </p:sp>
      </p:grpSp>
      <p:sp>
        <p:nvSpPr>
          <p:cNvPr id="19" name="object 19"/>
          <p:cNvSpPr txBox="1"/>
          <p:nvPr/>
        </p:nvSpPr>
        <p:spPr>
          <a:xfrm>
            <a:off x="5375528" y="1601851"/>
            <a:ext cx="54991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m</a:t>
            </a:r>
            <a:r>
              <a:rPr sz="1200" spc="-10" dirty="0">
                <a:solidFill>
                  <a:srgbClr val="FFFFFF"/>
                </a:solidFill>
                <a:latin typeface="Calibri"/>
                <a:cs typeface="Calibri"/>
              </a:rPr>
              <a:t>at</a:t>
            </a:r>
            <a:r>
              <a:rPr sz="1200" spc="-5" dirty="0">
                <a:solidFill>
                  <a:srgbClr val="FFFFFF"/>
                </a:solidFill>
                <a:latin typeface="Calibri"/>
                <a:cs typeface="Calibri"/>
              </a:rPr>
              <a:t>c</a:t>
            </a:r>
            <a:r>
              <a:rPr sz="1200" dirty="0">
                <a:solidFill>
                  <a:srgbClr val="FFFFFF"/>
                </a:solidFill>
                <a:latin typeface="Calibri"/>
                <a:cs typeface="Calibri"/>
              </a:rPr>
              <a:t>hes</a:t>
            </a:r>
            <a:endParaRPr sz="1200">
              <a:latin typeface="Calibri"/>
              <a:cs typeface="Calibri"/>
            </a:endParaRPr>
          </a:p>
        </p:txBody>
      </p:sp>
      <p:grpSp>
        <p:nvGrpSpPr>
          <p:cNvPr id="20" name="object 20"/>
          <p:cNvGrpSpPr/>
          <p:nvPr/>
        </p:nvGrpSpPr>
        <p:grpSpPr>
          <a:xfrm>
            <a:off x="7557473" y="2150341"/>
            <a:ext cx="1292860" cy="765175"/>
            <a:chOff x="7557473" y="2150341"/>
            <a:chExt cx="1292860" cy="765175"/>
          </a:xfrm>
        </p:grpSpPr>
        <p:pic>
          <p:nvPicPr>
            <p:cNvPr id="21" name="object 21"/>
            <p:cNvPicPr/>
            <p:nvPr/>
          </p:nvPicPr>
          <p:blipFill>
            <a:blip r:embed="rId6" cstate="print"/>
            <a:stretch>
              <a:fillRect/>
            </a:stretch>
          </p:blipFill>
          <p:spPr>
            <a:xfrm>
              <a:off x="7557473" y="2150341"/>
              <a:ext cx="1292436" cy="765106"/>
            </a:xfrm>
            <a:prstGeom prst="rect">
              <a:avLst/>
            </a:prstGeom>
          </p:spPr>
        </p:pic>
        <p:sp>
          <p:nvSpPr>
            <p:cNvPr id="22" name="object 22"/>
            <p:cNvSpPr/>
            <p:nvPr/>
          </p:nvSpPr>
          <p:spPr>
            <a:xfrm>
              <a:off x="7594091" y="2167127"/>
              <a:ext cx="1224280" cy="696595"/>
            </a:xfrm>
            <a:custGeom>
              <a:avLst/>
              <a:gdLst/>
              <a:ahLst/>
              <a:cxnLst/>
              <a:rect l="l" t="t" r="r" b="b"/>
              <a:pathLst>
                <a:path w="1224279" h="696594">
                  <a:moveTo>
                    <a:pt x="1107693" y="0"/>
                  </a:moveTo>
                  <a:lnTo>
                    <a:pt x="116077" y="0"/>
                  </a:lnTo>
                  <a:lnTo>
                    <a:pt x="70883" y="9118"/>
                  </a:lnTo>
                  <a:lnTo>
                    <a:pt x="33988" y="33988"/>
                  </a:lnTo>
                  <a:lnTo>
                    <a:pt x="9118" y="70883"/>
                  </a:lnTo>
                  <a:lnTo>
                    <a:pt x="0" y="116078"/>
                  </a:lnTo>
                  <a:lnTo>
                    <a:pt x="0" y="580390"/>
                  </a:lnTo>
                  <a:lnTo>
                    <a:pt x="9118" y="625584"/>
                  </a:lnTo>
                  <a:lnTo>
                    <a:pt x="33988" y="662479"/>
                  </a:lnTo>
                  <a:lnTo>
                    <a:pt x="70883" y="687349"/>
                  </a:lnTo>
                  <a:lnTo>
                    <a:pt x="116077" y="696468"/>
                  </a:lnTo>
                  <a:lnTo>
                    <a:pt x="1107693" y="696468"/>
                  </a:lnTo>
                  <a:lnTo>
                    <a:pt x="1152888" y="687349"/>
                  </a:lnTo>
                  <a:lnTo>
                    <a:pt x="1189783" y="662479"/>
                  </a:lnTo>
                  <a:lnTo>
                    <a:pt x="1214653" y="625584"/>
                  </a:lnTo>
                  <a:lnTo>
                    <a:pt x="1223772" y="580390"/>
                  </a:lnTo>
                  <a:lnTo>
                    <a:pt x="1223772" y="116078"/>
                  </a:lnTo>
                  <a:lnTo>
                    <a:pt x="1214653" y="70883"/>
                  </a:lnTo>
                  <a:lnTo>
                    <a:pt x="1189783" y="33988"/>
                  </a:lnTo>
                  <a:lnTo>
                    <a:pt x="1152888" y="9118"/>
                  </a:lnTo>
                  <a:lnTo>
                    <a:pt x="1107693" y="0"/>
                  </a:lnTo>
                  <a:close/>
                </a:path>
              </a:pathLst>
            </a:custGeom>
            <a:solidFill>
              <a:srgbClr val="0D80B8"/>
            </a:solidFill>
          </p:spPr>
          <p:txBody>
            <a:bodyPr wrap="square" lIns="0" tIns="0" rIns="0" bIns="0" rtlCol="0"/>
            <a:lstStyle/>
            <a:p>
              <a:endParaRPr/>
            </a:p>
          </p:txBody>
        </p:sp>
        <p:sp>
          <p:nvSpPr>
            <p:cNvPr id="23" name="object 23"/>
            <p:cNvSpPr/>
            <p:nvPr/>
          </p:nvSpPr>
          <p:spPr>
            <a:xfrm>
              <a:off x="7594091" y="2167127"/>
              <a:ext cx="1224280" cy="696595"/>
            </a:xfrm>
            <a:custGeom>
              <a:avLst/>
              <a:gdLst/>
              <a:ahLst/>
              <a:cxnLst/>
              <a:rect l="l" t="t" r="r" b="b"/>
              <a:pathLst>
                <a:path w="1224279" h="696594">
                  <a:moveTo>
                    <a:pt x="0" y="116078"/>
                  </a:moveTo>
                  <a:lnTo>
                    <a:pt x="9118" y="70883"/>
                  </a:lnTo>
                  <a:lnTo>
                    <a:pt x="33988" y="33988"/>
                  </a:lnTo>
                  <a:lnTo>
                    <a:pt x="70883" y="9118"/>
                  </a:lnTo>
                  <a:lnTo>
                    <a:pt x="116077" y="0"/>
                  </a:lnTo>
                  <a:lnTo>
                    <a:pt x="1107693" y="0"/>
                  </a:lnTo>
                  <a:lnTo>
                    <a:pt x="1152888" y="9118"/>
                  </a:lnTo>
                  <a:lnTo>
                    <a:pt x="1189783" y="33988"/>
                  </a:lnTo>
                  <a:lnTo>
                    <a:pt x="1214653" y="70883"/>
                  </a:lnTo>
                  <a:lnTo>
                    <a:pt x="1223772" y="116078"/>
                  </a:lnTo>
                  <a:lnTo>
                    <a:pt x="1223772" y="580390"/>
                  </a:lnTo>
                  <a:lnTo>
                    <a:pt x="1214653" y="625584"/>
                  </a:lnTo>
                  <a:lnTo>
                    <a:pt x="1189783" y="662479"/>
                  </a:lnTo>
                  <a:lnTo>
                    <a:pt x="1152888" y="687349"/>
                  </a:lnTo>
                  <a:lnTo>
                    <a:pt x="1107693" y="696468"/>
                  </a:lnTo>
                  <a:lnTo>
                    <a:pt x="116077" y="696468"/>
                  </a:lnTo>
                  <a:lnTo>
                    <a:pt x="70883" y="687349"/>
                  </a:lnTo>
                  <a:lnTo>
                    <a:pt x="33988" y="662479"/>
                  </a:lnTo>
                  <a:lnTo>
                    <a:pt x="9118" y="625584"/>
                  </a:lnTo>
                  <a:lnTo>
                    <a:pt x="0" y="580390"/>
                  </a:lnTo>
                  <a:lnTo>
                    <a:pt x="0" y="116078"/>
                  </a:lnTo>
                  <a:close/>
                </a:path>
              </a:pathLst>
            </a:custGeom>
            <a:ln w="6096">
              <a:solidFill>
                <a:srgbClr val="FFFFFF"/>
              </a:solidFill>
            </a:ln>
          </p:spPr>
          <p:txBody>
            <a:bodyPr wrap="square" lIns="0" tIns="0" rIns="0" bIns="0" rtlCol="0"/>
            <a:lstStyle/>
            <a:p>
              <a:endParaRPr/>
            </a:p>
          </p:txBody>
        </p:sp>
      </p:grpSp>
      <p:sp>
        <p:nvSpPr>
          <p:cNvPr id="24" name="object 24"/>
          <p:cNvSpPr txBox="1"/>
          <p:nvPr/>
        </p:nvSpPr>
        <p:spPr>
          <a:xfrm>
            <a:off x="7931911" y="2311400"/>
            <a:ext cx="549910" cy="391160"/>
          </a:xfrm>
          <a:prstGeom prst="rect">
            <a:avLst/>
          </a:prstGeom>
        </p:spPr>
        <p:txBody>
          <a:bodyPr vert="horz" wrap="square" lIns="0" tIns="12700" rIns="0" bIns="0" rtlCol="0">
            <a:spAutoFit/>
          </a:bodyPr>
          <a:lstStyle/>
          <a:p>
            <a:pPr marL="12700" marR="5080" indent="182880">
              <a:lnSpc>
                <a:spcPct val="100000"/>
              </a:lnSpc>
              <a:spcBef>
                <a:spcPts val="100"/>
              </a:spcBef>
            </a:pPr>
            <a:r>
              <a:rPr sz="1200" dirty="0">
                <a:solidFill>
                  <a:srgbClr val="FFFFFF"/>
                </a:solidFill>
                <a:latin typeface="Calibri"/>
                <a:cs typeface="Calibri"/>
              </a:rPr>
              <a:t>All </a:t>
            </a:r>
            <a:r>
              <a:rPr sz="1200" spc="5" dirty="0">
                <a:solidFill>
                  <a:srgbClr val="FFFFFF"/>
                </a:solidFill>
                <a:latin typeface="Calibri"/>
                <a:cs typeface="Calibri"/>
              </a:rPr>
              <a:t> </a:t>
            </a:r>
            <a:r>
              <a:rPr sz="1200" dirty="0">
                <a:solidFill>
                  <a:srgbClr val="FFFFFF"/>
                </a:solidFill>
                <a:latin typeface="Calibri"/>
                <a:cs typeface="Calibri"/>
              </a:rPr>
              <a:t>m</a:t>
            </a:r>
            <a:r>
              <a:rPr sz="1200" spc="-10" dirty="0">
                <a:solidFill>
                  <a:srgbClr val="FFFFFF"/>
                </a:solidFill>
                <a:latin typeface="Calibri"/>
                <a:cs typeface="Calibri"/>
              </a:rPr>
              <a:t>at</a:t>
            </a:r>
            <a:r>
              <a:rPr sz="1200" spc="-5" dirty="0">
                <a:solidFill>
                  <a:srgbClr val="FFFFFF"/>
                </a:solidFill>
                <a:latin typeface="Calibri"/>
                <a:cs typeface="Calibri"/>
              </a:rPr>
              <a:t>c</a:t>
            </a:r>
            <a:r>
              <a:rPr sz="1200" dirty="0">
                <a:solidFill>
                  <a:srgbClr val="FFFFFF"/>
                </a:solidFill>
                <a:latin typeface="Calibri"/>
                <a:cs typeface="Calibri"/>
              </a:rPr>
              <a:t>hes</a:t>
            </a:r>
            <a:endParaRPr sz="1200">
              <a:latin typeface="Calibri"/>
              <a:cs typeface="Calibri"/>
            </a:endParaRPr>
          </a:p>
        </p:txBody>
      </p:sp>
      <p:sp>
        <p:nvSpPr>
          <p:cNvPr id="25" name="object 25"/>
          <p:cNvSpPr/>
          <p:nvPr/>
        </p:nvSpPr>
        <p:spPr>
          <a:xfrm>
            <a:off x="1795272" y="2464307"/>
            <a:ext cx="431800" cy="76200"/>
          </a:xfrm>
          <a:custGeom>
            <a:avLst/>
            <a:gdLst/>
            <a:ahLst/>
            <a:cxnLst/>
            <a:rect l="l" t="t" r="r" b="b"/>
            <a:pathLst>
              <a:path w="431800" h="76200">
                <a:moveTo>
                  <a:pt x="355600" y="0"/>
                </a:moveTo>
                <a:lnTo>
                  <a:pt x="355600" y="76200"/>
                </a:lnTo>
                <a:lnTo>
                  <a:pt x="419100" y="44450"/>
                </a:lnTo>
                <a:lnTo>
                  <a:pt x="368300" y="44450"/>
                </a:lnTo>
                <a:lnTo>
                  <a:pt x="368300" y="31750"/>
                </a:lnTo>
                <a:lnTo>
                  <a:pt x="419100" y="31750"/>
                </a:lnTo>
                <a:lnTo>
                  <a:pt x="355600" y="0"/>
                </a:lnTo>
                <a:close/>
              </a:path>
              <a:path w="431800" h="76200">
                <a:moveTo>
                  <a:pt x="355600" y="31750"/>
                </a:moveTo>
                <a:lnTo>
                  <a:pt x="0" y="31750"/>
                </a:lnTo>
                <a:lnTo>
                  <a:pt x="0" y="44450"/>
                </a:lnTo>
                <a:lnTo>
                  <a:pt x="355600" y="44450"/>
                </a:lnTo>
                <a:lnTo>
                  <a:pt x="355600" y="31750"/>
                </a:lnTo>
                <a:close/>
              </a:path>
              <a:path w="431800" h="76200">
                <a:moveTo>
                  <a:pt x="419100" y="31750"/>
                </a:moveTo>
                <a:lnTo>
                  <a:pt x="368300" y="31750"/>
                </a:lnTo>
                <a:lnTo>
                  <a:pt x="368300" y="44450"/>
                </a:lnTo>
                <a:lnTo>
                  <a:pt x="419100" y="44450"/>
                </a:lnTo>
                <a:lnTo>
                  <a:pt x="431800" y="38100"/>
                </a:lnTo>
                <a:lnTo>
                  <a:pt x="419100" y="31750"/>
                </a:lnTo>
                <a:close/>
              </a:path>
            </a:pathLst>
          </a:custGeom>
          <a:solidFill>
            <a:srgbClr val="006FC0"/>
          </a:solidFill>
        </p:spPr>
        <p:txBody>
          <a:bodyPr wrap="square" lIns="0" tIns="0" rIns="0" bIns="0" rtlCol="0"/>
          <a:lstStyle/>
          <a:p>
            <a:endParaRPr/>
          </a:p>
        </p:txBody>
      </p:sp>
      <p:grpSp>
        <p:nvGrpSpPr>
          <p:cNvPr id="26" name="object 26"/>
          <p:cNvGrpSpPr/>
          <p:nvPr/>
        </p:nvGrpSpPr>
        <p:grpSpPr>
          <a:xfrm>
            <a:off x="2302730" y="1671827"/>
            <a:ext cx="1691005" cy="1012190"/>
            <a:chOff x="2302730" y="1671827"/>
            <a:chExt cx="1691005" cy="1012190"/>
          </a:xfrm>
        </p:grpSpPr>
        <p:sp>
          <p:nvSpPr>
            <p:cNvPr id="27" name="object 27"/>
            <p:cNvSpPr/>
            <p:nvPr/>
          </p:nvSpPr>
          <p:spPr>
            <a:xfrm>
              <a:off x="3561588" y="1671827"/>
              <a:ext cx="431800" cy="581025"/>
            </a:xfrm>
            <a:custGeom>
              <a:avLst/>
              <a:gdLst/>
              <a:ahLst/>
              <a:cxnLst/>
              <a:rect l="l" t="t" r="r" b="b"/>
              <a:pathLst>
                <a:path w="431800" h="581025">
                  <a:moveTo>
                    <a:pt x="431800" y="542544"/>
                  </a:moveTo>
                  <a:lnTo>
                    <a:pt x="419100" y="536194"/>
                  </a:lnTo>
                  <a:lnTo>
                    <a:pt x="355600" y="504444"/>
                  </a:lnTo>
                  <a:lnTo>
                    <a:pt x="355600" y="536194"/>
                  </a:lnTo>
                  <a:lnTo>
                    <a:pt x="0" y="536194"/>
                  </a:lnTo>
                  <a:lnTo>
                    <a:pt x="0" y="548894"/>
                  </a:lnTo>
                  <a:lnTo>
                    <a:pt x="355600" y="548894"/>
                  </a:lnTo>
                  <a:lnTo>
                    <a:pt x="355600" y="580644"/>
                  </a:lnTo>
                  <a:lnTo>
                    <a:pt x="419100" y="548894"/>
                  </a:lnTo>
                  <a:lnTo>
                    <a:pt x="431800" y="542544"/>
                  </a:lnTo>
                  <a:close/>
                </a:path>
                <a:path w="431800" h="581025">
                  <a:moveTo>
                    <a:pt x="431800" y="38100"/>
                  </a:moveTo>
                  <a:lnTo>
                    <a:pt x="419100" y="31750"/>
                  </a:lnTo>
                  <a:lnTo>
                    <a:pt x="355600" y="0"/>
                  </a:lnTo>
                  <a:lnTo>
                    <a:pt x="355600" y="31750"/>
                  </a:lnTo>
                  <a:lnTo>
                    <a:pt x="0" y="31750"/>
                  </a:lnTo>
                  <a:lnTo>
                    <a:pt x="0" y="44450"/>
                  </a:lnTo>
                  <a:lnTo>
                    <a:pt x="355600" y="44450"/>
                  </a:lnTo>
                  <a:lnTo>
                    <a:pt x="355600" y="76200"/>
                  </a:lnTo>
                  <a:lnTo>
                    <a:pt x="419100" y="44450"/>
                  </a:lnTo>
                  <a:lnTo>
                    <a:pt x="431800" y="38100"/>
                  </a:lnTo>
                  <a:close/>
                </a:path>
              </a:pathLst>
            </a:custGeom>
            <a:solidFill>
              <a:srgbClr val="006FC0"/>
            </a:solidFill>
          </p:spPr>
          <p:txBody>
            <a:bodyPr wrap="square" lIns="0" tIns="0" rIns="0" bIns="0" rtlCol="0"/>
            <a:lstStyle/>
            <a:p>
              <a:endParaRPr/>
            </a:p>
          </p:txBody>
        </p:sp>
        <p:pic>
          <p:nvPicPr>
            <p:cNvPr id="28" name="object 28"/>
            <p:cNvPicPr/>
            <p:nvPr/>
          </p:nvPicPr>
          <p:blipFill>
            <a:blip r:embed="rId3" cstate="print"/>
            <a:stretch>
              <a:fillRect/>
            </a:stretch>
          </p:blipFill>
          <p:spPr>
            <a:xfrm>
              <a:off x="2302730" y="1987115"/>
              <a:ext cx="1220791" cy="422483"/>
            </a:xfrm>
            <a:prstGeom prst="rect">
              <a:avLst/>
            </a:prstGeom>
          </p:spPr>
        </p:pic>
        <p:pic>
          <p:nvPicPr>
            <p:cNvPr id="29" name="object 29"/>
            <p:cNvPicPr/>
            <p:nvPr/>
          </p:nvPicPr>
          <p:blipFill>
            <a:blip r:embed="rId7" cstate="print"/>
            <a:stretch>
              <a:fillRect/>
            </a:stretch>
          </p:blipFill>
          <p:spPr>
            <a:xfrm>
              <a:off x="2484119" y="2022386"/>
              <a:ext cx="857999" cy="400773"/>
            </a:xfrm>
            <a:prstGeom prst="rect">
              <a:avLst/>
            </a:prstGeom>
          </p:spPr>
        </p:pic>
        <p:sp>
          <p:nvSpPr>
            <p:cNvPr id="30" name="object 30"/>
            <p:cNvSpPr/>
            <p:nvPr/>
          </p:nvSpPr>
          <p:spPr>
            <a:xfrm>
              <a:off x="2339339" y="2004059"/>
              <a:ext cx="1152525" cy="353695"/>
            </a:xfrm>
            <a:custGeom>
              <a:avLst/>
              <a:gdLst/>
              <a:ahLst/>
              <a:cxnLst/>
              <a:rect l="l" t="t" r="r" b="b"/>
              <a:pathLst>
                <a:path w="1152525" h="353694">
                  <a:moveTo>
                    <a:pt x="1093215" y="0"/>
                  </a:moveTo>
                  <a:lnTo>
                    <a:pt x="58928" y="0"/>
                  </a:lnTo>
                  <a:lnTo>
                    <a:pt x="36004" y="4635"/>
                  </a:lnTo>
                  <a:lnTo>
                    <a:pt x="17272" y="17271"/>
                  </a:lnTo>
                  <a:lnTo>
                    <a:pt x="4635" y="36004"/>
                  </a:lnTo>
                  <a:lnTo>
                    <a:pt x="0" y="58927"/>
                  </a:lnTo>
                  <a:lnTo>
                    <a:pt x="0" y="294639"/>
                  </a:lnTo>
                  <a:lnTo>
                    <a:pt x="4635" y="317563"/>
                  </a:lnTo>
                  <a:lnTo>
                    <a:pt x="17272" y="336295"/>
                  </a:lnTo>
                  <a:lnTo>
                    <a:pt x="36004" y="348932"/>
                  </a:lnTo>
                  <a:lnTo>
                    <a:pt x="58928" y="353567"/>
                  </a:lnTo>
                  <a:lnTo>
                    <a:pt x="1093215" y="353567"/>
                  </a:lnTo>
                  <a:lnTo>
                    <a:pt x="1116139" y="348932"/>
                  </a:lnTo>
                  <a:lnTo>
                    <a:pt x="1134872" y="336295"/>
                  </a:lnTo>
                  <a:lnTo>
                    <a:pt x="1147508" y="317563"/>
                  </a:lnTo>
                  <a:lnTo>
                    <a:pt x="1152144" y="294639"/>
                  </a:lnTo>
                  <a:lnTo>
                    <a:pt x="1152144" y="58927"/>
                  </a:lnTo>
                  <a:lnTo>
                    <a:pt x="1147508" y="36004"/>
                  </a:lnTo>
                  <a:lnTo>
                    <a:pt x="1134872" y="17272"/>
                  </a:lnTo>
                  <a:lnTo>
                    <a:pt x="1116139" y="4635"/>
                  </a:lnTo>
                  <a:lnTo>
                    <a:pt x="1093215" y="0"/>
                  </a:lnTo>
                  <a:close/>
                </a:path>
              </a:pathLst>
            </a:custGeom>
            <a:solidFill>
              <a:srgbClr val="16A995"/>
            </a:solidFill>
          </p:spPr>
          <p:txBody>
            <a:bodyPr wrap="square" lIns="0" tIns="0" rIns="0" bIns="0" rtlCol="0"/>
            <a:lstStyle/>
            <a:p>
              <a:endParaRPr/>
            </a:p>
          </p:txBody>
        </p:sp>
        <p:sp>
          <p:nvSpPr>
            <p:cNvPr id="31" name="object 31"/>
            <p:cNvSpPr/>
            <p:nvPr/>
          </p:nvSpPr>
          <p:spPr>
            <a:xfrm>
              <a:off x="2339339" y="2004059"/>
              <a:ext cx="1152525" cy="353695"/>
            </a:xfrm>
            <a:custGeom>
              <a:avLst/>
              <a:gdLst/>
              <a:ahLst/>
              <a:cxnLst/>
              <a:rect l="l" t="t" r="r" b="b"/>
              <a:pathLst>
                <a:path w="1152525" h="353694">
                  <a:moveTo>
                    <a:pt x="0" y="58927"/>
                  </a:moveTo>
                  <a:lnTo>
                    <a:pt x="4635" y="36004"/>
                  </a:lnTo>
                  <a:lnTo>
                    <a:pt x="17272" y="17271"/>
                  </a:lnTo>
                  <a:lnTo>
                    <a:pt x="36004" y="4635"/>
                  </a:lnTo>
                  <a:lnTo>
                    <a:pt x="58928" y="0"/>
                  </a:lnTo>
                  <a:lnTo>
                    <a:pt x="1093215" y="0"/>
                  </a:lnTo>
                  <a:lnTo>
                    <a:pt x="1116139" y="4635"/>
                  </a:lnTo>
                  <a:lnTo>
                    <a:pt x="1134872" y="17272"/>
                  </a:lnTo>
                  <a:lnTo>
                    <a:pt x="1147508" y="36004"/>
                  </a:lnTo>
                  <a:lnTo>
                    <a:pt x="1152144" y="58927"/>
                  </a:lnTo>
                  <a:lnTo>
                    <a:pt x="1152144" y="294639"/>
                  </a:lnTo>
                  <a:lnTo>
                    <a:pt x="1147508" y="317563"/>
                  </a:lnTo>
                  <a:lnTo>
                    <a:pt x="1134872" y="336295"/>
                  </a:lnTo>
                  <a:lnTo>
                    <a:pt x="1116139" y="348932"/>
                  </a:lnTo>
                  <a:lnTo>
                    <a:pt x="1093215" y="353567"/>
                  </a:lnTo>
                  <a:lnTo>
                    <a:pt x="58928" y="353567"/>
                  </a:lnTo>
                  <a:lnTo>
                    <a:pt x="36004" y="348932"/>
                  </a:lnTo>
                  <a:lnTo>
                    <a:pt x="17272" y="336295"/>
                  </a:lnTo>
                  <a:lnTo>
                    <a:pt x="4635" y="317563"/>
                  </a:lnTo>
                  <a:lnTo>
                    <a:pt x="0" y="294639"/>
                  </a:lnTo>
                  <a:lnTo>
                    <a:pt x="0" y="58927"/>
                  </a:lnTo>
                  <a:close/>
                </a:path>
              </a:pathLst>
            </a:custGeom>
            <a:ln w="6096">
              <a:solidFill>
                <a:srgbClr val="FFFFFF"/>
              </a:solidFill>
            </a:ln>
          </p:spPr>
          <p:txBody>
            <a:bodyPr wrap="square" lIns="0" tIns="0" rIns="0" bIns="0" rtlCol="0"/>
            <a:lstStyle/>
            <a:p>
              <a:endParaRPr/>
            </a:p>
          </p:txBody>
        </p:sp>
        <p:sp>
          <p:nvSpPr>
            <p:cNvPr id="32" name="object 32"/>
            <p:cNvSpPr/>
            <p:nvPr/>
          </p:nvSpPr>
          <p:spPr>
            <a:xfrm>
              <a:off x="3561588" y="2607563"/>
              <a:ext cx="431800" cy="76200"/>
            </a:xfrm>
            <a:custGeom>
              <a:avLst/>
              <a:gdLst/>
              <a:ahLst/>
              <a:cxnLst/>
              <a:rect l="l" t="t" r="r" b="b"/>
              <a:pathLst>
                <a:path w="431800" h="76200">
                  <a:moveTo>
                    <a:pt x="355600" y="0"/>
                  </a:moveTo>
                  <a:lnTo>
                    <a:pt x="355600" y="76200"/>
                  </a:lnTo>
                  <a:lnTo>
                    <a:pt x="419100" y="44450"/>
                  </a:lnTo>
                  <a:lnTo>
                    <a:pt x="368300" y="44450"/>
                  </a:lnTo>
                  <a:lnTo>
                    <a:pt x="368300" y="31750"/>
                  </a:lnTo>
                  <a:lnTo>
                    <a:pt x="419100" y="31750"/>
                  </a:lnTo>
                  <a:lnTo>
                    <a:pt x="355600" y="0"/>
                  </a:lnTo>
                  <a:close/>
                </a:path>
                <a:path w="431800" h="76200">
                  <a:moveTo>
                    <a:pt x="355600" y="31750"/>
                  </a:moveTo>
                  <a:lnTo>
                    <a:pt x="0" y="31750"/>
                  </a:lnTo>
                  <a:lnTo>
                    <a:pt x="0" y="44450"/>
                  </a:lnTo>
                  <a:lnTo>
                    <a:pt x="355600" y="44450"/>
                  </a:lnTo>
                  <a:lnTo>
                    <a:pt x="355600" y="31750"/>
                  </a:lnTo>
                  <a:close/>
                </a:path>
                <a:path w="431800" h="76200">
                  <a:moveTo>
                    <a:pt x="419100" y="31750"/>
                  </a:moveTo>
                  <a:lnTo>
                    <a:pt x="368300" y="31750"/>
                  </a:lnTo>
                  <a:lnTo>
                    <a:pt x="368300" y="44450"/>
                  </a:lnTo>
                  <a:lnTo>
                    <a:pt x="419100" y="44450"/>
                  </a:lnTo>
                  <a:lnTo>
                    <a:pt x="431800" y="38100"/>
                  </a:lnTo>
                  <a:lnTo>
                    <a:pt x="419100" y="31750"/>
                  </a:lnTo>
                  <a:close/>
                </a:path>
              </a:pathLst>
            </a:custGeom>
            <a:solidFill>
              <a:srgbClr val="006FC0"/>
            </a:solidFill>
          </p:spPr>
          <p:txBody>
            <a:bodyPr wrap="square" lIns="0" tIns="0" rIns="0" bIns="0" rtlCol="0"/>
            <a:lstStyle/>
            <a:p>
              <a:endParaRPr/>
            </a:p>
          </p:txBody>
        </p:sp>
      </p:grpSp>
      <p:grpSp>
        <p:nvGrpSpPr>
          <p:cNvPr id="33" name="object 33"/>
          <p:cNvGrpSpPr/>
          <p:nvPr/>
        </p:nvGrpSpPr>
        <p:grpSpPr>
          <a:xfrm>
            <a:off x="4568952" y="1674876"/>
            <a:ext cx="2161540" cy="1009015"/>
            <a:chOff x="4568952" y="1674876"/>
            <a:chExt cx="2161540" cy="1009015"/>
          </a:xfrm>
        </p:grpSpPr>
        <p:sp>
          <p:nvSpPr>
            <p:cNvPr id="34" name="object 34"/>
            <p:cNvSpPr/>
            <p:nvPr/>
          </p:nvSpPr>
          <p:spPr>
            <a:xfrm>
              <a:off x="4568952" y="1674875"/>
              <a:ext cx="431800" cy="577850"/>
            </a:xfrm>
            <a:custGeom>
              <a:avLst/>
              <a:gdLst/>
              <a:ahLst/>
              <a:cxnLst/>
              <a:rect l="l" t="t" r="r" b="b"/>
              <a:pathLst>
                <a:path w="431800" h="577850">
                  <a:moveTo>
                    <a:pt x="431800" y="539496"/>
                  </a:moveTo>
                  <a:lnTo>
                    <a:pt x="419100" y="533146"/>
                  </a:lnTo>
                  <a:lnTo>
                    <a:pt x="355600" y="501396"/>
                  </a:lnTo>
                  <a:lnTo>
                    <a:pt x="355600" y="533146"/>
                  </a:lnTo>
                  <a:lnTo>
                    <a:pt x="0" y="533146"/>
                  </a:lnTo>
                  <a:lnTo>
                    <a:pt x="0" y="545846"/>
                  </a:lnTo>
                  <a:lnTo>
                    <a:pt x="355600" y="545846"/>
                  </a:lnTo>
                  <a:lnTo>
                    <a:pt x="355600" y="577596"/>
                  </a:lnTo>
                  <a:lnTo>
                    <a:pt x="419100" y="545846"/>
                  </a:lnTo>
                  <a:lnTo>
                    <a:pt x="431800" y="539496"/>
                  </a:lnTo>
                  <a:close/>
                </a:path>
                <a:path w="431800" h="577850">
                  <a:moveTo>
                    <a:pt x="431800" y="38100"/>
                  </a:moveTo>
                  <a:lnTo>
                    <a:pt x="419100" y="31750"/>
                  </a:lnTo>
                  <a:lnTo>
                    <a:pt x="355600" y="0"/>
                  </a:lnTo>
                  <a:lnTo>
                    <a:pt x="355600" y="31750"/>
                  </a:lnTo>
                  <a:lnTo>
                    <a:pt x="0" y="31750"/>
                  </a:lnTo>
                  <a:lnTo>
                    <a:pt x="0" y="44450"/>
                  </a:lnTo>
                  <a:lnTo>
                    <a:pt x="355600" y="44450"/>
                  </a:lnTo>
                  <a:lnTo>
                    <a:pt x="355600" y="76200"/>
                  </a:lnTo>
                  <a:lnTo>
                    <a:pt x="419100" y="44450"/>
                  </a:lnTo>
                  <a:lnTo>
                    <a:pt x="431800" y="38100"/>
                  </a:lnTo>
                  <a:close/>
                </a:path>
              </a:pathLst>
            </a:custGeom>
            <a:solidFill>
              <a:srgbClr val="006FC0"/>
            </a:solidFill>
          </p:spPr>
          <p:txBody>
            <a:bodyPr wrap="square" lIns="0" tIns="0" rIns="0" bIns="0" rtlCol="0"/>
            <a:lstStyle/>
            <a:p>
              <a:endParaRPr/>
            </a:p>
          </p:txBody>
        </p:sp>
        <p:pic>
          <p:nvPicPr>
            <p:cNvPr id="35" name="object 35"/>
            <p:cNvPicPr/>
            <p:nvPr/>
          </p:nvPicPr>
          <p:blipFill>
            <a:blip r:embed="rId3" cstate="print"/>
            <a:stretch>
              <a:fillRect/>
            </a:stretch>
          </p:blipFill>
          <p:spPr>
            <a:xfrm>
              <a:off x="5039834" y="1987115"/>
              <a:ext cx="1220791" cy="422483"/>
            </a:xfrm>
            <a:prstGeom prst="rect">
              <a:avLst/>
            </a:prstGeom>
          </p:spPr>
        </p:pic>
        <p:pic>
          <p:nvPicPr>
            <p:cNvPr id="36" name="object 36"/>
            <p:cNvPicPr/>
            <p:nvPr/>
          </p:nvPicPr>
          <p:blipFill>
            <a:blip r:embed="rId8" cstate="print"/>
            <a:stretch>
              <a:fillRect/>
            </a:stretch>
          </p:blipFill>
          <p:spPr>
            <a:xfrm>
              <a:off x="5256276" y="2022386"/>
              <a:ext cx="787920" cy="400773"/>
            </a:xfrm>
            <a:prstGeom prst="rect">
              <a:avLst/>
            </a:prstGeom>
          </p:spPr>
        </p:pic>
        <p:sp>
          <p:nvSpPr>
            <p:cNvPr id="37" name="object 37"/>
            <p:cNvSpPr/>
            <p:nvPr/>
          </p:nvSpPr>
          <p:spPr>
            <a:xfrm>
              <a:off x="5076444" y="2004060"/>
              <a:ext cx="1152525" cy="353695"/>
            </a:xfrm>
            <a:custGeom>
              <a:avLst/>
              <a:gdLst/>
              <a:ahLst/>
              <a:cxnLst/>
              <a:rect l="l" t="t" r="r" b="b"/>
              <a:pathLst>
                <a:path w="1152525" h="353694">
                  <a:moveTo>
                    <a:pt x="1093215" y="0"/>
                  </a:moveTo>
                  <a:lnTo>
                    <a:pt x="58927" y="0"/>
                  </a:lnTo>
                  <a:lnTo>
                    <a:pt x="36004" y="4635"/>
                  </a:lnTo>
                  <a:lnTo>
                    <a:pt x="17272" y="17271"/>
                  </a:lnTo>
                  <a:lnTo>
                    <a:pt x="4635" y="36004"/>
                  </a:lnTo>
                  <a:lnTo>
                    <a:pt x="0" y="58927"/>
                  </a:lnTo>
                  <a:lnTo>
                    <a:pt x="0" y="294639"/>
                  </a:lnTo>
                  <a:lnTo>
                    <a:pt x="4635" y="317563"/>
                  </a:lnTo>
                  <a:lnTo>
                    <a:pt x="17271" y="336295"/>
                  </a:lnTo>
                  <a:lnTo>
                    <a:pt x="36004" y="348932"/>
                  </a:lnTo>
                  <a:lnTo>
                    <a:pt x="58927" y="353567"/>
                  </a:lnTo>
                  <a:lnTo>
                    <a:pt x="1093215" y="353567"/>
                  </a:lnTo>
                  <a:lnTo>
                    <a:pt x="1116139" y="348932"/>
                  </a:lnTo>
                  <a:lnTo>
                    <a:pt x="1134871" y="336295"/>
                  </a:lnTo>
                  <a:lnTo>
                    <a:pt x="1147508" y="317563"/>
                  </a:lnTo>
                  <a:lnTo>
                    <a:pt x="1152143" y="294639"/>
                  </a:lnTo>
                  <a:lnTo>
                    <a:pt x="1152143" y="58927"/>
                  </a:lnTo>
                  <a:lnTo>
                    <a:pt x="1147508" y="36004"/>
                  </a:lnTo>
                  <a:lnTo>
                    <a:pt x="1134872" y="17272"/>
                  </a:lnTo>
                  <a:lnTo>
                    <a:pt x="1116139" y="4635"/>
                  </a:lnTo>
                  <a:lnTo>
                    <a:pt x="1093215" y="0"/>
                  </a:lnTo>
                  <a:close/>
                </a:path>
              </a:pathLst>
            </a:custGeom>
            <a:solidFill>
              <a:srgbClr val="0D80B8"/>
            </a:solidFill>
          </p:spPr>
          <p:txBody>
            <a:bodyPr wrap="square" lIns="0" tIns="0" rIns="0" bIns="0" rtlCol="0"/>
            <a:lstStyle/>
            <a:p>
              <a:endParaRPr/>
            </a:p>
          </p:txBody>
        </p:sp>
        <p:sp>
          <p:nvSpPr>
            <p:cNvPr id="38" name="object 38"/>
            <p:cNvSpPr/>
            <p:nvPr/>
          </p:nvSpPr>
          <p:spPr>
            <a:xfrm>
              <a:off x="5076444" y="2004060"/>
              <a:ext cx="1152525" cy="353695"/>
            </a:xfrm>
            <a:custGeom>
              <a:avLst/>
              <a:gdLst/>
              <a:ahLst/>
              <a:cxnLst/>
              <a:rect l="l" t="t" r="r" b="b"/>
              <a:pathLst>
                <a:path w="1152525" h="353694">
                  <a:moveTo>
                    <a:pt x="0" y="58927"/>
                  </a:moveTo>
                  <a:lnTo>
                    <a:pt x="4635" y="36004"/>
                  </a:lnTo>
                  <a:lnTo>
                    <a:pt x="17272" y="17271"/>
                  </a:lnTo>
                  <a:lnTo>
                    <a:pt x="36004" y="4635"/>
                  </a:lnTo>
                  <a:lnTo>
                    <a:pt x="58927" y="0"/>
                  </a:lnTo>
                  <a:lnTo>
                    <a:pt x="1093215" y="0"/>
                  </a:lnTo>
                  <a:lnTo>
                    <a:pt x="1116139" y="4635"/>
                  </a:lnTo>
                  <a:lnTo>
                    <a:pt x="1134872" y="17272"/>
                  </a:lnTo>
                  <a:lnTo>
                    <a:pt x="1147508" y="36004"/>
                  </a:lnTo>
                  <a:lnTo>
                    <a:pt x="1152143" y="58927"/>
                  </a:lnTo>
                  <a:lnTo>
                    <a:pt x="1152143" y="294639"/>
                  </a:lnTo>
                  <a:lnTo>
                    <a:pt x="1147508" y="317563"/>
                  </a:lnTo>
                  <a:lnTo>
                    <a:pt x="1134871" y="336295"/>
                  </a:lnTo>
                  <a:lnTo>
                    <a:pt x="1116139" y="348932"/>
                  </a:lnTo>
                  <a:lnTo>
                    <a:pt x="1093215" y="353567"/>
                  </a:lnTo>
                  <a:lnTo>
                    <a:pt x="58927" y="353567"/>
                  </a:lnTo>
                  <a:lnTo>
                    <a:pt x="36004" y="348932"/>
                  </a:lnTo>
                  <a:lnTo>
                    <a:pt x="17271" y="336295"/>
                  </a:lnTo>
                  <a:lnTo>
                    <a:pt x="4635" y="317563"/>
                  </a:lnTo>
                  <a:lnTo>
                    <a:pt x="0" y="294639"/>
                  </a:lnTo>
                  <a:lnTo>
                    <a:pt x="0" y="58927"/>
                  </a:lnTo>
                  <a:close/>
                </a:path>
              </a:pathLst>
            </a:custGeom>
            <a:ln w="6096">
              <a:solidFill>
                <a:srgbClr val="FFFFFF"/>
              </a:solidFill>
            </a:ln>
          </p:spPr>
          <p:txBody>
            <a:bodyPr wrap="square" lIns="0" tIns="0" rIns="0" bIns="0" rtlCol="0"/>
            <a:lstStyle/>
            <a:p>
              <a:endParaRPr/>
            </a:p>
          </p:txBody>
        </p:sp>
        <p:sp>
          <p:nvSpPr>
            <p:cNvPr id="39" name="object 39"/>
            <p:cNvSpPr/>
            <p:nvPr/>
          </p:nvSpPr>
          <p:spPr>
            <a:xfrm>
              <a:off x="4568952" y="2506979"/>
              <a:ext cx="2161540" cy="177165"/>
            </a:xfrm>
            <a:custGeom>
              <a:avLst/>
              <a:gdLst/>
              <a:ahLst/>
              <a:cxnLst/>
              <a:rect l="l" t="t" r="r" b="b"/>
              <a:pathLst>
                <a:path w="2161540" h="177164">
                  <a:moveTo>
                    <a:pt x="431800" y="138684"/>
                  </a:moveTo>
                  <a:lnTo>
                    <a:pt x="419100" y="132334"/>
                  </a:lnTo>
                  <a:lnTo>
                    <a:pt x="355600" y="100584"/>
                  </a:lnTo>
                  <a:lnTo>
                    <a:pt x="355600" y="132334"/>
                  </a:lnTo>
                  <a:lnTo>
                    <a:pt x="0" y="132334"/>
                  </a:lnTo>
                  <a:lnTo>
                    <a:pt x="0" y="145034"/>
                  </a:lnTo>
                  <a:lnTo>
                    <a:pt x="355600" y="145034"/>
                  </a:lnTo>
                  <a:lnTo>
                    <a:pt x="355600" y="176784"/>
                  </a:lnTo>
                  <a:lnTo>
                    <a:pt x="419100" y="145034"/>
                  </a:lnTo>
                  <a:lnTo>
                    <a:pt x="431800" y="138684"/>
                  </a:lnTo>
                  <a:close/>
                </a:path>
                <a:path w="2161540" h="177164">
                  <a:moveTo>
                    <a:pt x="2161540" y="38100"/>
                  </a:moveTo>
                  <a:lnTo>
                    <a:pt x="2148840" y="31750"/>
                  </a:lnTo>
                  <a:lnTo>
                    <a:pt x="2085340" y="0"/>
                  </a:lnTo>
                  <a:lnTo>
                    <a:pt x="2085340" y="31750"/>
                  </a:lnTo>
                  <a:lnTo>
                    <a:pt x="1729740" y="31750"/>
                  </a:lnTo>
                  <a:lnTo>
                    <a:pt x="1729740" y="44450"/>
                  </a:lnTo>
                  <a:lnTo>
                    <a:pt x="2085340" y="44450"/>
                  </a:lnTo>
                  <a:lnTo>
                    <a:pt x="2085340" y="76200"/>
                  </a:lnTo>
                  <a:lnTo>
                    <a:pt x="2148840" y="44450"/>
                  </a:lnTo>
                  <a:lnTo>
                    <a:pt x="2161540" y="38100"/>
                  </a:lnTo>
                  <a:close/>
                </a:path>
              </a:pathLst>
            </a:custGeom>
            <a:solidFill>
              <a:srgbClr val="006FC0"/>
            </a:solidFill>
          </p:spPr>
          <p:txBody>
            <a:bodyPr wrap="square" lIns="0" tIns="0" rIns="0" bIns="0" rtlCol="0"/>
            <a:lstStyle/>
            <a:p>
              <a:endParaRPr/>
            </a:p>
          </p:txBody>
        </p:sp>
      </p:grpSp>
      <p:sp>
        <p:nvSpPr>
          <p:cNvPr id="40" name="object 40"/>
          <p:cNvSpPr/>
          <p:nvPr/>
        </p:nvSpPr>
        <p:spPr>
          <a:xfrm>
            <a:off x="7089647" y="2503932"/>
            <a:ext cx="433705" cy="76200"/>
          </a:xfrm>
          <a:custGeom>
            <a:avLst/>
            <a:gdLst/>
            <a:ahLst/>
            <a:cxnLst/>
            <a:rect l="l" t="t" r="r" b="b"/>
            <a:pathLst>
              <a:path w="433704" h="76200">
                <a:moveTo>
                  <a:pt x="357124" y="0"/>
                </a:moveTo>
                <a:lnTo>
                  <a:pt x="357124" y="76200"/>
                </a:lnTo>
                <a:lnTo>
                  <a:pt x="420624" y="44450"/>
                </a:lnTo>
                <a:lnTo>
                  <a:pt x="369824" y="44450"/>
                </a:lnTo>
                <a:lnTo>
                  <a:pt x="369824" y="31750"/>
                </a:lnTo>
                <a:lnTo>
                  <a:pt x="420624" y="31750"/>
                </a:lnTo>
                <a:lnTo>
                  <a:pt x="357124" y="0"/>
                </a:lnTo>
                <a:close/>
              </a:path>
              <a:path w="433704" h="76200">
                <a:moveTo>
                  <a:pt x="357124" y="31750"/>
                </a:moveTo>
                <a:lnTo>
                  <a:pt x="0" y="31750"/>
                </a:lnTo>
                <a:lnTo>
                  <a:pt x="0" y="44450"/>
                </a:lnTo>
                <a:lnTo>
                  <a:pt x="357124" y="44450"/>
                </a:lnTo>
                <a:lnTo>
                  <a:pt x="357124" y="31750"/>
                </a:lnTo>
                <a:close/>
              </a:path>
              <a:path w="433704" h="76200">
                <a:moveTo>
                  <a:pt x="420624" y="31750"/>
                </a:moveTo>
                <a:lnTo>
                  <a:pt x="369824" y="31750"/>
                </a:lnTo>
                <a:lnTo>
                  <a:pt x="369824" y="44450"/>
                </a:lnTo>
                <a:lnTo>
                  <a:pt x="420624" y="44450"/>
                </a:lnTo>
                <a:lnTo>
                  <a:pt x="433324" y="38100"/>
                </a:lnTo>
                <a:lnTo>
                  <a:pt x="420624" y="31750"/>
                </a:lnTo>
                <a:close/>
              </a:path>
            </a:pathLst>
          </a:custGeom>
          <a:solidFill>
            <a:srgbClr val="006FC0"/>
          </a:solidFill>
        </p:spPr>
        <p:txBody>
          <a:bodyPr wrap="square" lIns="0" tIns="0" rIns="0" bIns="0" rtlCol="0"/>
          <a:lstStyle/>
          <a:p>
            <a:endParaRPr/>
          </a:p>
        </p:txBody>
      </p:sp>
      <p:sp>
        <p:nvSpPr>
          <p:cNvPr id="41" name="object 41"/>
          <p:cNvSpPr txBox="1"/>
          <p:nvPr/>
        </p:nvSpPr>
        <p:spPr>
          <a:xfrm>
            <a:off x="4064889" y="1578101"/>
            <a:ext cx="351155" cy="23939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006FC0"/>
                </a:solidFill>
                <a:latin typeface="Calibri"/>
                <a:cs typeface="Calibri"/>
              </a:rPr>
              <a:t>g</a:t>
            </a:r>
            <a:r>
              <a:rPr sz="1400" spc="-25" dirty="0">
                <a:solidFill>
                  <a:srgbClr val="006FC0"/>
                </a:solidFill>
                <a:latin typeface="Calibri"/>
                <a:cs typeface="Calibri"/>
              </a:rPr>
              <a:t>r</a:t>
            </a:r>
            <a:r>
              <a:rPr sz="1400" dirty="0">
                <a:solidFill>
                  <a:srgbClr val="006FC0"/>
                </a:solidFill>
                <a:latin typeface="Calibri"/>
                <a:cs typeface="Calibri"/>
              </a:rPr>
              <a:t>ep</a:t>
            </a:r>
            <a:endParaRPr sz="1400">
              <a:latin typeface="Calibri"/>
              <a:cs typeface="Calibri"/>
            </a:endParaRPr>
          </a:p>
        </p:txBody>
      </p:sp>
      <p:sp>
        <p:nvSpPr>
          <p:cNvPr id="42" name="object 42"/>
          <p:cNvSpPr txBox="1"/>
          <p:nvPr/>
        </p:nvSpPr>
        <p:spPr>
          <a:xfrm>
            <a:off x="4056126" y="2063242"/>
            <a:ext cx="35115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006FC0"/>
                </a:solidFill>
                <a:latin typeface="Calibri"/>
                <a:cs typeface="Calibri"/>
              </a:rPr>
              <a:t>g</a:t>
            </a:r>
            <a:r>
              <a:rPr sz="1400" spc="-25" dirty="0">
                <a:solidFill>
                  <a:srgbClr val="006FC0"/>
                </a:solidFill>
                <a:latin typeface="Calibri"/>
                <a:cs typeface="Calibri"/>
              </a:rPr>
              <a:t>r</a:t>
            </a:r>
            <a:r>
              <a:rPr sz="1400" dirty="0">
                <a:solidFill>
                  <a:srgbClr val="006FC0"/>
                </a:solidFill>
                <a:latin typeface="Calibri"/>
                <a:cs typeface="Calibri"/>
              </a:rPr>
              <a:t>ep</a:t>
            </a:r>
            <a:endParaRPr sz="1400">
              <a:latin typeface="Calibri"/>
              <a:cs typeface="Calibri"/>
            </a:endParaRPr>
          </a:p>
        </p:txBody>
      </p:sp>
      <p:sp>
        <p:nvSpPr>
          <p:cNvPr id="43" name="object 43"/>
          <p:cNvSpPr txBox="1"/>
          <p:nvPr/>
        </p:nvSpPr>
        <p:spPr>
          <a:xfrm>
            <a:off x="4065270" y="2496693"/>
            <a:ext cx="35115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006FC0"/>
                </a:solidFill>
                <a:latin typeface="Calibri"/>
                <a:cs typeface="Calibri"/>
              </a:rPr>
              <a:t>g</a:t>
            </a:r>
            <a:r>
              <a:rPr sz="1400" spc="-25" dirty="0">
                <a:solidFill>
                  <a:srgbClr val="006FC0"/>
                </a:solidFill>
                <a:latin typeface="Calibri"/>
                <a:cs typeface="Calibri"/>
              </a:rPr>
              <a:t>r</a:t>
            </a:r>
            <a:r>
              <a:rPr sz="1400" dirty="0">
                <a:solidFill>
                  <a:srgbClr val="006FC0"/>
                </a:solidFill>
                <a:latin typeface="Calibri"/>
                <a:cs typeface="Calibri"/>
              </a:rPr>
              <a:t>ep</a:t>
            </a:r>
            <a:endParaRPr sz="1400">
              <a:latin typeface="Calibri"/>
              <a:cs typeface="Calibri"/>
            </a:endParaRPr>
          </a:p>
        </p:txBody>
      </p:sp>
      <p:sp>
        <p:nvSpPr>
          <p:cNvPr id="44" name="object 44"/>
          <p:cNvSpPr txBox="1"/>
          <p:nvPr/>
        </p:nvSpPr>
        <p:spPr>
          <a:xfrm>
            <a:off x="6737095" y="2373629"/>
            <a:ext cx="280035" cy="269240"/>
          </a:xfrm>
          <a:prstGeom prst="rect">
            <a:avLst/>
          </a:prstGeom>
        </p:spPr>
        <p:txBody>
          <a:bodyPr vert="horz" wrap="square" lIns="0" tIns="12065" rIns="0" bIns="0" rtlCol="0">
            <a:spAutoFit/>
          </a:bodyPr>
          <a:lstStyle/>
          <a:p>
            <a:pPr marL="12700">
              <a:lnSpc>
                <a:spcPct val="100000"/>
              </a:lnSpc>
              <a:spcBef>
                <a:spcPts val="95"/>
              </a:spcBef>
            </a:pPr>
            <a:r>
              <a:rPr sz="1600" i="1" spc="-25" dirty="0">
                <a:solidFill>
                  <a:srgbClr val="006FC0"/>
                </a:solidFill>
                <a:latin typeface="Calibri"/>
                <a:cs typeface="Calibri"/>
              </a:rPr>
              <a:t>c</a:t>
            </a:r>
            <a:r>
              <a:rPr sz="1600" i="1" spc="-10" dirty="0">
                <a:solidFill>
                  <a:srgbClr val="006FC0"/>
                </a:solidFill>
                <a:latin typeface="Calibri"/>
                <a:cs typeface="Calibri"/>
              </a:rPr>
              <a:t>at</a:t>
            </a:r>
            <a:endParaRPr sz="1600">
              <a:latin typeface="Calibri"/>
              <a:cs typeface="Calibri"/>
            </a:endParaRPr>
          </a:p>
        </p:txBody>
      </p:sp>
      <p:sp>
        <p:nvSpPr>
          <p:cNvPr id="45" name="object 45"/>
          <p:cNvSpPr/>
          <p:nvPr/>
        </p:nvSpPr>
        <p:spPr>
          <a:xfrm>
            <a:off x="3569208" y="3300984"/>
            <a:ext cx="431800" cy="76200"/>
          </a:xfrm>
          <a:custGeom>
            <a:avLst/>
            <a:gdLst/>
            <a:ahLst/>
            <a:cxnLst/>
            <a:rect l="l" t="t" r="r" b="b"/>
            <a:pathLst>
              <a:path w="431800" h="76200">
                <a:moveTo>
                  <a:pt x="355600" y="0"/>
                </a:moveTo>
                <a:lnTo>
                  <a:pt x="355600" y="76200"/>
                </a:lnTo>
                <a:lnTo>
                  <a:pt x="419100" y="44450"/>
                </a:lnTo>
                <a:lnTo>
                  <a:pt x="368300" y="44450"/>
                </a:lnTo>
                <a:lnTo>
                  <a:pt x="368300" y="31750"/>
                </a:lnTo>
                <a:lnTo>
                  <a:pt x="419100" y="31750"/>
                </a:lnTo>
                <a:lnTo>
                  <a:pt x="355600" y="0"/>
                </a:lnTo>
                <a:close/>
              </a:path>
              <a:path w="431800" h="76200">
                <a:moveTo>
                  <a:pt x="355600" y="31750"/>
                </a:moveTo>
                <a:lnTo>
                  <a:pt x="0" y="31750"/>
                </a:lnTo>
                <a:lnTo>
                  <a:pt x="0" y="44450"/>
                </a:lnTo>
                <a:lnTo>
                  <a:pt x="355600" y="44450"/>
                </a:lnTo>
                <a:lnTo>
                  <a:pt x="355600" y="31750"/>
                </a:lnTo>
                <a:close/>
              </a:path>
              <a:path w="431800" h="76200">
                <a:moveTo>
                  <a:pt x="419100" y="31750"/>
                </a:moveTo>
                <a:lnTo>
                  <a:pt x="368300" y="31750"/>
                </a:lnTo>
                <a:lnTo>
                  <a:pt x="368300" y="44450"/>
                </a:lnTo>
                <a:lnTo>
                  <a:pt x="419100" y="44450"/>
                </a:lnTo>
                <a:lnTo>
                  <a:pt x="431800" y="38100"/>
                </a:lnTo>
                <a:lnTo>
                  <a:pt x="419100" y="31750"/>
                </a:lnTo>
                <a:close/>
              </a:path>
            </a:pathLst>
          </a:custGeom>
          <a:solidFill>
            <a:srgbClr val="006FC0"/>
          </a:solidFill>
        </p:spPr>
        <p:txBody>
          <a:bodyPr wrap="square" lIns="0" tIns="0" rIns="0" bIns="0" rtlCol="0"/>
          <a:lstStyle/>
          <a:p>
            <a:endParaRPr/>
          </a:p>
        </p:txBody>
      </p:sp>
      <p:grpSp>
        <p:nvGrpSpPr>
          <p:cNvPr id="46" name="object 46"/>
          <p:cNvGrpSpPr/>
          <p:nvPr/>
        </p:nvGrpSpPr>
        <p:grpSpPr>
          <a:xfrm>
            <a:off x="4578096" y="3139303"/>
            <a:ext cx="1682750" cy="438150"/>
            <a:chOff x="4578096" y="3139303"/>
            <a:chExt cx="1682750" cy="438150"/>
          </a:xfrm>
        </p:grpSpPr>
        <p:sp>
          <p:nvSpPr>
            <p:cNvPr id="47" name="object 47"/>
            <p:cNvSpPr/>
            <p:nvPr/>
          </p:nvSpPr>
          <p:spPr>
            <a:xfrm>
              <a:off x="4578096" y="3304031"/>
              <a:ext cx="431800" cy="76200"/>
            </a:xfrm>
            <a:custGeom>
              <a:avLst/>
              <a:gdLst/>
              <a:ahLst/>
              <a:cxnLst/>
              <a:rect l="l" t="t" r="r" b="b"/>
              <a:pathLst>
                <a:path w="431800" h="76200">
                  <a:moveTo>
                    <a:pt x="355600" y="0"/>
                  </a:moveTo>
                  <a:lnTo>
                    <a:pt x="355600" y="76200"/>
                  </a:lnTo>
                  <a:lnTo>
                    <a:pt x="419100" y="44450"/>
                  </a:lnTo>
                  <a:lnTo>
                    <a:pt x="368300" y="44450"/>
                  </a:lnTo>
                  <a:lnTo>
                    <a:pt x="368300" y="31750"/>
                  </a:lnTo>
                  <a:lnTo>
                    <a:pt x="419100" y="31750"/>
                  </a:lnTo>
                  <a:lnTo>
                    <a:pt x="355600" y="0"/>
                  </a:lnTo>
                  <a:close/>
                </a:path>
                <a:path w="431800" h="76200">
                  <a:moveTo>
                    <a:pt x="355600" y="31750"/>
                  </a:moveTo>
                  <a:lnTo>
                    <a:pt x="0" y="31750"/>
                  </a:lnTo>
                  <a:lnTo>
                    <a:pt x="0" y="44450"/>
                  </a:lnTo>
                  <a:lnTo>
                    <a:pt x="355600" y="44450"/>
                  </a:lnTo>
                  <a:lnTo>
                    <a:pt x="355600" y="31750"/>
                  </a:lnTo>
                  <a:close/>
                </a:path>
                <a:path w="431800" h="76200">
                  <a:moveTo>
                    <a:pt x="419100" y="31750"/>
                  </a:moveTo>
                  <a:lnTo>
                    <a:pt x="368300" y="31750"/>
                  </a:lnTo>
                  <a:lnTo>
                    <a:pt x="368300" y="44450"/>
                  </a:lnTo>
                  <a:lnTo>
                    <a:pt x="419100" y="44450"/>
                  </a:lnTo>
                  <a:lnTo>
                    <a:pt x="431800" y="38100"/>
                  </a:lnTo>
                  <a:lnTo>
                    <a:pt x="419100" y="31750"/>
                  </a:lnTo>
                  <a:close/>
                </a:path>
              </a:pathLst>
            </a:custGeom>
            <a:solidFill>
              <a:srgbClr val="006FC0"/>
            </a:solidFill>
          </p:spPr>
          <p:txBody>
            <a:bodyPr wrap="square" lIns="0" tIns="0" rIns="0" bIns="0" rtlCol="0"/>
            <a:lstStyle/>
            <a:p>
              <a:endParaRPr/>
            </a:p>
          </p:txBody>
        </p:sp>
        <p:pic>
          <p:nvPicPr>
            <p:cNvPr id="48" name="object 48"/>
            <p:cNvPicPr/>
            <p:nvPr/>
          </p:nvPicPr>
          <p:blipFill>
            <a:blip r:embed="rId9" cstate="print"/>
            <a:stretch>
              <a:fillRect/>
            </a:stretch>
          </p:blipFill>
          <p:spPr>
            <a:xfrm>
              <a:off x="5039834" y="3139303"/>
              <a:ext cx="1220791" cy="423932"/>
            </a:xfrm>
            <a:prstGeom prst="rect">
              <a:avLst/>
            </a:prstGeom>
          </p:spPr>
        </p:pic>
        <p:pic>
          <p:nvPicPr>
            <p:cNvPr id="49" name="object 49"/>
            <p:cNvPicPr/>
            <p:nvPr/>
          </p:nvPicPr>
          <p:blipFill>
            <a:blip r:embed="rId10" cstate="print"/>
            <a:stretch>
              <a:fillRect/>
            </a:stretch>
          </p:blipFill>
          <p:spPr>
            <a:xfrm>
              <a:off x="5256276" y="3176054"/>
              <a:ext cx="787920" cy="400773"/>
            </a:xfrm>
            <a:prstGeom prst="rect">
              <a:avLst/>
            </a:prstGeom>
          </p:spPr>
        </p:pic>
        <p:sp>
          <p:nvSpPr>
            <p:cNvPr id="50" name="object 50"/>
            <p:cNvSpPr/>
            <p:nvPr/>
          </p:nvSpPr>
          <p:spPr>
            <a:xfrm>
              <a:off x="5076444" y="3156203"/>
              <a:ext cx="1152525" cy="355600"/>
            </a:xfrm>
            <a:custGeom>
              <a:avLst/>
              <a:gdLst/>
              <a:ahLst/>
              <a:cxnLst/>
              <a:rect l="l" t="t" r="r" b="b"/>
              <a:pathLst>
                <a:path w="1152525" h="355600">
                  <a:moveTo>
                    <a:pt x="1092961" y="0"/>
                  </a:moveTo>
                  <a:lnTo>
                    <a:pt x="59181" y="0"/>
                  </a:lnTo>
                  <a:lnTo>
                    <a:pt x="36165" y="4657"/>
                  </a:lnTo>
                  <a:lnTo>
                    <a:pt x="17351" y="17351"/>
                  </a:lnTo>
                  <a:lnTo>
                    <a:pt x="4657" y="36165"/>
                  </a:lnTo>
                  <a:lnTo>
                    <a:pt x="0" y="59181"/>
                  </a:lnTo>
                  <a:lnTo>
                    <a:pt x="0" y="295909"/>
                  </a:lnTo>
                  <a:lnTo>
                    <a:pt x="4657" y="318926"/>
                  </a:lnTo>
                  <a:lnTo>
                    <a:pt x="17351" y="337740"/>
                  </a:lnTo>
                  <a:lnTo>
                    <a:pt x="36165" y="350434"/>
                  </a:lnTo>
                  <a:lnTo>
                    <a:pt x="59181" y="355091"/>
                  </a:lnTo>
                  <a:lnTo>
                    <a:pt x="1092961" y="355091"/>
                  </a:lnTo>
                  <a:lnTo>
                    <a:pt x="1115978" y="350434"/>
                  </a:lnTo>
                  <a:lnTo>
                    <a:pt x="1134792" y="337740"/>
                  </a:lnTo>
                  <a:lnTo>
                    <a:pt x="1147486" y="318926"/>
                  </a:lnTo>
                  <a:lnTo>
                    <a:pt x="1152143" y="295909"/>
                  </a:lnTo>
                  <a:lnTo>
                    <a:pt x="1152143" y="59181"/>
                  </a:lnTo>
                  <a:lnTo>
                    <a:pt x="1147486" y="36165"/>
                  </a:lnTo>
                  <a:lnTo>
                    <a:pt x="1134792" y="17351"/>
                  </a:lnTo>
                  <a:lnTo>
                    <a:pt x="1115978" y="4657"/>
                  </a:lnTo>
                  <a:lnTo>
                    <a:pt x="1092961" y="0"/>
                  </a:lnTo>
                  <a:close/>
                </a:path>
              </a:pathLst>
            </a:custGeom>
            <a:solidFill>
              <a:srgbClr val="0D80B8"/>
            </a:solidFill>
          </p:spPr>
          <p:txBody>
            <a:bodyPr wrap="square" lIns="0" tIns="0" rIns="0" bIns="0" rtlCol="0"/>
            <a:lstStyle/>
            <a:p>
              <a:endParaRPr/>
            </a:p>
          </p:txBody>
        </p:sp>
        <p:sp>
          <p:nvSpPr>
            <p:cNvPr id="51" name="object 51"/>
            <p:cNvSpPr/>
            <p:nvPr/>
          </p:nvSpPr>
          <p:spPr>
            <a:xfrm>
              <a:off x="5076444" y="3156203"/>
              <a:ext cx="1152525" cy="355600"/>
            </a:xfrm>
            <a:custGeom>
              <a:avLst/>
              <a:gdLst/>
              <a:ahLst/>
              <a:cxnLst/>
              <a:rect l="l" t="t" r="r" b="b"/>
              <a:pathLst>
                <a:path w="1152525" h="355600">
                  <a:moveTo>
                    <a:pt x="0" y="59181"/>
                  </a:moveTo>
                  <a:lnTo>
                    <a:pt x="4657" y="36165"/>
                  </a:lnTo>
                  <a:lnTo>
                    <a:pt x="17351" y="17351"/>
                  </a:lnTo>
                  <a:lnTo>
                    <a:pt x="36165" y="4657"/>
                  </a:lnTo>
                  <a:lnTo>
                    <a:pt x="59181" y="0"/>
                  </a:lnTo>
                  <a:lnTo>
                    <a:pt x="1092961" y="0"/>
                  </a:lnTo>
                  <a:lnTo>
                    <a:pt x="1115978" y="4657"/>
                  </a:lnTo>
                  <a:lnTo>
                    <a:pt x="1134792" y="17351"/>
                  </a:lnTo>
                  <a:lnTo>
                    <a:pt x="1147486" y="36165"/>
                  </a:lnTo>
                  <a:lnTo>
                    <a:pt x="1152143" y="59181"/>
                  </a:lnTo>
                  <a:lnTo>
                    <a:pt x="1152143" y="295909"/>
                  </a:lnTo>
                  <a:lnTo>
                    <a:pt x="1147486" y="318926"/>
                  </a:lnTo>
                  <a:lnTo>
                    <a:pt x="1134792" y="337740"/>
                  </a:lnTo>
                  <a:lnTo>
                    <a:pt x="1115978" y="350434"/>
                  </a:lnTo>
                  <a:lnTo>
                    <a:pt x="1092961" y="355091"/>
                  </a:lnTo>
                  <a:lnTo>
                    <a:pt x="59181" y="355091"/>
                  </a:lnTo>
                  <a:lnTo>
                    <a:pt x="36165" y="350434"/>
                  </a:lnTo>
                  <a:lnTo>
                    <a:pt x="17351" y="337740"/>
                  </a:lnTo>
                  <a:lnTo>
                    <a:pt x="4657" y="318926"/>
                  </a:lnTo>
                  <a:lnTo>
                    <a:pt x="0" y="295909"/>
                  </a:lnTo>
                  <a:lnTo>
                    <a:pt x="0" y="59181"/>
                  </a:lnTo>
                  <a:close/>
                </a:path>
              </a:pathLst>
            </a:custGeom>
            <a:ln w="6095">
              <a:solidFill>
                <a:srgbClr val="FFFFFF"/>
              </a:solidFill>
            </a:ln>
          </p:spPr>
          <p:txBody>
            <a:bodyPr wrap="square" lIns="0" tIns="0" rIns="0" bIns="0" rtlCol="0"/>
            <a:lstStyle/>
            <a:p>
              <a:endParaRPr/>
            </a:p>
          </p:txBody>
        </p:sp>
      </p:grpSp>
      <p:sp>
        <p:nvSpPr>
          <p:cNvPr id="52" name="object 52"/>
          <p:cNvSpPr txBox="1"/>
          <p:nvPr/>
        </p:nvSpPr>
        <p:spPr>
          <a:xfrm>
            <a:off x="4064889" y="3182239"/>
            <a:ext cx="35115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006FC0"/>
                </a:solidFill>
                <a:latin typeface="Calibri"/>
                <a:cs typeface="Calibri"/>
              </a:rPr>
              <a:t>g</a:t>
            </a:r>
            <a:r>
              <a:rPr sz="1400" spc="-25" dirty="0">
                <a:solidFill>
                  <a:srgbClr val="006FC0"/>
                </a:solidFill>
                <a:latin typeface="Calibri"/>
                <a:cs typeface="Calibri"/>
              </a:rPr>
              <a:t>r</a:t>
            </a:r>
            <a:r>
              <a:rPr sz="1400" dirty="0">
                <a:solidFill>
                  <a:srgbClr val="006FC0"/>
                </a:solidFill>
                <a:latin typeface="Calibri"/>
                <a:cs typeface="Calibri"/>
              </a:rPr>
              <a:t>ep</a:t>
            </a:r>
            <a:endParaRPr sz="1400">
              <a:latin typeface="Calibri"/>
              <a:cs typeface="Calibri"/>
            </a:endParaRPr>
          </a:p>
        </p:txBody>
      </p:sp>
      <p:sp>
        <p:nvSpPr>
          <p:cNvPr id="53" name="object 53"/>
          <p:cNvSpPr txBox="1"/>
          <p:nvPr/>
        </p:nvSpPr>
        <p:spPr>
          <a:xfrm>
            <a:off x="5378577" y="2068448"/>
            <a:ext cx="54991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m</a:t>
            </a:r>
            <a:r>
              <a:rPr sz="1200" spc="-10" dirty="0">
                <a:solidFill>
                  <a:srgbClr val="FFFFFF"/>
                </a:solidFill>
                <a:latin typeface="Calibri"/>
                <a:cs typeface="Calibri"/>
              </a:rPr>
              <a:t>at</a:t>
            </a:r>
            <a:r>
              <a:rPr sz="1200" spc="-5" dirty="0">
                <a:solidFill>
                  <a:srgbClr val="FFFFFF"/>
                </a:solidFill>
                <a:latin typeface="Calibri"/>
                <a:cs typeface="Calibri"/>
              </a:rPr>
              <a:t>c</a:t>
            </a:r>
            <a:r>
              <a:rPr sz="1200" dirty="0">
                <a:solidFill>
                  <a:srgbClr val="FFFFFF"/>
                </a:solidFill>
                <a:latin typeface="Calibri"/>
                <a:cs typeface="Calibri"/>
              </a:rPr>
              <a:t>hes</a:t>
            </a:r>
            <a:endParaRPr sz="1200">
              <a:latin typeface="Calibri"/>
              <a:cs typeface="Calibri"/>
            </a:endParaRPr>
          </a:p>
        </p:txBody>
      </p:sp>
      <p:grpSp>
        <p:nvGrpSpPr>
          <p:cNvPr id="54" name="object 54"/>
          <p:cNvGrpSpPr/>
          <p:nvPr/>
        </p:nvGrpSpPr>
        <p:grpSpPr>
          <a:xfrm>
            <a:off x="5030723" y="2403335"/>
            <a:ext cx="1239520" cy="447040"/>
            <a:chOff x="5030723" y="2403335"/>
            <a:chExt cx="1239520" cy="447040"/>
          </a:xfrm>
        </p:grpSpPr>
        <p:pic>
          <p:nvPicPr>
            <p:cNvPr id="55" name="object 55"/>
            <p:cNvPicPr/>
            <p:nvPr/>
          </p:nvPicPr>
          <p:blipFill>
            <a:blip r:embed="rId11" cstate="print"/>
            <a:stretch>
              <a:fillRect/>
            </a:stretch>
          </p:blipFill>
          <p:spPr>
            <a:xfrm>
              <a:off x="5030723" y="2403335"/>
              <a:ext cx="1239012" cy="441972"/>
            </a:xfrm>
            <a:prstGeom prst="rect">
              <a:avLst/>
            </a:prstGeom>
          </p:spPr>
        </p:pic>
        <p:pic>
          <p:nvPicPr>
            <p:cNvPr id="56" name="object 56"/>
            <p:cNvPicPr/>
            <p:nvPr/>
          </p:nvPicPr>
          <p:blipFill>
            <a:blip r:embed="rId12" cstate="print"/>
            <a:stretch>
              <a:fillRect/>
            </a:stretch>
          </p:blipFill>
          <p:spPr>
            <a:xfrm>
              <a:off x="5256275" y="2449106"/>
              <a:ext cx="787920" cy="400773"/>
            </a:xfrm>
            <a:prstGeom prst="rect">
              <a:avLst/>
            </a:prstGeom>
          </p:spPr>
        </p:pic>
        <p:sp>
          <p:nvSpPr>
            <p:cNvPr id="57" name="object 57"/>
            <p:cNvSpPr/>
            <p:nvPr/>
          </p:nvSpPr>
          <p:spPr>
            <a:xfrm>
              <a:off x="5076443" y="2429255"/>
              <a:ext cx="1152525" cy="355600"/>
            </a:xfrm>
            <a:custGeom>
              <a:avLst/>
              <a:gdLst/>
              <a:ahLst/>
              <a:cxnLst/>
              <a:rect l="l" t="t" r="r" b="b"/>
              <a:pathLst>
                <a:path w="1152525" h="355600">
                  <a:moveTo>
                    <a:pt x="1092961" y="0"/>
                  </a:moveTo>
                  <a:lnTo>
                    <a:pt x="59181" y="0"/>
                  </a:lnTo>
                  <a:lnTo>
                    <a:pt x="36165" y="4657"/>
                  </a:lnTo>
                  <a:lnTo>
                    <a:pt x="17351" y="17351"/>
                  </a:lnTo>
                  <a:lnTo>
                    <a:pt x="4657" y="36165"/>
                  </a:lnTo>
                  <a:lnTo>
                    <a:pt x="0" y="59181"/>
                  </a:lnTo>
                  <a:lnTo>
                    <a:pt x="0" y="295910"/>
                  </a:lnTo>
                  <a:lnTo>
                    <a:pt x="4657" y="318926"/>
                  </a:lnTo>
                  <a:lnTo>
                    <a:pt x="17351" y="337740"/>
                  </a:lnTo>
                  <a:lnTo>
                    <a:pt x="36165" y="350434"/>
                  </a:lnTo>
                  <a:lnTo>
                    <a:pt x="59181" y="355092"/>
                  </a:lnTo>
                  <a:lnTo>
                    <a:pt x="1092961" y="355092"/>
                  </a:lnTo>
                  <a:lnTo>
                    <a:pt x="1115978" y="350434"/>
                  </a:lnTo>
                  <a:lnTo>
                    <a:pt x="1134792" y="337740"/>
                  </a:lnTo>
                  <a:lnTo>
                    <a:pt x="1147486" y="318926"/>
                  </a:lnTo>
                  <a:lnTo>
                    <a:pt x="1152143" y="295910"/>
                  </a:lnTo>
                  <a:lnTo>
                    <a:pt x="1152143" y="59181"/>
                  </a:lnTo>
                  <a:lnTo>
                    <a:pt x="1147486" y="36165"/>
                  </a:lnTo>
                  <a:lnTo>
                    <a:pt x="1134792" y="17351"/>
                  </a:lnTo>
                  <a:lnTo>
                    <a:pt x="1115978" y="4657"/>
                  </a:lnTo>
                  <a:lnTo>
                    <a:pt x="1092961" y="0"/>
                  </a:lnTo>
                  <a:close/>
                </a:path>
              </a:pathLst>
            </a:custGeom>
            <a:solidFill>
              <a:srgbClr val="0D80B8"/>
            </a:solidFill>
          </p:spPr>
          <p:txBody>
            <a:bodyPr wrap="square" lIns="0" tIns="0" rIns="0" bIns="0" rtlCol="0"/>
            <a:lstStyle/>
            <a:p>
              <a:endParaRPr/>
            </a:p>
          </p:txBody>
        </p:sp>
        <p:sp>
          <p:nvSpPr>
            <p:cNvPr id="58" name="object 58"/>
            <p:cNvSpPr/>
            <p:nvPr/>
          </p:nvSpPr>
          <p:spPr>
            <a:xfrm>
              <a:off x="5076443" y="2429255"/>
              <a:ext cx="1152525" cy="355600"/>
            </a:xfrm>
            <a:custGeom>
              <a:avLst/>
              <a:gdLst/>
              <a:ahLst/>
              <a:cxnLst/>
              <a:rect l="l" t="t" r="r" b="b"/>
              <a:pathLst>
                <a:path w="1152525" h="355600">
                  <a:moveTo>
                    <a:pt x="0" y="59181"/>
                  </a:moveTo>
                  <a:lnTo>
                    <a:pt x="4657" y="36165"/>
                  </a:lnTo>
                  <a:lnTo>
                    <a:pt x="17351" y="17351"/>
                  </a:lnTo>
                  <a:lnTo>
                    <a:pt x="36165" y="4657"/>
                  </a:lnTo>
                  <a:lnTo>
                    <a:pt x="59181" y="0"/>
                  </a:lnTo>
                  <a:lnTo>
                    <a:pt x="1092961" y="0"/>
                  </a:lnTo>
                  <a:lnTo>
                    <a:pt x="1115978" y="4657"/>
                  </a:lnTo>
                  <a:lnTo>
                    <a:pt x="1134792" y="17351"/>
                  </a:lnTo>
                  <a:lnTo>
                    <a:pt x="1147486" y="36165"/>
                  </a:lnTo>
                  <a:lnTo>
                    <a:pt x="1152143" y="59181"/>
                  </a:lnTo>
                  <a:lnTo>
                    <a:pt x="1152143" y="295910"/>
                  </a:lnTo>
                  <a:lnTo>
                    <a:pt x="1147486" y="318926"/>
                  </a:lnTo>
                  <a:lnTo>
                    <a:pt x="1134792" y="337740"/>
                  </a:lnTo>
                  <a:lnTo>
                    <a:pt x="1115978" y="350434"/>
                  </a:lnTo>
                  <a:lnTo>
                    <a:pt x="1092961" y="355092"/>
                  </a:lnTo>
                  <a:lnTo>
                    <a:pt x="59181" y="355092"/>
                  </a:lnTo>
                  <a:lnTo>
                    <a:pt x="36165" y="350434"/>
                  </a:lnTo>
                  <a:lnTo>
                    <a:pt x="17351" y="337740"/>
                  </a:lnTo>
                  <a:lnTo>
                    <a:pt x="4657" y="318926"/>
                  </a:lnTo>
                  <a:lnTo>
                    <a:pt x="0" y="295910"/>
                  </a:lnTo>
                  <a:lnTo>
                    <a:pt x="0" y="59181"/>
                  </a:lnTo>
                  <a:close/>
                </a:path>
              </a:pathLst>
            </a:custGeom>
            <a:ln w="6096">
              <a:solidFill>
                <a:srgbClr val="FFFFFF"/>
              </a:solidFill>
            </a:ln>
          </p:spPr>
          <p:txBody>
            <a:bodyPr wrap="square" lIns="0" tIns="0" rIns="0" bIns="0" rtlCol="0"/>
            <a:lstStyle/>
            <a:p>
              <a:endParaRPr/>
            </a:p>
          </p:txBody>
        </p:sp>
      </p:grpSp>
      <p:sp>
        <p:nvSpPr>
          <p:cNvPr id="59" name="object 59"/>
          <p:cNvSpPr txBox="1"/>
          <p:nvPr/>
        </p:nvSpPr>
        <p:spPr>
          <a:xfrm>
            <a:off x="5378577" y="2494279"/>
            <a:ext cx="54991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m</a:t>
            </a:r>
            <a:r>
              <a:rPr sz="1200" spc="-10" dirty="0">
                <a:solidFill>
                  <a:srgbClr val="FFFFFF"/>
                </a:solidFill>
                <a:latin typeface="Calibri"/>
                <a:cs typeface="Calibri"/>
              </a:rPr>
              <a:t>at</a:t>
            </a:r>
            <a:r>
              <a:rPr sz="1200" spc="-5" dirty="0">
                <a:solidFill>
                  <a:srgbClr val="FFFFFF"/>
                </a:solidFill>
                <a:latin typeface="Calibri"/>
                <a:cs typeface="Calibri"/>
              </a:rPr>
              <a:t>c</a:t>
            </a:r>
            <a:r>
              <a:rPr sz="1200" dirty="0">
                <a:solidFill>
                  <a:srgbClr val="FFFFFF"/>
                </a:solidFill>
                <a:latin typeface="Calibri"/>
                <a:cs typeface="Calibri"/>
              </a:rPr>
              <a:t>hes</a:t>
            </a:r>
            <a:endParaRPr sz="1200">
              <a:latin typeface="Calibri"/>
              <a:cs typeface="Calibri"/>
            </a:endParaRPr>
          </a:p>
        </p:txBody>
      </p:sp>
      <p:sp>
        <p:nvSpPr>
          <p:cNvPr id="60" name="object 60"/>
          <p:cNvSpPr txBox="1"/>
          <p:nvPr/>
        </p:nvSpPr>
        <p:spPr>
          <a:xfrm>
            <a:off x="5378577" y="3221482"/>
            <a:ext cx="54991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m</a:t>
            </a:r>
            <a:r>
              <a:rPr sz="1200" spc="-10" dirty="0">
                <a:solidFill>
                  <a:srgbClr val="FFFFFF"/>
                </a:solidFill>
                <a:latin typeface="Calibri"/>
                <a:cs typeface="Calibri"/>
              </a:rPr>
              <a:t>at</a:t>
            </a:r>
            <a:r>
              <a:rPr sz="1200" spc="-5" dirty="0">
                <a:solidFill>
                  <a:srgbClr val="FFFFFF"/>
                </a:solidFill>
                <a:latin typeface="Calibri"/>
                <a:cs typeface="Calibri"/>
              </a:rPr>
              <a:t>c</a:t>
            </a:r>
            <a:r>
              <a:rPr sz="1200" dirty="0">
                <a:solidFill>
                  <a:srgbClr val="FFFFFF"/>
                </a:solidFill>
                <a:latin typeface="Calibri"/>
                <a:cs typeface="Calibri"/>
              </a:rPr>
              <a:t>hes</a:t>
            </a:r>
            <a:endParaRPr sz="1200">
              <a:latin typeface="Calibri"/>
              <a:cs typeface="Calibri"/>
            </a:endParaRPr>
          </a:p>
        </p:txBody>
      </p:sp>
      <p:sp>
        <p:nvSpPr>
          <p:cNvPr id="61" name="object 61"/>
          <p:cNvSpPr txBox="1"/>
          <p:nvPr/>
        </p:nvSpPr>
        <p:spPr>
          <a:xfrm>
            <a:off x="2606420" y="2068448"/>
            <a:ext cx="61976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S</a:t>
            </a:r>
            <a:r>
              <a:rPr sz="1200" spc="5" dirty="0">
                <a:solidFill>
                  <a:srgbClr val="FFFFFF"/>
                </a:solidFill>
                <a:latin typeface="Calibri"/>
                <a:cs typeface="Calibri"/>
              </a:rPr>
              <a:t>p</a:t>
            </a:r>
            <a:r>
              <a:rPr sz="1200" dirty="0">
                <a:solidFill>
                  <a:srgbClr val="FFFFFF"/>
                </a:solidFill>
                <a:latin typeface="Calibri"/>
                <a:cs typeface="Calibri"/>
              </a:rPr>
              <a:t>lit</a:t>
            </a:r>
            <a:r>
              <a:rPr sz="1200" spc="-15" dirty="0">
                <a:solidFill>
                  <a:srgbClr val="FFFFFF"/>
                </a:solidFill>
                <a:latin typeface="Calibri"/>
                <a:cs typeface="Calibri"/>
              </a:rPr>
              <a:t> </a:t>
            </a:r>
            <a:r>
              <a:rPr sz="1200" dirty="0">
                <a:solidFill>
                  <a:srgbClr val="FFFFFF"/>
                </a:solidFill>
                <a:latin typeface="Calibri"/>
                <a:cs typeface="Calibri"/>
              </a:rPr>
              <a:t>D</a:t>
            </a:r>
            <a:r>
              <a:rPr sz="1200" spc="-15" dirty="0">
                <a:solidFill>
                  <a:srgbClr val="FFFFFF"/>
                </a:solidFill>
                <a:latin typeface="Calibri"/>
                <a:cs typeface="Calibri"/>
              </a:rPr>
              <a:t>a</a:t>
            </a:r>
            <a:r>
              <a:rPr sz="1200" spc="-10" dirty="0">
                <a:solidFill>
                  <a:srgbClr val="FFFFFF"/>
                </a:solidFill>
                <a:latin typeface="Calibri"/>
                <a:cs typeface="Calibri"/>
              </a:rPr>
              <a:t>t</a:t>
            </a:r>
            <a:r>
              <a:rPr sz="1200" dirty="0">
                <a:solidFill>
                  <a:srgbClr val="FFFFFF"/>
                </a:solidFill>
                <a:latin typeface="Calibri"/>
                <a:cs typeface="Calibri"/>
              </a:rPr>
              <a:t>a</a:t>
            </a:r>
            <a:endParaRPr sz="1200">
              <a:latin typeface="Calibri"/>
              <a:cs typeface="Calibri"/>
            </a:endParaRPr>
          </a:p>
        </p:txBody>
      </p:sp>
      <p:grpSp>
        <p:nvGrpSpPr>
          <p:cNvPr id="62" name="object 62"/>
          <p:cNvGrpSpPr/>
          <p:nvPr/>
        </p:nvGrpSpPr>
        <p:grpSpPr>
          <a:xfrm>
            <a:off x="2293620" y="2409431"/>
            <a:ext cx="1239520" cy="447040"/>
            <a:chOff x="2293620" y="2409431"/>
            <a:chExt cx="1239520" cy="447040"/>
          </a:xfrm>
        </p:grpSpPr>
        <p:pic>
          <p:nvPicPr>
            <p:cNvPr id="63" name="object 63"/>
            <p:cNvPicPr/>
            <p:nvPr/>
          </p:nvPicPr>
          <p:blipFill>
            <a:blip r:embed="rId11" cstate="print"/>
            <a:stretch>
              <a:fillRect/>
            </a:stretch>
          </p:blipFill>
          <p:spPr>
            <a:xfrm>
              <a:off x="2293620" y="2409431"/>
              <a:ext cx="1239011" cy="441972"/>
            </a:xfrm>
            <a:prstGeom prst="rect">
              <a:avLst/>
            </a:prstGeom>
          </p:spPr>
        </p:pic>
        <p:pic>
          <p:nvPicPr>
            <p:cNvPr id="64" name="object 64"/>
            <p:cNvPicPr/>
            <p:nvPr/>
          </p:nvPicPr>
          <p:blipFill>
            <a:blip r:embed="rId13" cstate="print"/>
            <a:stretch>
              <a:fillRect/>
            </a:stretch>
          </p:blipFill>
          <p:spPr>
            <a:xfrm>
              <a:off x="2484120" y="2455202"/>
              <a:ext cx="857999" cy="400773"/>
            </a:xfrm>
            <a:prstGeom prst="rect">
              <a:avLst/>
            </a:prstGeom>
          </p:spPr>
        </p:pic>
        <p:sp>
          <p:nvSpPr>
            <p:cNvPr id="65" name="object 65"/>
            <p:cNvSpPr/>
            <p:nvPr/>
          </p:nvSpPr>
          <p:spPr>
            <a:xfrm>
              <a:off x="2339340" y="2435351"/>
              <a:ext cx="1152525" cy="355600"/>
            </a:xfrm>
            <a:custGeom>
              <a:avLst/>
              <a:gdLst/>
              <a:ahLst/>
              <a:cxnLst/>
              <a:rect l="l" t="t" r="r" b="b"/>
              <a:pathLst>
                <a:path w="1152525" h="355600">
                  <a:moveTo>
                    <a:pt x="1092962" y="0"/>
                  </a:moveTo>
                  <a:lnTo>
                    <a:pt x="59182" y="0"/>
                  </a:lnTo>
                  <a:lnTo>
                    <a:pt x="36165" y="4657"/>
                  </a:lnTo>
                  <a:lnTo>
                    <a:pt x="17351" y="17351"/>
                  </a:lnTo>
                  <a:lnTo>
                    <a:pt x="4657" y="36165"/>
                  </a:lnTo>
                  <a:lnTo>
                    <a:pt x="0" y="59181"/>
                  </a:lnTo>
                  <a:lnTo>
                    <a:pt x="0" y="295910"/>
                  </a:lnTo>
                  <a:lnTo>
                    <a:pt x="4657" y="318926"/>
                  </a:lnTo>
                  <a:lnTo>
                    <a:pt x="17351" y="337740"/>
                  </a:lnTo>
                  <a:lnTo>
                    <a:pt x="36165" y="350434"/>
                  </a:lnTo>
                  <a:lnTo>
                    <a:pt x="59182" y="355092"/>
                  </a:lnTo>
                  <a:lnTo>
                    <a:pt x="1092962" y="355092"/>
                  </a:lnTo>
                  <a:lnTo>
                    <a:pt x="1115978" y="350434"/>
                  </a:lnTo>
                  <a:lnTo>
                    <a:pt x="1134792" y="337740"/>
                  </a:lnTo>
                  <a:lnTo>
                    <a:pt x="1147486" y="318926"/>
                  </a:lnTo>
                  <a:lnTo>
                    <a:pt x="1152144" y="295910"/>
                  </a:lnTo>
                  <a:lnTo>
                    <a:pt x="1152144" y="59181"/>
                  </a:lnTo>
                  <a:lnTo>
                    <a:pt x="1147486" y="36165"/>
                  </a:lnTo>
                  <a:lnTo>
                    <a:pt x="1134792" y="17351"/>
                  </a:lnTo>
                  <a:lnTo>
                    <a:pt x="1115978" y="4657"/>
                  </a:lnTo>
                  <a:lnTo>
                    <a:pt x="1092962" y="0"/>
                  </a:lnTo>
                  <a:close/>
                </a:path>
              </a:pathLst>
            </a:custGeom>
            <a:solidFill>
              <a:srgbClr val="16A995"/>
            </a:solidFill>
          </p:spPr>
          <p:txBody>
            <a:bodyPr wrap="square" lIns="0" tIns="0" rIns="0" bIns="0" rtlCol="0"/>
            <a:lstStyle/>
            <a:p>
              <a:endParaRPr/>
            </a:p>
          </p:txBody>
        </p:sp>
        <p:sp>
          <p:nvSpPr>
            <p:cNvPr id="66" name="object 66"/>
            <p:cNvSpPr/>
            <p:nvPr/>
          </p:nvSpPr>
          <p:spPr>
            <a:xfrm>
              <a:off x="2339340" y="2435351"/>
              <a:ext cx="1152525" cy="355600"/>
            </a:xfrm>
            <a:custGeom>
              <a:avLst/>
              <a:gdLst/>
              <a:ahLst/>
              <a:cxnLst/>
              <a:rect l="l" t="t" r="r" b="b"/>
              <a:pathLst>
                <a:path w="1152525" h="355600">
                  <a:moveTo>
                    <a:pt x="0" y="59181"/>
                  </a:moveTo>
                  <a:lnTo>
                    <a:pt x="4657" y="36165"/>
                  </a:lnTo>
                  <a:lnTo>
                    <a:pt x="17351" y="17351"/>
                  </a:lnTo>
                  <a:lnTo>
                    <a:pt x="36165" y="4657"/>
                  </a:lnTo>
                  <a:lnTo>
                    <a:pt x="59182" y="0"/>
                  </a:lnTo>
                  <a:lnTo>
                    <a:pt x="1092962" y="0"/>
                  </a:lnTo>
                  <a:lnTo>
                    <a:pt x="1115978" y="4657"/>
                  </a:lnTo>
                  <a:lnTo>
                    <a:pt x="1134792" y="17351"/>
                  </a:lnTo>
                  <a:lnTo>
                    <a:pt x="1147486" y="36165"/>
                  </a:lnTo>
                  <a:lnTo>
                    <a:pt x="1152144" y="59181"/>
                  </a:lnTo>
                  <a:lnTo>
                    <a:pt x="1152144" y="295910"/>
                  </a:lnTo>
                  <a:lnTo>
                    <a:pt x="1147486" y="318926"/>
                  </a:lnTo>
                  <a:lnTo>
                    <a:pt x="1134792" y="337740"/>
                  </a:lnTo>
                  <a:lnTo>
                    <a:pt x="1115978" y="350434"/>
                  </a:lnTo>
                  <a:lnTo>
                    <a:pt x="1092962" y="355092"/>
                  </a:lnTo>
                  <a:lnTo>
                    <a:pt x="59182" y="355092"/>
                  </a:lnTo>
                  <a:lnTo>
                    <a:pt x="36165" y="350434"/>
                  </a:lnTo>
                  <a:lnTo>
                    <a:pt x="17351" y="337740"/>
                  </a:lnTo>
                  <a:lnTo>
                    <a:pt x="4657" y="318926"/>
                  </a:lnTo>
                  <a:lnTo>
                    <a:pt x="0" y="295910"/>
                  </a:lnTo>
                  <a:lnTo>
                    <a:pt x="0" y="59181"/>
                  </a:lnTo>
                  <a:close/>
                </a:path>
              </a:pathLst>
            </a:custGeom>
            <a:ln w="6096">
              <a:solidFill>
                <a:srgbClr val="FFFFFF"/>
              </a:solidFill>
            </a:ln>
          </p:spPr>
          <p:txBody>
            <a:bodyPr wrap="square" lIns="0" tIns="0" rIns="0" bIns="0" rtlCol="0"/>
            <a:lstStyle/>
            <a:p>
              <a:endParaRPr/>
            </a:p>
          </p:txBody>
        </p:sp>
      </p:grpSp>
      <p:grpSp>
        <p:nvGrpSpPr>
          <p:cNvPr id="67" name="object 67"/>
          <p:cNvGrpSpPr/>
          <p:nvPr/>
        </p:nvGrpSpPr>
        <p:grpSpPr>
          <a:xfrm>
            <a:off x="2302730" y="3133163"/>
            <a:ext cx="1221105" cy="436245"/>
            <a:chOff x="2302730" y="3133163"/>
            <a:chExt cx="1221105" cy="436245"/>
          </a:xfrm>
        </p:grpSpPr>
        <p:pic>
          <p:nvPicPr>
            <p:cNvPr id="68" name="object 68"/>
            <p:cNvPicPr/>
            <p:nvPr/>
          </p:nvPicPr>
          <p:blipFill>
            <a:blip r:embed="rId3" cstate="print"/>
            <a:stretch>
              <a:fillRect/>
            </a:stretch>
          </p:blipFill>
          <p:spPr>
            <a:xfrm>
              <a:off x="2302730" y="3133163"/>
              <a:ext cx="1220791" cy="422483"/>
            </a:xfrm>
            <a:prstGeom prst="rect">
              <a:avLst/>
            </a:prstGeom>
          </p:spPr>
        </p:pic>
        <p:pic>
          <p:nvPicPr>
            <p:cNvPr id="69" name="object 69"/>
            <p:cNvPicPr/>
            <p:nvPr/>
          </p:nvPicPr>
          <p:blipFill>
            <a:blip r:embed="rId14" cstate="print"/>
            <a:stretch>
              <a:fillRect/>
            </a:stretch>
          </p:blipFill>
          <p:spPr>
            <a:xfrm>
              <a:off x="2484119" y="3168434"/>
              <a:ext cx="857999" cy="400773"/>
            </a:xfrm>
            <a:prstGeom prst="rect">
              <a:avLst/>
            </a:prstGeom>
          </p:spPr>
        </p:pic>
        <p:sp>
          <p:nvSpPr>
            <p:cNvPr id="70" name="object 70"/>
            <p:cNvSpPr/>
            <p:nvPr/>
          </p:nvSpPr>
          <p:spPr>
            <a:xfrm>
              <a:off x="2339339" y="3150107"/>
              <a:ext cx="1152525" cy="353695"/>
            </a:xfrm>
            <a:custGeom>
              <a:avLst/>
              <a:gdLst/>
              <a:ahLst/>
              <a:cxnLst/>
              <a:rect l="l" t="t" r="r" b="b"/>
              <a:pathLst>
                <a:path w="1152525" h="353695">
                  <a:moveTo>
                    <a:pt x="1093215" y="0"/>
                  </a:moveTo>
                  <a:lnTo>
                    <a:pt x="58928" y="0"/>
                  </a:lnTo>
                  <a:lnTo>
                    <a:pt x="36004" y="4635"/>
                  </a:lnTo>
                  <a:lnTo>
                    <a:pt x="17272" y="17272"/>
                  </a:lnTo>
                  <a:lnTo>
                    <a:pt x="4635" y="36004"/>
                  </a:lnTo>
                  <a:lnTo>
                    <a:pt x="0" y="58928"/>
                  </a:lnTo>
                  <a:lnTo>
                    <a:pt x="0" y="294640"/>
                  </a:lnTo>
                  <a:lnTo>
                    <a:pt x="4635" y="317563"/>
                  </a:lnTo>
                  <a:lnTo>
                    <a:pt x="17272" y="336295"/>
                  </a:lnTo>
                  <a:lnTo>
                    <a:pt x="36004" y="348932"/>
                  </a:lnTo>
                  <a:lnTo>
                    <a:pt x="58928" y="353568"/>
                  </a:lnTo>
                  <a:lnTo>
                    <a:pt x="1093215" y="353568"/>
                  </a:lnTo>
                  <a:lnTo>
                    <a:pt x="1116139" y="348932"/>
                  </a:lnTo>
                  <a:lnTo>
                    <a:pt x="1134872" y="336296"/>
                  </a:lnTo>
                  <a:lnTo>
                    <a:pt x="1147508" y="317563"/>
                  </a:lnTo>
                  <a:lnTo>
                    <a:pt x="1152144" y="294640"/>
                  </a:lnTo>
                  <a:lnTo>
                    <a:pt x="1152144" y="58928"/>
                  </a:lnTo>
                  <a:lnTo>
                    <a:pt x="1147508" y="36004"/>
                  </a:lnTo>
                  <a:lnTo>
                    <a:pt x="1134872" y="17272"/>
                  </a:lnTo>
                  <a:lnTo>
                    <a:pt x="1116139" y="4635"/>
                  </a:lnTo>
                  <a:lnTo>
                    <a:pt x="1093215" y="0"/>
                  </a:lnTo>
                  <a:close/>
                </a:path>
              </a:pathLst>
            </a:custGeom>
            <a:solidFill>
              <a:srgbClr val="16A995"/>
            </a:solidFill>
          </p:spPr>
          <p:txBody>
            <a:bodyPr wrap="square" lIns="0" tIns="0" rIns="0" bIns="0" rtlCol="0"/>
            <a:lstStyle/>
            <a:p>
              <a:endParaRPr/>
            </a:p>
          </p:txBody>
        </p:sp>
        <p:sp>
          <p:nvSpPr>
            <p:cNvPr id="71" name="object 71"/>
            <p:cNvSpPr/>
            <p:nvPr/>
          </p:nvSpPr>
          <p:spPr>
            <a:xfrm>
              <a:off x="2339339" y="3150107"/>
              <a:ext cx="1152525" cy="353695"/>
            </a:xfrm>
            <a:custGeom>
              <a:avLst/>
              <a:gdLst/>
              <a:ahLst/>
              <a:cxnLst/>
              <a:rect l="l" t="t" r="r" b="b"/>
              <a:pathLst>
                <a:path w="1152525" h="353695">
                  <a:moveTo>
                    <a:pt x="0" y="58928"/>
                  </a:moveTo>
                  <a:lnTo>
                    <a:pt x="4635" y="36004"/>
                  </a:lnTo>
                  <a:lnTo>
                    <a:pt x="17272" y="17272"/>
                  </a:lnTo>
                  <a:lnTo>
                    <a:pt x="36004" y="4635"/>
                  </a:lnTo>
                  <a:lnTo>
                    <a:pt x="58928" y="0"/>
                  </a:lnTo>
                  <a:lnTo>
                    <a:pt x="1093215" y="0"/>
                  </a:lnTo>
                  <a:lnTo>
                    <a:pt x="1116139" y="4635"/>
                  </a:lnTo>
                  <a:lnTo>
                    <a:pt x="1134872" y="17272"/>
                  </a:lnTo>
                  <a:lnTo>
                    <a:pt x="1147508" y="36004"/>
                  </a:lnTo>
                  <a:lnTo>
                    <a:pt x="1152144" y="58928"/>
                  </a:lnTo>
                  <a:lnTo>
                    <a:pt x="1152144" y="294640"/>
                  </a:lnTo>
                  <a:lnTo>
                    <a:pt x="1147508" y="317563"/>
                  </a:lnTo>
                  <a:lnTo>
                    <a:pt x="1134872" y="336296"/>
                  </a:lnTo>
                  <a:lnTo>
                    <a:pt x="1116139" y="348932"/>
                  </a:lnTo>
                  <a:lnTo>
                    <a:pt x="1093215" y="353568"/>
                  </a:lnTo>
                  <a:lnTo>
                    <a:pt x="58928" y="353568"/>
                  </a:lnTo>
                  <a:lnTo>
                    <a:pt x="36004" y="348932"/>
                  </a:lnTo>
                  <a:lnTo>
                    <a:pt x="17272" y="336295"/>
                  </a:lnTo>
                  <a:lnTo>
                    <a:pt x="4635" y="317563"/>
                  </a:lnTo>
                  <a:lnTo>
                    <a:pt x="0" y="294640"/>
                  </a:lnTo>
                  <a:lnTo>
                    <a:pt x="0" y="58928"/>
                  </a:lnTo>
                  <a:close/>
                </a:path>
              </a:pathLst>
            </a:custGeom>
            <a:ln w="6096">
              <a:solidFill>
                <a:srgbClr val="FFFFFF"/>
              </a:solidFill>
            </a:ln>
          </p:spPr>
          <p:txBody>
            <a:bodyPr wrap="square" lIns="0" tIns="0" rIns="0" bIns="0" rtlCol="0"/>
            <a:lstStyle/>
            <a:p>
              <a:endParaRPr/>
            </a:p>
          </p:txBody>
        </p:sp>
      </p:grpSp>
      <p:sp>
        <p:nvSpPr>
          <p:cNvPr id="72" name="object 72"/>
          <p:cNvSpPr txBox="1"/>
          <p:nvPr/>
        </p:nvSpPr>
        <p:spPr>
          <a:xfrm>
            <a:off x="2606420" y="2470749"/>
            <a:ext cx="619760" cy="953135"/>
          </a:xfrm>
          <a:prstGeom prst="rect">
            <a:avLst/>
          </a:prstGeom>
        </p:spPr>
        <p:txBody>
          <a:bodyPr vert="horz" wrap="square" lIns="0" tIns="41910" rIns="0" bIns="0" rtlCol="0">
            <a:spAutoFit/>
          </a:bodyPr>
          <a:lstStyle/>
          <a:p>
            <a:pPr algn="ctr">
              <a:lnSpc>
                <a:spcPct val="100000"/>
              </a:lnSpc>
              <a:spcBef>
                <a:spcPts val="330"/>
              </a:spcBef>
            </a:pPr>
            <a:r>
              <a:rPr sz="1200" spc="-5" dirty="0">
                <a:solidFill>
                  <a:srgbClr val="FFFFFF"/>
                </a:solidFill>
                <a:latin typeface="Calibri"/>
                <a:cs typeface="Calibri"/>
              </a:rPr>
              <a:t>S</a:t>
            </a:r>
            <a:r>
              <a:rPr sz="1200" dirty="0">
                <a:solidFill>
                  <a:srgbClr val="FFFFFF"/>
                </a:solidFill>
                <a:latin typeface="Calibri"/>
                <a:cs typeface="Calibri"/>
              </a:rPr>
              <a:t>plit</a:t>
            </a:r>
            <a:r>
              <a:rPr sz="1200" spc="-20" dirty="0">
                <a:solidFill>
                  <a:srgbClr val="FFFFFF"/>
                </a:solidFill>
                <a:latin typeface="Calibri"/>
                <a:cs typeface="Calibri"/>
              </a:rPr>
              <a:t> </a:t>
            </a:r>
            <a:r>
              <a:rPr sz="1200" dirty="0">
                <a:solidFill>
                  <a:srgbClr val="FFFFFF"/>
                </a:solidFill>
                <a:latin typeface="Calibri"/>
                <a:cs typeface="Calibri"/>
              </a:rPr>
              <a:t>D</a:t>
            </a:r>
            <a:r>
              <a:rPr sz="1200" spc="-15" dirty="0">
                <a:solidFill>
                  <a:srgbClr val="FFFFFF"/>
                </a:solidFill>
                <a:latin typeface="Calibri"/>
                <a:cs typeface="Calibri"/>
              </a:rPr>
              <a:t>a</a:t>
            </a:r>
            <a:r>
              <a:rPr sz="1200" spc="-10" dirty="0">
                <a:solidFill>
                  <a:srgbClr val="FFFFFF"/>
                </a:solidFill>
                <a:latin typeface="Calibri"/>
                <a:cs typeface="Calibri"/>
              </a:rPr>
              <a:t>t</a:t>
            </a:r>
            <a:r>
              <a:rPr sz="1200" dirty="0">
                <a:solidFill>
                  <a:srgbClr val="FFFFFF"/>
                </a:solidFill>
                <a:latin typeface="Calibri"/>
                <a:cs typeface="Calibri"/>
              </a:rPr>
              <a:t>a</a:t>
            </a:r>
            <a:endParaRPr sz="1200">
              <a:latin typeface="Calibri"/>
              <a:cs typeface="Calibri"/>
            </a:endParaRPr>
          </a:p>
          <a:p>
            <a:pPr marR="21590" algn="ctr">
              <a:lnSpc>
                <a:spcPct val="100000"/>
              </a:lnSpc>
              <a:spcBef>
                <a:spcPts val="425"/>
              </a:spcBef>
            </a:pPr>
            <a:r>
              <a:rPr sz="2200" b="1" spc="-5" dirty="0">
                <a:solidFill>
                  <a:srgbClr val="252525"/>
                </a:solidFill>
                <a:latin typeface="Calibri"/>
                <a:cs typeface="Calibri"/>
              </a:rPr>
              <a:t>:</a:t>
            </a:r>
            <a:endParaRPr sz="2200">
              <a:latin typeface="Calibri"/>
              <a:cs typeface="Calibri"/>
            </a:endParaRPr>
          </a:p>
          <a:p>
            <a:pPr algn="ctr">
              <a:lnSpc>
                <a:spcPct val="100000"/>
              </a:lnSpc>
              <a:spcBef>
                <a:spcPts val="1125"/>
              </a:spcBef>
            </a:pPr>
            <a:r>
              <a:rPr sz="1200" spc="-5" dirty="0">
                <a:solidFill>
                  <a:srgbClr val="FFFFFF"/>
                </a:solidFill>
                <a:latin typeface="Calibri"/>
                <a:cs typeface="Calibri"/>
              </a:rPr>
              <a:t>S</a:t>
            </a:r>
            <a:r>
              <a:rPr sz="1200" spc="5" dirty="0">
                <a:solidFill>
                  <a:srgbClr val="FFFFFF"/>
                </a:solidFill>
                <a:latin typeface="Calibri"/>
                <a:cs typeface="Calibri"/>
              </a:rPr>
              <a:t>p</a:t>
            </a:r>
            <a:r>
              <a:rPr sz="1200" dirty="0">
                <a:solidFill>
                  <a:srgbClr val="FFFFFF"/>
                </a:solidFill>
                <a:latin typeface="Calibri"/>
                <a:cs typeface="Calibri"/>
              </a:rPr>
              <a:t>lit</a:t>
            </a:r>
            <a:r>
              <a:rPr sz="1200" spc="-15" dirty="0">
                <a:solidFill>
                  <a:srgbClr val="FFFFFF"/>
                </a:solidFill>
                <a:latin typeface="Calibri"/>
                <a:cs typeface="Calibri"/>
              </a:rPr>
              <a:t> </a:t>
            </a:r>
            <a:r>
              <a:rPr sz="1200" dirty="0">
                <a:solidFill>
                  <a:srgbClr val="FFFFFF"/>
                </a:solidFill>
                <a:latin typeface="Calibri"/>
                <a:cs typeface="Calibri"/>
              </a:rPr>
              <a:t>D</a:t>
            </a:r>
            <a:r>
              <a:rPr sz="1200" spc="-15" dirty="0">
                <a:solidFill>
                  <a:srgbClr val="FFFFFF"/>
                </a:solidFill>
                <a:latin typeface="Calibri"/>
                <a:cs typeface="Calibri"/>
              </a:rPr>
              <a:t>a</a:t>
            </a:r>
            <a:r>
              <a:rPr sz="1200" spc="-10" dirty="0">
                <a:solidFill>
                  <a:srgbClr val="FFFFFF"/>
                </a:solidFill>
                <a:latin typeface="Calibri"/>
                <a:cs typeface="Calibri"/>
              </a:rPr>
              <a:t>t</a:t>
            </a:r>
            <a:r>
              <a:rPr sz="1200" dirty="0">
                <a:solidFill>
                  <a:srgbClr val="FFFFFF"/>
                </a:solidFill>
                <a:latin typeface="Calibri"/>
                <a:cs typeface="Calibri"/>
              </a:rPr>
              <a:t>a</a:t>
            </a:r>
            <a:endParaRPr sz="1200">
              <a:latin typeface="Calibri"/>
              <a:cs typeface="Calibri"/>
            </a:endParaRPr>
          </a:p>
        </p:txBody>
      </p:sp>
      <p:sp>
        <p:nvSpPr>
          <p:cNvPr id="73" name="object 73"/>
          <p:cNvSpPr txBox="1">
            <a:spLocks noGrp="1"/>
          </p:cNvSpPr>
          <p:nvPr>
            <p:ph type="title"/>
          </p:nvPr>
        </p:nvSpPr>
        <p:spPr>
          <a:xfrm>
            <a:off x="471017" y="324053"/>
            <a:ext cx="3011805"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The</a:t>
            </a:r>
            <a:r>
              <a:rPr spc="-40" dirty="0">
                <a:solidFill>
                  <a:srgbClr val="095A82"/>
                </a:solidFill>
              </a:rPr>
              <a:t> </a:t>
            </a:r>
            <a:r>
              <a:rPr spc="-5" dirty="0">
                <a:solidFill>
                  <a:srgbClr val="095A82"/>
                </a:solidFill>
              </a:rPr>
              <a:t>Traditional</a:t>
            </a:r>
            <a:r>
              <a:rPr dirty="0">
                <a:solidFill>
                  <a:srgbClr val="095A82"/>
                </a:solidFill>
              </a:rPr>
              <a:t> </a:t>
            </a:r>
            <a:r>
              <a:rPr spc="-10" dirty="0">
                <a:solidFill>
                  <a:srgbClr val="095A82"/>
                </a:solidFill>
              </a:rPr>
              <a:t>Way</a:t>
            </a: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34310104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Analyzing the Data with Unix Tools</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TextBox 4">
            <a:extLst>
              <a:ext uri="{FF2B5EF4-FFF2-40B4-BE49-F238E27FC236}">
                <a16:creationId xmlns:a16="http://schemas.microsoft.com/office/drawing/2014/main" id="{3D9DC260-DD35-E1DF-9A65-8C33B859DC11}"/>
              </a:ext>
            </a:extLst>
          </p:cNvPr>
          <p:cNvSpPr txBox="1"/>
          <p:nvPr/>
        </p:nvSpPr>
        <p:spPr>
          <a:xfrm>
            <a:off x="467105" y="897536"/>
            <a:ext cx="8210550" cy="3693319"/>
          </a:xfrm>
          <a:prstGeom prst="rect">
            <a:avLst/>
          </a:prstGeom>
          <a:noFill/>
        </p:spPr>
        <p:txBody>
          <a:bodyPr wrap="square">
            <a:spAutoFit/>
          </a:bodyPr>
          <a:lstStyle/>
          <a:p>
            <a:pPr algn="l"/>
            <a:r>
              <a:rPr lang="en-US" sz="1800" b="0" i="0" u="none" strike="noStrike" baseline="0" dirty="0">
                <a:latin typeface="MinionPro-Regular"/>
              </a:rPr>
              <a:t>There are a few problems with this, </a:t>
            </a:r>
            <a:r>
              <a:rPr lang="en-IN" sz="1800" b="0" i="0" u="none" strike="noStrike" baseline="0" dirty="0">
                <a:latin typeface="MinionPro-Regular"/>
              </a:rPr>
              <a:t>however.</a:t>
            </a:r>
          </a:p>
          <a:p>
            <a:pPr marL="285750" indent="-285750" algn="l">
              <a:buFont typeface="Arial" panose="020B0604020202020204" pitchFamily="34" charset="0"/>
              <a:buChar char="•"/>
            </a:pPr>
            <a:r>
              <a:rPr lang="en-US" sz="2400" b="0" i="0" u="none" strike="noStrike" baseline="0" dirty="0">
                <a:latin typeface="MinionPro-Regular"/>
              </a:rPr>
              <a:t>First, dividing the work into equal-size pieces isn’t always easy or obvious. </a:t>
            </a:r>
          </a:p>
          <a:p>
            <a:pPr marL="285750" indent="-285750" algn="l">
              <a:buFont typeface="Arial" panose="020B0604020202020204" pitchFamily="34" charset="0"/>
              <a:buChar char="•"/>
            </a:pPr>
            <a:r>
              <a:rPr lang="en-US" sz="2400" b="0" i="0" u="none" strike="noStrike" baseline="0" dirty="0">
                <a:latin typeface="MinionPro-Regular"/>
              </a:rPr>
              <a:t>In this case, the file size for different years varies widely, so some processes will finish much earlier than others. </a:t>
            </a:r>
          </a:p>
          <a:p>
            <a:pPr marL="285750" indent="-285750" algn="l">
              <a:buFont typeface="Arial" panose="020B0604020202020204" pitchFamily="34" charset="0"/>
              <a:buChar char="•"/>
            </a:pPr>
            <a:r>
              <a:rPr lang="en-US" sz="2400" b="0" i="0" u="none" strike="noStrike" baseline="0" dirty="0">
                <a:latin typeface="MinionPro-Regular"/>
              </a:rPr>
              <a:t>Even if they pick up further work, the whole run is dominated by the longest file. </a:t>
            </a:r>
          </a:p>
          <a:p>
            <a:pPr marL="285750" indent="-285750" algn="l">
              <a:buFont typeface="Arial" panose="020B0604020202020204" pitchFamily="34" charset="0"/>
              <a:buChar char="•"/>
            </a:pPr>
            <a:r>
              <a:rPr lang="en-US" sz="2400" b="0" i="0" u="none" strike="noStrike" baseline="0" dirty="0">
                <a:latin typeface="MinionPro-Regular"/>
              </a:rPr>
              <a:t>A better approach, although one that requires more work, is to split the input into fixed-size chunks and assign each chunk to a process.</a:t>
            </a:r>
            <a:endParaRPr lang="en-IN" sz="2400" dirty="0"/>
          </a:p>
        </p:txBody>
      </p:sp>
    </p:spTree>
    <p:extLst>
      <p:ext uri="{BB962C8B-B14F-4D97-AF65-F5344CB8AC3E}">
        <p14:creationId xmlns:p14="http://schemas.microsoft.com/office/powerpoint/2010/main" val="17734245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Analyzing the Data with Unix Tools</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TextBox 4">
            <a:extLst>
              <a:ext uri="{FF2B5EF4-FFF2-40B4-BE49-F238E27FC236}">
                <a16:creationId xmlns:a16="http://schemas.microsoft.com/office/drawing/2014/main" id="{3D9DC260-DD35-E1DF-9A65-8C33B859DC11}"/>
              </a:ext>
            </a:extLst>
          </p:cNvPr>
          <p:cNvSpPr txBox="1"/>
          <p:nvPr/>
        </p:nvSpPr>
        <p:spPr>
          <a:xfrm>
            <a:off x="467105" y="897536"/>
            <a:ext cx="8210550" cy="2677656"/>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latin typeface="MinionPro-Regular"/>
              </a:rPr>
              <a:t>Second, combining the results from independent processes may require further processing. </a:t>
            </a:r>
          </a:p>
          <a:p>
            <a:pPr marL="342900" indent="-342900" algn="l">
              <a:buFont typeface="Arial" panose="020B0604020202020204" pitchFamily="34" charset="0"/>
              <a:buChar char="•"/>
            </a:pPr>
            <a:r>
              <a:rPr lang="en-US" sz="2400" b="0" i="0" u="none" strike="noStrike" baseline="0" dirty="0">
                <a:latin typeface="MinionPro-Regular"/>
              </a:rPr>
              <a:t>In this case, the result for each year is independent of other years, and they may be combined by concatenating all the results and sorting by year. </a:t>
            </a:r>
          </a:p>
          <a:p>
            <a:pPr marL="342900" indent="-342900" algn="l">
              <a:buFont typeface="Arial" panose="020B0604020202020204" pitchFamily="34" charset="0"/>
              <a:buChar char="•"/>
            </a:pPr>
            <a:r>
              <a:rPr lang="en-US" sz="2400" b="0" i="0" u="none" strike="noStrike" baseline="0" dirty="0">
                <a:latin typeface="MinionPro-Regular"/>
              </a:rPr>
              <a:t>If using the fixed-size chunk approach, the combination is more delicate.</a:t>
            </a:r>
            <a:endParaRPr lang="en-IN" sz="3200" dirty="0"/>
          </a:p>
        </p:txBody>
      </p:sp>
    </p:spTree>
    <p:extLst>
      <p:ext uri="{BB962C8B-B14F-4D97-AF65-F5344CB8AC3E}">
        <p14:creationId xmlns:p14="http://schemas.microsoft.com/office/powerpoint/2010/main" val="25796512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Analyzing the Data with Unix Tools</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TextBox 4">
            <a:extLst>
              <a:ext uri="{FF2B5EF4-FFF2-40B4-BE49-F238E27FC236}">
                <a16:creationId xmlns:a16="http://schemas.microsoft.com/office/drawing/2014/main" id="{3D9DC260-DD35-E1DF-9A65-8C33B859DC11}"/>
              </a:ext>
            </a:extLst>
          </p:cNvPr>
          <p:cNvSpPr txBox="1"/>
          <p:nvPr/>
        </p:nvSpPr>
        <p:spPr>
          <a:xfrm>
            <a:off x="467104" y="897536"/>
            <a:ext cx="8433445" cy="3785652"/>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latin typeface="MinionPro-Regular"/>
              </a:rPr>
              <a:t>Third, you are still limited by the processing capacity of a single machine. </a:t>
            </a:r>
          </a:p>
          <a:p>
            <a:pPr marL="342900" indent="-342900" algn="l">
              <a:buFont typeface="Arial" panose="020B0604020202020204" pitchFamily="34" charset="0"/>
              <a:buChar char="•"/>
            </a:pPr>
            <a:r>
              <a:rPr lang="en-US" sz="2400" b="0" i="0" u="none" strike="noStrike" baseline="0" dirty="0">
                <a:latin typeface="MinionPro-Regular"/>
              </a:rPr>
              <a:t>You can’t make it go faster. </a:t>
            </a:r>
          </a:p>
          <a:p>
            <a:pPr marL="342900" indent="-342900" algn="l">
              <a:buFont typeface="Arial" panose="020B0604020202020204" pitchFamily="34" charset="0"/>
              <a:buChar char="•"/>
            </a:pPr>
            <a:r>
              <a:rPr lang="en-US" sz="2400" b="0" i="0" u="none" strike="noStrike" baseline="0" dirty="0">
                <a:latin typeface="MinionPro-Regular"/>
              </a:rPr>
              <a:t>Also, some datasets grow beyond the capacity of a single machine. </a:t>
            </a:r>
          </a:p>
          <a:p>
            <a:pPr marL="342900" indent="-342900" algn="l">
              <a:buFont typeface="Arial" panose="020B0604020202020204" pitchFamily="34" charset="0"/>
              <a:buChar char="•"/>
            </a:pPr>
            <a:r>
              <a:rPr lang="en-US" sz="2400" b="0" i="0" u="none" strike="noStrike" baseline="0" dirty="0">
                <a:latin typeface="MinionPro-Regular"/>
              </a:rPr>
              <a:t>When we start using multiple machines, a whole host of other factors come into play, mainly falling into the categories of coordination and reliability. </a:t>
            </a:r>
          </a:p>
          <a:p>
            <a:pPr marL="342900" indent="-342900" algn="l">
              <a:buFont typeface="Arial" panose="020B0604020202020204" pitchFamily="34" charset="0"/>
              <a:buChar char="•"/>
            </a:pPr>
            <a:r>
              <a:rPr lang="en-US" sz="2400" b="0" i="0" u="none" strike="noStrike" baseline="0" dirty="0">
                <a:latin typeface="MinionPro-Regular"/>
              </a:rPr>
              <a:t>Who runs the overall job? </a:t>
            </a:r>
          </a:p>
          <a:p>
            <a:pPr marL="342900" indent="-342900" algn="l">
              <a:buFont typeface="Arial" panose="020B0604020202020204" pitchFamily="34" charset="0"/>
              <a:buChar char="•"/>
            </a:pPr>
            <a:r>
              <a:rPr lang="en-US" sz="2400" b="0" i="0" u="none" strike="noStrike" baseline="0" dirty="0">
                <a:latin typeface="MinionPro-Regular"/>
              </a:rPr>
              <a:t>How do we deal with failed processes?</a:t>
            </a:r>
            <a:endParaRPr lang="en-IN" sz="4000" dirty="0"/>
          </a:p>
        </p:txBody>
      </p:sp>
    </p:spTree>
    <p:extLst>
      <p:ext uri="{BB962C8B-B14F-4D97-AF65-F5344CB8AC3E}">
        <p14:creationId xmlns:p14="http://schemas.microsoft.com/office/powerpoint/2010/main" val="2593269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Analyzing the Data with Hadoop</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TextBox 4">
            <a:extLst>
              <a:ext uri="{FF2B5EF4-FFF2-40B4-BE49-F238E27FC236}">
                <a16:creationId xmlns:a16="http://schemas.microsoft.com/office/drawing/2014/main" id="{3D9DC260-DD35-E1DF-9A65-8C33B859DC11}"/>
              </a:ext>
            </a:extLst>
          </p:cNvPr>
          <p:cNvSpPr txBox="1"/>
          <p:nvPr/>
        </p:nvSpPr>
        <p:spPr>
          <a:xfrm>
            <a:off x="451063" y="1559082"/>
            <a:ext cx="8433445" cy="830997"/>
          </a:xfrm>
          <a:prstGeom prst="rect">
            <a:avLst/>
          </a:prstGeom>
          <a:noFill/>
        </p:spPr>
        <p:txBody>
          <a:bodyPr wrap="square">
            <a:spAutoFit/>
          </a:bodyPr>
          <a:lstStyle/>
          <a:p>
            <a:pPr algn="l"/>
            <a:r>
              <a:rPr lang="en-US" sz="2400" b="0" i="0" u="none" strike="noStrike" baseline="0" dirty="0">
                <a:latin typeface="MinionPro-Regular"/>
              </a:rPr>
              <a:t>To take advantage of the parallel processing that Hadoop provides, we need to express our query as a MapReduce job.</a:t>
            </a:r>
            <a:endParaRPr lang="en-IN" sz="4800" dirty="0"/>
          </a:p>
        </p:txBody>
      </p:sp>
    </p:spTree>
    <p:extLst>
      <p:ext uri="{BB962C8B-B14F-4D97-AF65-F5344CB8AC3E}">
        <p14:creationId xmlns:p14="http://schemas.microsoft.com/office/powerpoint/2010/main" val="35161767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grpSp>
        <p:nvGrpSpPr>
          <p:cNvPr id="3" name="object 3"/>
          <p:cNvGrpSpPr/>
          <p:nvPr/>
        </p:nvGrpSpPr>
        <p:grpSpPr>
          <a:xfrm>
            <a:off x="589789" y="2419350"/>
            <a:ext cx="1590675" cy="1938655"/>
            <a:chOff x="627840" y="1549865"/>
            <a:chExt cx="1590675" cy="1938655"/>
          </a:xfrm>
        </p:grpSpPr>
        <p:sp>
          <p:nvSpPr>
            <p:cNvPr id="4" name="object 4"/>
            <p:cNvSpPr/>
            <p:nvPr/>
          </p:nvSpPr>
          <p:spPr>
            <a:xfrm>
              <a:off x="1786127" y="2467355"/>
              <a:ext cx="431800" cy="76200"/>
            </a:xfrm>
            <a:custGeom>
              <a:avLst/>
              <a:gdLst/>
              <a:ahLst/>
              <a:cxnLst/>
              <a:rect l="l" t="t" r="r" b="b"/>
              <a:pathLst>
                <a:path w="431800" h="76200">
                  <a:moveTo>
                    <a:pt x="355600" y="0"/>
                  </a:moveTo>
                  <a:lnTo>
                    <a:pt x="355600" y="76200"/>
                  </a:lnTo>
                  <a:lnTo>
                    <a:pt x="419100" y="44450"/>
                  </a:lnTo>
                  <a:lnTo>
                    <a:pt x="368300" y="44450"/>
                  </a:lnTo>
                  <a:lnTo>
                    <a:pt x="368300" y="31750"/>
                  </a:lnTo>
                  <a:lnTo>
                    <a:pt x="419100" y="31750"/>
                  </a:lnTo>
                  <a:lnTo>
                    <a:pt x="355600" y="0"/>
                  </a:lnTo>
                  <a:close/>
                </a:path>
                <a:path w="431800" h="76200">
                  <a:moveTo>
                    <a:pt x="355600" y="31750"/>
                  </a:moveTo>
                  <a:lnTo>
                    <a:pt x="0" y="31750"/>
                  </a:lnTo>
                  <a:lnTo>
                    <a:pt x="0" y="44450"/>
                  </a:lnTo>
                  <a:lnTo>
                    <a:pt x="355600" y="44450"/>
                  </a:lnTo>
                  <a:lnTo>
                    <a:pt x="355600" y="31750"/>
                  </a:lnTo>
                  <a:close/>
                </a:path>
                <a:path w="431800" h="76200">
                  <a:moveTo>
                    <a:pt x="419100" y="31750"/>
                  </a:moveTo>
                  <a:lnTo>
                    <a:pt x="368300" y="31750"/>
                  </a:lnTo>
                  <a:lnTo>
                    <a:pt x="368300" y="44450"/>
                  </a:lnTo>
                  <a:lnTo>
                    <a:pt x="419100" y="44450"/>
                  </a:lnTo>
                  <a:lnTo>
                    <a:pt x="431800" y="38100"/>
                  </a:lnTo>
                  <a:lnTo>
                    <a:pt x="419100" y="31750"/>
                  </a:lnTo>
                  <a:close/>
                </a:path>
              </a:pathLst>
            </a:custGeom>
            <a:solidFill>
              <a:srgbClr val="006FC0"/>
            </a:solidFill>
          </p:spPr>
          <p:txBody>
            <a:bodyPr wrap="square" lIns="0" tIns="0" rIns="0" bIns="0" rtlCol="0"/>
            <a:lstStyle/>
            <a:p>
              <a:endParaRPr/>
            </a:p>
          </p:txBody>
        </p:sp>
        <p:pic>
          <p:nvPicPr>
            <p:cNvPr id="5" name="object 5"/>
            <p:cNvPicPr/>
            <p:nvPr/>
          </p:nvPicPr>
          <p:blipFill>
            <a:blip r:embed="rId2" cstate="print"/>
            <a:stretch>
              <a:fillRect/>
            </a:stretch>
          </p:blipFill>
          <p:spPr>
            <a:xfrm>
              <a:off x="627840" y="1549865"/>
              <a:ext cx="1146143" cy="1938613"/>
            </a:xfrm>
            <a:prstGeom prst="rect">
              <a:avLst/>
            </a:prstGeom>
          </p:spPr>
        </p:pic>
        <p:sp>
          <p:nvSpPr>
            <p:cNvPr id="6" name="object 6"/>
            <p:cNvSpPr/>
            <p:nvPr/>
          </p:nvSpPr>
          <p:spPr>
            <a:xfrm>
              <a:off x="662939" y="1565148"/>
              <a:ext cx="1080770" cy="1873250"/>
            </a:xfrm>
            <a:custGeom>
              <a:avLst/>
              <a:gdLst/>
              <a:ahLst/>
              <a:cxnLst/>
              <a:rect l="l" t="t" r="r" b="b"/>
              <a:pathLst>
                <a:path w="1080770" h="1873250">
                  <a:moveTo>
                    <a:pt x="900429" y="0"/>
                  </a:moveTo>
                  <a:lnTo>
                    <a:pt x="180085" y="0"/>
                  </a:lnTo>
                  <a:lnTo>
                    <a:pt x="132213" y="6434"/>
                  </a:lnTo>
                  <a:lnTo>
                    <a:pt x="89195" y="24590"/>
                  </a:lnTo>
                  <a:lnTo>
                    <a:pt x="52747" y="52752"/>
                  </a:lnTo>
                  <a:lnTo>
                    <a:pt x="24588" y="89201"/>
                  </a:lnTo>
                  <a:lnTo>
                    <a:pt x="6433" y="132218"/>
                  </a:lnTo>
                  <a:lnTo>
                    <a:pt x="0" y="180086"/>
                  </a:lnTo>
                  <a:lnTo>
                    <a:pt x="0" y="1692909"/>
                  </a:lnTo>
                  <a:lnTo>
                    <a:pt x="6433" y="1740777"/>
                  </a:lnTo>
                  <a:lnTo>
                    <a:pt x="24588" y="1783794"/>
                  </a:lnTo>
                  <a:lnTo>
                    <a:pt x="52747" y="1820243"/>
                  </a:lnTo>
                  <a:lnTo>
                    <a:pt x="89195" y="1848405"/>
                  </a:lnTo>
                  <a:lnTo>
                    <a:pt x="132213" y="1866561"/>
                  </a:lnTo>
                  <a:lnTo>
                    <a:pt x="180085" y="1872995"/>
                  </a:lnTo>
                  <a:lnTo>
                    <a:pt x="900429" y="1872995"/>
                  </a:lnTo>
                  <a:lnTo>
                    <a:pt x="948297" y="1866561"/>
                  </a:lnTo>
                  <a:lnTo>
                    <a:pt x="991314" y="1848405"/>
                  </a:lnTo>
                  <a:lnTo>
                    <a:pt x="1027763" y="1820243"/>
                  </a:lnTo>
                  <a:lnTo>
                    <a:pt x="1055925" y="1783794"/>
                  </a:lnTo>
                  <a:lnTo>
                    <a:pt x="1074081" y="1740777"/>
                  </a:lnTo>
                  <a:lnTo>
                    <a:pt x="1080516" y="1692909"/>
                  </a:lnTo>
                  <a:lnTo>
                    <a:pt x="1080516" y="180086"/>
                  </a:lnTo>
                  <a:lnTo>
                    <a:pt x="1074081" y="132218"/>
                  </a:lnTo>
                  <a:lnTo>
                    <a:pt x="1055925" y="89201"/>
                  </a:lnTo>
                  <a:lnTo>
                    <a:pt x="1027763" y="52752"/>
                  </a:lnTo>
                  <a:lnTo>
                    <a:pt x="991314" y="24590"/>
                  </a:lnTo>
                  <a:lnTo>
                    <a:pt x="948297" y="6434"/>
                  </a:lnTo>
                  <a:lnTo>
                    <a:pt x="900429" y="0"/>
                  </a:lnTo>
                  <a:close/>
                </a:path>
              </a:pathLst>
            </a:custGeom>
            <a:solidFill>
              <a:srgbClr val="095A82"/>
            </a:solidFill>
          </p:spPr>
          <p:txBody>
            <a:bodyPr wrap="square" lIns="0" tIns="0" rIns="0" bIns="0" rtlCol="0"/>
            <a:lstStyle/>
            <a:p>
              <a:endParaRPr/>
            </a:p>
          </p:txBody>
        </p:sp>
        <p:sp>
          <p:nvSpPr>
            <p:cNvPr id="7" name="object 7"/>
            <p:cNvSpPr/>
            <p:nvPr/>
          </p:nvSpPr>
          <p:spPr>
            <a:xfrm>
              <a:off x="662939" y="1565148"/>
              <a:ext cx="1080770" cy="1873250"/>
            </a:xfrm>
            <a:custGeom>
              <a:avLst/>
              <a:gdLst/>
              <a:ahLst/>
              <a:cxnLst/>
              <a:rect l="l" t="t" r="r" b="b"/>
              <a:pathLst>
                <a:path w="1080770" h="1873250">
                  <a:moveTo>
                    <a:pt x="0" y="180086"/>
                  </a:moveTo>
                  <a:lnTo>
                    <a:pt x="6433" y="132218"/>
                  </a:lnTo>
                  <a:lnTo>
                    <a:pt x="24588" y="89201"/>
                  </a:lnTo>
                  <a:lnTo>
                    <a:pt x="52747" y="52752"/>
                  </a:lnTo>
                  <a:lnTo>
                    <a:pt x="89195" y="24590"/>
                  </a:lnTo>
                  <a:lnTo>
                    <a:pt x="132213" y="6434"/>
                  </a:lnTo>
                  <a:lnTo>
                    <a:pt x="180085" y="0"/>
                  </a:lnTo>
                  <a:lnTo>
                    <a:pt x="900429" y="0"/>
                  </a:lnTo>
                  <a:lnTo>
                    <a:pt x="948297" y="6434"/>
                  </a:lnTo>
                  <a:lnTo>
                    <a:pt x="991314" y="24590"/>
                  </a:lnTo>
                  <a:lnTo>
                    <a:pt x="1027763" y="52752"/>
                  </a:lnTo>
                  <a:lnTo>
                    <a:pt x="1055925" y="89201"/>
                  </a:lnTo>
                  <a:lnTo>
                    <a:pt x="1074081" y="132218"/>
                  </a:lnTo>
                  <a:lnTo>
                    <a:pt x="1080516" y="180086"/>
                  </a:lnTo>
                  <a:lnTo>
                    <a:pt x="1080516" y="1692909"/>
                  </a:lnTo>
                  <a:lnTo>
                    <a:pt x="1074081" y="1740777"/>
                  </a:lnTo>
                  <a:lnTo>
                    <a:pt x="1055925" y="1783794"/>
                  </a:lnTo>
                  <a:lnTo>
                    <a:pt x="1027763" y="1820243"/>
                  </a:lnTo>
                  <a:lnTo>
                    <a:pt x="991314" y="1848405"/>
                  </a:lnTo>
                  <a:lnTo>
                    <a:pt x="948297" y="1866561"/>
                  </a:lnTo>
                  <a:lnTo>
                    <a:pt x="900429" y="1872995"/>
                  </a:lnTo>
                  <a:lnTo>
                    <a:pt x="180085" y="1872995"/>
                  </a:lnTo>
                  <a:lnTo>
                    <a:pt x="132213" y="1866561"/>
                  </a:lnTo>
                  <a:lnTo>
                    <a:pt x="89195" y="1848405"/>
                  </a:lnTo>
                  <a:lnTo>
                    <a:pt x="52747" y="1820243"/>
                  </a:lnTo>
                  <a:lnTo>
                    <a:pt x="24588" y="1783794"/>
                  </a:lnTo>
                  <a:lnTo>
                    <a:pt x="6433" y="1740777"/>
                  </a:lnTo>
                  <a:lnTo>
                    <a:pt x="0" y="1692909"/>
                  </a:lnTo>
                  <a:lnTo>
                    <a:pt x="0" y="180086"/>
                  </a:lnTo>
                  <a:close/>
                </a:path>
              </a:pathLst>
            </a:custGeom>
            <a:ln w="3175">
              <a:solidFill>
                <a:srgbClr val="FFFFFF"/>
              </a:solidFill>
            </a:ln>
          </p:spPr>
          <p:txBody>
            <a:bodyPr wrap="square" lIns="0" tIns="0" rIns="0" bIns="0" rtlCol="0"/>
            <a:lstStyle/>
            <a:p>
              <a:endParaRPr/>
            </a:p>
          </p:txBody>
        </p:sp>
      </p:grpSp>
      <p:sp>
        <p:nvSpPr>
          <p:cNvPr id="8" name="object 8"/>
          <p:cNvSpPr txBox="1"/>
          <p:nvPr/>
        </p:nvSpPr>
        <p:spPr>
          <a:xfrm>
            <a:off x="984349" y="3026326"/>
            <a:ext cx="362585" cy="666115"/>
          </a:xfrm>
          <a:prstGeom prst="rect">
            <a:avLst/>
          </a:prstGeom>
        </p:spPr>
        <p:txBody>
          <a:bodyPr vert="horz" wrap="square" lIns="0" tIns="12700" rIns="0" bIns="0" rtlCol="0">
            <a:spAutoFit/>
          </a:bodyPr>
          <a:lstStyle/>
          <a:p>
            <a:pPr marL="12700" marR="5080" indent="5715" algn="just">
              <a:lnSpc>
                <a:spcPct val="100000"/>
              </a:lnSpc>
              <a:spcBef>
                <a:spcPts val="100"/>
              </a:spcBef>
            </a:pPr>
            <a:r>
              <a:rPr sz="1400" spc="-80" dirty="0">
                <a:solidFill>
                  <a:srgbClr val="FFFFFF"/>
                </a:solidFill>
                <a:latin typeface="Calibri"/>
                <a:cs typeface="Calibri"/>
              </a:rPr>
              <a:t>V</a:t>
            </a:r>
            <a:r>
              <a:rPr sz="1400" dirty="0">
                <a:solidFill>
                  <a:srgbClr val="FFFFFF"/>
                </a:solidFill>
                <a:latin typeface="Calibri"/>
                <a:cs typeface="Calibri"/>
              </a:rPr>
              <a:t>e</a:t>
            </a:r>
            <a:r>
              <a:rPr sz="1400" spc="10" dirty="0">
                <a:solidFill>
                  <a:srgbClr val="FFFFFF"/>
                </a:solidFill>
                <a:latin typeface="Calibri"/>
                <a:cs typeface="Calibri"/>
              </a:rPr>
              <a:t>r</a:t>
            </a:r>
            <a:r>
              <a:rPr sz="1400" dirty="0">
                <a:solidFill>
                  <a:srgbClr val="FFFFFF"/>
                </a:solidFill>
                <a:latin typeface="Calibri"/>
                <a:cs typeface="Calibri"/>
              </a:rPr>
              <a:t>y  Big </a:t>
            </a:r>
            <a:r>
              <a:rPr sz="1400" spc="5" dirty="0">
                <a:solidFill>
                  <a:srgbClr val="FFFFFF"/>
                </a:solidFill>
                <a:latin typeface="Calibri"/>
                <a:cs typeface="Calibri"/>
              </a:rPr>
              <a:t> </a:t>
            </a:r>
            <a:r>
              <a:rPr sz="1400" spc="-5" dirty="0">
                <a:solidFill>
                  <a:srgbClr val="FFFFFF"/>
                </a:solidFill>
                <a:latin typeface="Calibri"/>
                <a:cs typeface="Calibri"/>
              </a:rPr>
              <a:t>D</a:t>
            </a:r>
            <a:r>
              <a:rPr sz="1400" spc="-15" dirty="0">
                <a:solidFill>
                  <a:srgbClr val="FFFFFF"/>
                </a:solidFill>
                <a:latin typeface="Calibri"/>
                <a:cs typeface="Calibri"/>
              </a:rPr>
              <a:t>at</a:t>
            </a:r>
            <a:r>
              <a:rPr sz="1400" dirty="0">
                <a:solidFill>
                  <a:srgbClr val="FFFFFF"/>
                </a:solidFill>
                <a:latin typeface="Calibri"/>
                <a:cs typeface="Calibri"/>
              </a:rPr>
              <a:t>a</a:t>
            </a:r>
            <a:endParaRPr sz="1400" dirty="0">
              <a:latin typeface="Calibri"/>
              <a:cs typeface="Calibri"/>
            </a:endParaRPr>
          </a:p>
        </p:txBody>
      </p:sp>
      <p:grpSp>
        <p:nvGrpSpPr>
          <p:cNvPr id="9" name="object 9"/>
          <p:cNvGrpSpPr/>
          <p:nvPr/>
        </p:nvGrpSpPr>
        <p:grpSpPr>
          <a:xfrm>
            <a:off x="2264657" y="2391966"/>
            <a:ext cx="1217930" cy="434340"/>
            <a:chOff x="2302708" y="1522481"/>
            <a:chExt cx="1217930" cy="434340"/>
          </a:xfrm>
        </p:grpSpPr>
        <p:pic>
          <p:nvPicPr>
            <p:cNvPr id="10" name="object 10"/>
            <p:cNvPicPr/>
            <p:nvPr/>
          </p:nvPicPr>
          <p:blipFill>
            <a:blip r:embed="rId3" cstate="print"/>
            <a:stretch>
              <a:fillRect/>
            </a:stretch>
          </p:blipFill>
          <p:spPr>
            <a:xfrm>
              <a:off x="2302708" y="1522481"/>
              <a:ext cx="1217800" cy="419126"/>
            </a:xfrm>
            <a:prstGeom prst="rect">
              <a:avLst/>
            </a:prstGeom>
          </p:spPr>
        </p:pic>
        <p:pic>
          <p:nvPicPr>
            <p:cNvPr id="11" name="object 11"/>
            <p:cNvPicPr/>
            <p:nvPr/>
          </p:nvPicPr>
          <p:blipFill>
            <a:blip r:embed="rId4" cstate="print"/>
            <a:stretch>
              <a:fillRect/>
            </a:stretch>
          </p:blipFill>
          <p:spPr>
            <a:xfrm>
              <a:off x="2482596" y="1556042"/>
              <a:ext cx="857999" cy="400773"/>
            </a:xfrm>
            <a:prstGeom prst="rect">
              <a:avLst/>
            </a:prstGeom>
          </p:spPr>
        </p:pic>
        <p:sp>
          <p:nvSpPr>
            <p:cNvPr id="12" name="object 12"/>
            <p:cNvSpPr/>
            <p:nvPr/>
          </p:nvSpPr>
          <p:spPr>
            <a:xfrm>
              <a:off x="2337816" y="1537716"/>
              <a:ext cx="1152525" cy="353695"/>
            </a:xfrm>
            <a:custGeom>
              <a:avLst/>
              <a:gdLst/>
              <a:ahLst/>
              <a:cxnLst/>
              <a:rect l="l" t="t" r="r" b="b"/>
              <a:pathLst>
                <a:path w="1152525" h="353694">
                  <a:moveTo>
                    <a:pt x="1093216" y="0"/>
                  </a:moveTo>
                  <a:lnTo>
                    <a:pt x="58927" y="0"/>
                  </a:lnTo>
                  <a:lnTo>
                    <a:pt x="36004" y="4635"/>
                  </a:lnTo>
                  <a:lnTo>
                    <a:pt x="17272" y="17272"/>
                  </a:lnTo>
                  <a:lnTo>
                    <a:pt x="4635" y="36004"/>
                  </a:lnTo>
                  <a:lnTo>
                    <a:pt x="0" y="58928"/>
                  </a:lnTo>
                  <a:lnTo>
                    <a:pt x="0" y="294639"/>
                  </a:lnTo>
                  <a:lnTo>
                    <a:pt x="4635" y="317563"/>
                  </a:lnTo>
                  <a:lnTo>
                    <a:pt x="17271" y="336296"/>
                  </a:lnTo>
                  <a:lnTo>
                    <a:pt x="36004" y="348932"/>
                  </a:lnTo>
                  <a:lnTo>
                    <a:pt x="58927" y="353568"/>
                  </a:lnTo>
                  <a:lnTo>
                    <a:pt x="1093216" y="353568"/>
                  </a:lnTo>
                  <a:lnTo>
                    <a:pt x="1116139" y="348932"/>
                  </a:lnTo>
                  <a:lnTo>
                    <a:pt x="1134871" y="336296"/>
                  </a:lnTo>
                  <a:lnTo>
                    <a:pt x="1147508" y="317563"/>
                  </a:lnTo>
                  <a:lnTo>
                    <a:pt x="1152144" y="294639"/>
                  </a:lnTo>
                  <a:lnTo>
                    <a:pt x="1152144" y="58928"/>
                  </a:lnTo>
                  <a:lnTo>
                    <a:pt x="1147508" y="36004"/>
                  </a:lnTo>
                  <a:lnTo>
                    <a:pt x="1134872" y="17272"/>
                  </a:lnTo>
                  <a:lnTo>
                    <a:pt x="1116139" y="4635"/>
                  </a:lnTo>
                  <a:lnTo>
                    <a:pt x="1093216" y="0"/>
                  </a:lnTo>
                  <a:close/>
                </a:path>
              </a:pathLst>
            </a:custGeom>
            <a:solidFill>
              <a:srgbClr val="9CB955"/>
            </a:solidFill>
          </p:spPr>
          <p:txBody>
            <a:bodyPr wrap="square" lIns="0" tIns="0" rIns="0" bIns="0" rtlCol="0"/>
            <a:lstStyle/>
            <a:p>
              <a:endParaRPr/>
            </a:p>
          </p:txBody>
        </p:sp>
        <p:sp>
          <p:nvSpPr>
            <p:cNvPr id="13" name="object 13"/>
            <p:cNvSpPr/>
            <p:nvPr/>
          </p:nvSpPr>
          <p:spPr>
            <a:xfrm>
              <a:off x="2337816" y="1537716"/>
              <a:ext cx="1152525" cy="353695"/>
            </a:xfrm>
            <a:custGeom>
              <a:avLst/>
              <a:gdLst/>
              <a:ahLst/>
              <a:cxnLst/>
              <a:rect l="l" t="t" r="r" b="b"/>
              <a:pathLst>
                <a:path w="1152525" h="353694">
                  <a:moveTo>
                    <a:pt x="0" y="58928"/>
                  </a:moveTo>
                  <a:lnTo>
                    <a:pt x="4635" y="36004"/>
                  </a:lnTo>
                  <a:lnTo>
                    <a:pt x="17272" y="17272"/>
                  </a:lnTo>
                  <a:lnTo>
                    <a:pt x="36004" y="4635"/>
                  </a:lnTo>
                  <a:lnTo>
                    <a:pt x="58927" y="0"/>
                  </a:lnTo>
                  <a:lnTo>
                    <a:pt x="1093216" y="0"/>
                  </a:lnTo>
                  <a:lnTo>
                    <a:pt x="1116139" y="4635"/>
                  </a:lnTo>
                  <a:lnTo>
                    <a:pt x="1134872" y="17272"/>
                  </a:lnTo>
                  <a:lnTo>
                    <a:pt x="1147508" y="36004"/>
                  </a:lnTo>
                  <a:lnTo>
                    <a:pt x="1152144" y="58928"/>
                  </a:lnTo>
                  <a:lnTo>
                    <a:pt x="1152144" y="294639"/>
                  </a:lnTo>
                  <a:lnTo>
                    <a:pt x="1147508" y="317563"/>
                  </a:lnTo>
                  <a:lnTo>
                    <a:pt x="1134871" y="336296"/>
                  </a:lnTo>
                  <a:lnTo>
                    <a:pt x="1116139" y="348932"/>
                  </a:lnTo>
                  <a:lnTo>
                    <a:pt x="1093216" y="353568"/>
                  </a:lnTo>
                  <a:lnTo>
                    <a:pt x="58927" y="353568"/>
                  </a:lnTo>
                  <a:lnTo>
                    <a:pt x="36004" y="348932"/>
                  </a:lnTo>
                  <a:lnTo>
                    <a:pt x="17271" y="336296"/>
                  </a:lnTo>
                  <a:lnTo>
                    <a:pt x="4635" y="317563"/>
                  </a:lnTo>
                  <a:lnTo>
                    <a:pt x="0" y="294639"/>
                  </a:lnTo>
                  <a:lnTo>
                    <a:pt x="0" y="58928"/>
                  </a:lnTo>
                  <a:close/>
                </a:path>
              </a:pathLst>
            </a:custGeom>
            <a:ln w="3175">
              <a:solidFill>
                <a:srgbClr val="FFFFFF"/>
              </a:solidFill>
            </a:ln>
          </p:spPr>
          <p:txBody>
            <a:bodyPr wrap="square" lIns="0" tIns="0" rIns="0" bIns="0" rtlCol="0"/>
            <a:lstStyle/>
            <a:p>
              <a:endParaRPr/>
            </a:p>
          </p:txBody>
        </p:sp>
      </p:grpSp>
      <p:sp>
        <p:nvSpPr>
          <p:cNvPr id="14" name="object 14"/>
          <p:cNvSpPr txBox="1"/>
          <p:nvPr/>
        </p:nvSpPr>
        <p:spPr>
          <a:xfrm>
            <a:off x="2566846" y="2471336"/>
            <a:ext cx="61976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S</a:t>
            </a:r>
            <a:r>
              <a:rPr sz="1200" spc="5" dirty="0">
                <a:solidFill>
                  <a:srgbClr val="FFFFFF"/>
                </a:solidFill>
                <a:latin typeface="Calibri"/>
                <a:cs typeface="Calibri"/>
              </a:rPr>
              <a:t>p</a:t>
            </a:r>
            <a:r>
              <a:rPr sz="1200" dirty="0">
                <a:solidFill>
                  <a:srgbClr val="FFFFFF"/>
                </a:solidFill>
                <a:latin typeface="Calibri"/>
                <a:cs typeface="Calibri"/>
              </a:rPr>
              <a:t>lit</a:t>
            </a:r>
            <a:r>
              <a:rPr sz="1200" spc="-15" dirty="0">
                <a:solidFill>
                  <a:srgbClr val="FFFFFF"/>
                </a:solidFill>
                <a:latin typeface="Calibri"/>
                <a:cs typeface="Calibri"/>
              </a:rPr>
              <a:t> </a:t>
            </a:r>
            <a:r>
              <a:rPr sz="1200" dirty="0">
                <a:solidFill>
                  <a:srgbClr val="FFFFFF"/>
                </a:solidFill>
                <a:latin typeface="Calibri"/>
                <a:cs typeface="Calibri"/>
              </a:rPr>
              <a:t>D</a:t>
            </a:r>
            <a:r>
              <a:rPr sz="1200" spc="-15" dirty="0">
                <a:solidFill>
                  <a:srgbClr val="FFFFFF"/>
                </a:solidFill>
                <a:latin typeface="Calibri"/>
                <a:cs typeface="Calibri"/>
              </a:rPr>
              <a:t>a</a:t>
            </a:r>
            <a:r>
              <a:rPr sz="1200" spc="-10" dirty="0">
                <a:solidFill>
                  <a:srgbClr val="FFFFFF"/>
                </a:solidFill>
                <a:latin typeface="Calibri"/>
                <a:cs typeface="Calibri"/>
              </a:rPr>
              <a:t>t</a:t>
            </a:r>
            <a:r>
              <a:rPr sz="1200" dirty="0">
                <a:solidFill>
                  <a:srgbClr val="FFFFFF"/>
                </a:solidFill>
                <a:latin typeface="Calibri"/>
                <a:cs typeface="Calibri"/>
              </a:rPr>
              <a:t>a</a:t>
            </a:r>
            <a:endParaRPr sz="1200">
              <a:latin typeface="Calibri"/>
              <a:cs typeface="Calibri"/>
            </a:endParaRPr>
          </a:p>
        </p:txBody>
      </p:sp>
      <p:grpSp>
        <p:nvGrpSpPr>
          <p:cNvPr id="15" name="object 15"/>
          <p:cNvGrpSpPr/>
          <p:nvPr/>
        </p:nvGrpSpPr>
        <p:grpSpPr>
          <a:xfrm>
            <a:off x="7530090" y="3073166"/>
            <a:ext cx="1292860" cy="765175"/>
            <a:chOff x="7568141" y="2203681"/>
            <a:chExt cx="1292860" cy="765175"/>
          </a:xfrm>
        </p:grpSpPr>
        <p:pic>
          <p:nvPicPr>
            <p:cNvPr id="16" name="object 16"/>
            <p:cNvPicPr/>
            <p:nvPr/>
          </p:nvPicPr>
          <p:blipFill>
            <a:blip r:embed="rId5" cstate="print"/>
            <a:stretch>
              <a:fillRect/>
            </a:stretch>
          </p:blipFill>
          <p:spPr>
            <a:xfrm>
              <a:off x="7568141" y="2203681"/>
              <a:ext cx="1292436" cy="765106"/>
            </a:xfrm>
            <a:prstGeom prst="rect">
              <a:avLst/>
            </a:prstGeom>
          </p:spPr>
        </p:pic>
        <p:sp>
          <p:nvSpPr>
            <p:cNvPr id="17" name="object 17"/>
            <p:cNvSpPr/>
            <p:nvPr/>
          </p:nvSpPr>
          <p:spPr>
            <a:xfrm>
              <a:off x="7604760" y="2220468"/>
              <a:ext cx="1224280" cy="696595"/>
            </a:xfrm>
            <a:custGeom>
              <a:avLst/>
              <a:gdLst/>
              <a:ahLst/>
              <a:cxnLst/>
              <a:rect l="l" t="t" r="r" b="b"/>
              <a:pathLst>
                <a:path w="1224279" h="696594">
                  <a:moveTo>
                    <a:pt x="1107694" y="0"/>
                  </a:moveTo>
                  <a:lnTo>
                    <a:pt x="116078" y="0"/>
                  </a:lnTo>
                  <a:lnTo>
                    <a:pt x="70883" y="9118"/>
                  </a:lnTo>
                  <a:lnTo>
                    <a:pt x="33988" y="33988"/>
                  </a:lnTo>
                  <a:lnTo>
                    <a:pt x="9118" y="70883"/>
                  </a:lnTo>
                  <a:lnTo>
                    <a:pt x="0" y="116077"/>
                  </a:lnTo>
                  <a:lnTo>
                    <a:pt x="0" y="580389"/>
                  </a:lnTo>
                  <a:lnTo>
                    <a:pt x="9118" y="625584"/>
                  </a:lnTo>
                  <a:lnTo>
                    <a:pt x="33988" y="662479"/>
                  </a:lnTo>
                  <a:lnTo>
                    <a:pt x="70883" y="687349"/>
                  </a:lnTo>
                  <a:lnTo>
                    <a:pt x="116078" y="696468"/>
                  </a:lnTo>
                  <a:lnTo>
                    <a:pt x="1107694" y="696468"/>
                  </a:lnTo>
                  <a:lnTo>
                    <a:pt x="1152888" y="687349"/>
                  </a:lnTo>
                  <a:lnTo>
                    <a:pt x="1189783" y="662479"/>
                  </a:lnTo>
                  <a:lnTo>
                    <a:pt x="1214653" y="625584"/>
                  </a:lnTo>
                  <a:lnTo>
                    <a:pt x="1223772" y="580389"/>
                  </a:lnTo>
                  <a:lnTo>
                    <a:pt x="1223772" y="116077"/>
                  </a:lnTo>
                  <a:lnTo>
                    <a:pt x="1214653" y="70883"/>
                  </a:lnTo>
                  <a:lnTo>
                    <a:pt x="1189783" y="33988"/>
                  </a:lnTo>
                  <a:lnTo>
                    <a:pt x="1152888" y="9118"/>
                  </a:lnTo>
                  <a:lnTo>
                    <a:pt x="1107694" y="0"/>
                  </a:lnTo>
                  <a:close/>
                </a:path>
              </a:pathLst>
            </a:custGeom>
            <a:solidFill>
              <a:srgbClr val="095A82"/>
            </a:solidFill>
          </p:spPr>
          <p:txBody>
            <a:bodyPr wrap="square" lIns="0" tIns="0" rIns="0" bIns="0" rtlCol="0"/>
            <a:lstStyle/>
            <a:p>
              <a:endParaRPr/>
            </a:p>
          </p:txBody>
        </p:sp>
        <p:sp>
          <p:nvSpPr>
            <p:cNvPr id="18" name="object 18"/>
            <p:cNvSpPr/>
            <p:nvPr/>
          </p:nvSpPr>
          <p:spPr>
            <a:xfrm>
              <a:off x="7604760" y="2220468"/>
              <a:ext cx="1224280" cy="696595"/>
            </a:xfrm>
            <a:custGeom>
              <a:avLst/>
              <a:gdLst/>
              <a:ahLst/>
              <a:cxnLst/>
              <a:rect l="l" t="t" r="r" b="b"/>
              <a:pathLst>
                <a:path w="1224279" h="696594">
                  <a:moveTo>
                    <a:pt x="0" y="116077"/>
                  </a:moveTo>
                  <a:lnTo>
                    <a:pt x="9118" y="70883"/>
                  </a:lnTo>
                  <a:lnTo>
                    <a:pt x="33988" y="33988"/>
                  </a:lnTo>
                  <a:lnTo>
                    <a:pt x="70883" y="9118"/>
                  </a:lnTo>
                  <a:lnTo>
                    <a:pt x="116078" y="0"/>
                  </a:lnTo>
                  <a:lnTo>
                    <a:pt x="1107694" y="0"/>
                  </a:lnTo>
                  <a:lnTo>
                    <a:pt x="1152888" y="9118"/>
                  </a:lnTo>
                  <a:lnTo>
                    <a:pt x="1189783" y="33988"/>
                  </a:lnTo>
                  <a:lnTo>
                    <a:pt x="1214653" y="70883"/>
                  </a:lnTo>
                  <a:lnTo>
                    <a:pt x="1223772" y="116077"/>
                  </a:lnTo>
                  <a:lnTo>
                    <a:pt x="1223772" y="580389"/>
                  </a:lnTo>
                  <a:lnTo>
                    <a:pt x="1214653" y="625584"/>
                  </a:lnTo>
                  <a:lnTo>
                    <a:pt x="1189783" y="662479"/>
                  </a:lnTo>
                  <a:lnTo>
                    <a:pt x="1152888" y="687349"/>
                  </a:lnTo>
                  <a:lnTo>
                    <a:pt x="1107694" y="696468"/>
                  </a:lnTo>
                  <a:lnTo>
                    <a:pt x="116078" y="696468"/>
                  </a:lnTo>
                  <a:lnTo>
                    <a:pt x="70883" y="687349"/>
                  </a:lnTo>
                  <a:lnTo>
                    <a:pt x="33988" y="662479"/>
                  </a:lnTo>
                  <a:lnTo>
                    <a:pt x="9118" y="625584"/>
                  </a:lnTo>
                  <a:lnTo>
                    <a:pt x="0" y="580389"/>
                  </a:lnTo>
                  <a:lnTo>
                    <a:pt x="0" y="116077"/>
                  </a:lnTo>
                  <a:close/>
                </a:path>
              </a:pathLst>
            </a:custGeom>
            <a:ln w="6096">
              <a:solidFill>
                <a:srgbClr val="FFFFFF"/>
              </a:solidFill>
            </a:ln>
          </p:spPr>
          <p:txBody>
            <a:bodyPr wrap="square" lIns="0" tIns="0" rIns="0" bIns="0" rtlCol="0"/>
            <a:lstStyle/>
            <a:p>
              <a:endParaRPr/>
            </a:p>
          </p:txBody>
        </p:sp>
      </p:grpSp>
      <p:sp>
        <p:nvSpPr>
          <p:cNvPr id="19" name="object 19"/>
          <p:cNvSpPr txBox="1"/>
          <p:nvPr/>
        </p:nvSpPr>
        <p:spPr>
          <a:xfrm>
            <a:off x="7904529" y="3233666"/>
            <a:ext cx="549910" cy="391795"/>
          </a:xfrm>
          <a:prstGeom prst="rect">
            <a:avLst/>
          </a:prstGeom>
        </p:spPr>
        <p:txBody>
          <a:bodyPr vert="horz" wrap="square" lIns="0" tIns="12700" rIns="0" bIns="0" rtlCol="0">
            <a:spAutoFit/>
          </a:bodyPr>
          <a:lstStyle/>
          <a:p>
            <a:pPr algn="ctr">
              <a:lnSpc>
                <a:spcPct val="100000"/>
              </a:lnSpc>
              <a:spcBef>
                <a:spcPts val="100"/>
              </a:spcBef>
            </a:pPr>
            <a:r>
              <a:rPr sz="1200" dirty="0">
                <a:solidFill>
                  <a:srgbClr val="FFFFFF"/>
                </a:solidFill>
                <a:latin typeface="Calibri"/>
                <a:cs typeface="Calibri"/>
              </a:rPr>
              <a:t>All</a:t>
            </a:r>
            <a:endParaRPr sz="1200">
              <a:latin typeface="Calibri"/>
              <a:cs typeface="Calibri"/>
            </a:endParaRPr>
          </a:p>
          <a:p>
            <a:pPr algn="ctr">
              <a:lnSpc>
                <a:spcPct val="100000"/>
              </a:lnSpc>
              <a:spcBef>
                <a:spcPts val="5"/>
              </a:spcBef>
            </a:pPr>
            <a:r>
              <a:rPr sz="1200" spc="-5" dirty="0">
                <a:solidFill>
                  <a:srgbClr val="FFFFFF"/>
                </a:solidFill>
                <a:latin typeface="Calibri"/>
                <a:cs typeface="Calibri"/>
              </a:rPr>
              <a:t>matches</a:t>
            </a:r>
            <a:endParaRPr sz="1200">
              <a:latin typeface="Calibri"/>
              <a:cs typeface="Calibri"/>
            </a:endParaRPr>
          </a:p>
        </p:txBody>
      </p:sp>
      <p:grpSp>
        <p:nvGrpSpPr>
          <p:cNvPr id="20" name="object 20"/>
          <p:cNvGrpSpPr/>
          <p:nvPr/>
        </p:nvGrpSpPr>
        <p:grpSpPr>
          <a:xfrm>
            <a:off x="2266181" y="2541312"/>
            <a:ext cx="5282565" cy="1708785"/>
            <a:chOff x="2304232" y="1671827"/>
            <a:chExt cx="5282565" cy="1708785"/>
          </a:xfrm>
        </p:grpSpPr>
        <p:sp>
          <p:nvSpPr>
            <p:cNvPr id="21" name="object 21"/>
            <p:cNvSpPr/>
            <p:nvPr/>
          </p:nvSpPr>
          <p:spPr>
            <a:xfrm>
              <a:off x="3540252" y="1671827"/>
              <a:ext cx="431800" cy="581025"/>
            </a:xfrm>
            <a:custGeom>
              <a:avLst/>
              <a:gdLst/>
              <a:ahLst/>
              <a:cxnLst/>
              <a:rect l="l" t="t" r="r" b="b"/>
              <a:pathLst>
                <a:path w="431800" h="581025">
                  <a:moveTo>
                    <a:pt x="431800" y="542544"/>
                  </a:moveTo>
                  <a:lnTo>
                    <a:pt x="419100" y="536194"/>
                  </a:lnTo>
                  <a:lnTo>
                    <a:pt x="355600" y="504444"/>
                  </a:lnTo>
                  <a:lnTo>
                    <a:pt x="355600" y="536194"/>
                  </a:lnTo>
                  <a:lnTo>
                    <a:pt x="0" y="536194"/>
                  </a:lnTo>
                  <a:lnTo>
                    <a:pt x="0" y="548894"/>
                  </a:lnTo>
                  <a:lnTo>
                    <a:pt x="355600" y="548894"/>
                  </a:lnTo>
                  <a:lnTo>
                    <a:pt x="355600" y="580644"/>
                  </a:lnTo>
                  <a:lnTo>
                    <a:pt x="419100" y="548894"/>
                  </a:lnTo>
                  <a:lnTo>
                    <a:pt x="431800" y="542544"/>
                  </a:lnTo>
                  <a:close/>
                </a:path>
                <a:path w="431800" h="581025">
                  <a:moveTo>
                    <a:pt x="431800" y="38100"/>
                  </a:moveTo>
                  <a:lnTo>
                    <a:pt x="419100" y="31750"/>
                  </a:lnTo>
                  <a:lnTo>
                    <a:pt x="355600" y="0"/>
                  </a:lnTo>
                  <a:lnTo>
                    <a:pt x="355600" y="31750"/>
                  </a:lnTo>
                  <a:lnTo>
                    <a:pt x="0" y="31750"/>
                  </a:lnTo>
                  <a:lnTo>
                    <a:pt x="0" y="44450"/>
                  </a:lnTo>
                  <a:lnTo>
                    <a:pt x="355600" y="44450"/>
                  </a:lnTo>
                  <a:lnTo>
                    <a:pt x="355600" y="76200"/>
                  </a:lnTo>
                  <a:lnTo>
                    <a:pt x="419100" y="44450"/>
                  </a:lnTo>
                  <a:lnTo>
                    <a:pt x="431800" y="38100"/>
                  </a:lnTo>
                  <a:close/>
                </a:path>
              </a:pathLst>
            </a:custGeom>
            <a:solidFill>
              <a:srgbClr val="006FC0"/>
            </a:solidFill>
          </p:spPr>
          <p:txBody>
            <a:bodyPr wrap="square" lIns="0" tIns="0" rIns="0" bIns="0" rtlCol="0"/>
            <a:lstStyle/>
            <a:p>
              <a:endParaRPr/>
            </a:p>
          </p:txBody>
        </p:sp>
        <p:pic>
          <p:nvPicPr>
            <p:cNvPr id="22" name="object 22"/>
            <p:cNvPicPr/>
            <p:nvPr/>
          </p:nvPicPr>
          <p:blipFill>
            <a:blip r:embed="rId3" cstate="print"/>
            <a:stretch>
              <a:fillRect/>
            </a:stretch>
          </p:blipFill>
          <p:spPr>
            <a:xfrm>
              <a:off x="2304232" y="1988825"/>
              <a:ext cx="1217800" cy="419126"/>
            </a:xfrm>
            <a:prstGeom prst="rect">
              <a:avLst/>
            </a:prstGeom>
          </p:spPr>
        </p:pic>
        <p:pic>
          <p:nvPicPr>
            <p:cNvPr id="23" name="object 23"/>
            <p:cNvPicPr/>
            <p:nvPr/>
          </p:nvPicPr>
          <p:blipFill>
            <a:blip r:embed="rId6" cstate="print"/>
            <a:stretch>
              <a:fillRect/>
            </a:stretch>
          </p:blipFill>
          <p:spPr>
            <a:xfrm>
              <a:off x="2484119" y="2022386"/>
              <a:ext cx="857999" cy="400773"/>
            </a:xfrm>
            <a:prstGeom prst="rect">
              <a:avLst/>
            </a:prstGeom>
          </p:spPr>
        </p:pic>
        <p:sp>
          <p:nvSpPr>
            <p:cNvPr id="24" name="object 24"/>
            <p:cNvSpPr/>
            <p:nvPr/>
          </p:nvSpPr>
          <p:spPr>
            <a:xfrm>
              <a:off x="2339339" y="2004059"/>
              <a:ext cx="1152525" cy="353695"/>
            </a:xfrm>
            <a:custGeom>
              <a:avLst/>
              <a:gdLst/>
              <a:ahLst/>
              <a:cxnLst/>
              <a:rect l="l" t="t" r="r" b="b"/>
              <a:pathLst>
                <a:path w="1152525" h="353694">
                  <a:moveTo>
                    <a:pt x="1093215" y="0"/>
                  </a:moveTo>
                  <a:lnTo>
                    <a:pt x="58928" y="0"/>
                  </a:lnTo>
                  <a:lnTo>
                    <a:pt x="36004" y="4635"/>
                  </a:lnTo>
                  <a:lnTo>
                    <a:pt x="17272" y="17271"/>
                  </a:lnTo>
                  <a:lnTo>
                    <a:pt x="4635" y="36004"/>
                  </a:lnTo>
                  <a:lnTo>
                    <a:pt x="0" y="58927"/>
                  </a:lnTo>
                  <a:lnTo>
                    <a:pt x="0" y="294639"/>
                  </a:lnTo>
                  <a:lnTo>
                    <a:pt x="4635" y="317563"/>
                  </a:lnTo>
                  <a:lnTo>
                    <a:pt x="17272" y="336295"/>
                  </a:lnTo>
                  <a:lnTo>
                    <a:pt x="36004" y="348932"/>
                  </a:lnTo>
                  <a:lnTo>
                    <a:pt x="58928" y="353567"/>
                  </a:lnTo>
                  <a:lnTo>
                    <a:pt x="1093215" y="353567"/>
                  </a:lnTo>
                  <a:lnTo>
                    <a:pt x="1116139" y="348932"/>
                  </a:lnTo>
                  <a:lnTo>
                    <a:pt x="1134872" y="336295"/>
                  </a:lnTo>
                  <a:lnTo>
                    <a:pt x="1147508" y="317563"/>
                  </a:lnTo>
                  <a:lnTo>
                    <a:pt x="1152144" y="294639"/>
                  </a:lnTo>
                  <a:lnTo>
                    <a:pt x="1152144" y="58927"/>
                  </a:lnTo>
                  <a:lnTo>
                    <a:pt x="1147508" y="36004"/>
                  </a:lnTo>
                  <a:lnTo>
                    <a:pt x="1134872" y="17272"/>
                  </a:lnTo>
                  <a:lnTo>
                    <a:pt x="1116139" y="4635"/>
                  </a:lnTo>
                  <a:lnTo>
                    <a:pt x="1093215" y="0"/>
                  </a:lnTo>
                  <a:close/>
                </a:path>
              </a:pathLst>
            </a:custGeom>
            <a:solidFill>
              <a:srgbClr val="9CB955"/>
            </a:solidFill>
          </p:spPr>
          <p:txBody>
            <a:bodyPr wrap="square" lIns="0" tIns="0" rIns="0" bIns="0" rtlCol="0"/>
            <a:lstStyle/>
            <a:p>
              <a:endParaRPr/>
            </a:p>
          </p:txBody>
        </p:sp>
        <p:sp>
          <p:nvSpPr>
            <p:cNvPr id="25" name="object 25"/>
            <p:cNvSpPr/>
            <p:nvPr/>
          </p:nvSpPr>
          <p:spPr>
            <a:xfrm>
              <a:off x="2339339" y="2004059"/>
              <a:ext cx="1152525" cy="353695"/>
            </a:xfrm>
            <a:custGeom>
              <a:avLst/>
              <a:gdLst/>
              <a:ahLst/>
              <a:cxnLst/>
              <a:rect l="l" t="t" r="r" b="b"/>
              <a:pathLst>
                <a:path w="1152525" h="353694">
                  <a:moveTo>
                    <a:pt x="0" y="58927"/>
                  </a:moveTo>
                  <a:lnTo>
                    <a:pt x="4635" y="36004"/>
                  </a:lnTo>
                  <a:lnTo>
                    <a:pt x="17272" y="17271"/>
                  </a:lnTo>
                  <a:lnTo>
                    <a:pt x="36004" y="4635"/>
                  </a:lnTo>
                  <a:lnTo>
                    <a:pt x="58928" y="0"/>
                  </a:lnTo>
                  <a:lnTo>
                    <a:pt x="1093215" y="0"/>
                  </a:lnTo>
                  <a:lnTo>
                    <a:pt x="1116139" y="4635"/>
                  </a:lnTo>
                  <a:lnTo>
                    <a:pt x="1134872" y="17272"/>
                  </a:lnTo>
                  <a:lnTo>
                    <a:pt x="1147508" y="36004"/>
                  </a:lnTo>
                  <a:lnTo>
                    <a:pt x="1152144" y="58927"/>
                  </a:lnTo>
                  <a:lnTo>
                    <a:pt x="1152144" y="294639"/>
                  </a:lnTo>
                  <a:lnTo>
                    <a:pt x="1147508" y="317563"/>
                  </a:lnTo>
                  <a:lnTo>
                    <a:pt x="1134872" y="336295"/>
                  </a:lnTo>
                  <a:lnTo>
                    <a:pt x="1116139" y="348932"/>
                  </a:lnTo>
                  <a:lnTo>
                    <a:pt x="1093215" y="353567"/>
                  </a:lnTo>
                  <a:lnTo>
                    <a:pt x="58928" y="353567"/>
                  </a:lnTo>
                  <a:lnTo>
                    <a:pt x="36004" y="348932"/>
                  </a:lnTo>
                  <a:lnTo>
                    <a:pt x="17272" y="336295"/>
                  </a:lnTo>
                  <a:lnTo>
                    <a:pt x="4635" y="317563"/>
                  </a:lnTo>
                  <a:lnTo>
                    <a:pt x="0" y="294639"/>
                  </a:lnTo>
                  <a:lnTo>
                    <a:pt x="0" y="58927"/>
                  </a:lnTo>
                  <a:close/>
                </a:path>
              </a:pathLst>
            </a:custGeom>
            <a:ln w="3175">
              <a:solidFill>
                <a:srgbClr val="FFFFFF"/>
              </a:solidFill>
            </a:ln>
          </p:spPr>
          <p:txBody>
            <a:bodyPr wrap="square" lIns="0" tIns="0" rIns="0" bIns="0" rtlCol="0"/>
            <a:lstStyle/>
            <a:p>
              <a:endParaRPr/>
            </a:p>
          </p:txBody>
        </p:sp>
        <p:sp>
          <p:nvSpPr>
            <p:cNvPr id="26" name="object 26"/>
            <p:cNvSpPr/>
            <p:nvPr/>
          </p:nvSpPr>
          <p:spPr>
            <a:xfrm>
              <a:off x="3540252" y="1674875"/>
              <a:ext cx="4046220" cy="1705610"/>
            </a:xfrm>
            <a:custGeom>
              <a:avLst/>
              <a:gdLst/>
              <a:ahLst/>
              <a:cxnLst/>
              <a:rect l="l" t="t" r="r" b="b"/>
              <a:pathLst>
                <a:path w="4046220" h="1705610">
                  <a:moveTo>
                    <a:pt x="431800" y="970788"/>
                  </a:moveTo>
                  <a:lnTo>
                    <a:pt x="419100" y="964438"/>
                  </a:lnTo>
                  <a:lnTo>
                    <a:pt x="355600" y="932688"/>
                  </a:lnTo>
                  <a:lnTo>
                    <a:pt x="355600" y="964438"/>
                  </a:lnTo>
                  <a:lnTo>
                    <a:pt x="0" y="964438"/>
                  </a:lnTo>
                  <a:lnTo>
                    <a:pt x="0" y="977138"/>
                  </a:lnTo>
                  <a:lnTo>
                    <a:pt x="355600" y="977138"/>
                  </a:lnTo>
                  <a:lnTo>
                    <a:pt x="355600" y="1008888"/>
                  </a:lnTo>
                  <a:lnTo>
                    <a:pt x="419100" y="977138"/>
                  </a:lnTo>
                  <a:lnTo>
                    <a:pt x="431800" y="970788"/>
                  </a:lnTo>
                  <a:close/>
                </a:path>
                <a:path w="4046220" h="1705610">
                  <a:moveTo>
                    <a:pt x="439420" y="1664208"/>
                  </a:moveTo>
                  <a:lnTo>
                    <a:pt x="426720" y="1657858"/>
                  </a:lnTo>
                  <a:lnTo>
                    <a:pt x="363220" y="1626108"/>
                  </a:lnTo>
                  <a:lnTo>
                    <a:pt x="363220" y="1657858"/>
                  </a:lnTo>
                  <a:lnTo>
                    <a:pt x="7620" y="1657858"/>
                  </a:lnTo>
                  <a:lnTo>
                    <a:pt x="7620" y="1670558"/>
                  </a:lnTo>
                  <a:lnTo>
                    <a:pt x="363220" y="1670558"/>
                  </a:lnTo>
                  <a:lnTo>
                    <a:pt x="363220" y="1702308"/>
                  </a:lnTo>
                  <a:lnTo>
                    <a:pt x="426720" y="1670558"/>
                  </a:lnTo>
                  <a:lnTo>
                    <a:pt x="439420" y="1664208"/>
                  </a:lnTo>
                  <a:close/>
                </a:path>
                <a:path w="4046220" h="1705610">
                  <a:moveTo>
                    <a:pt x="1913636" y="970788"/>
                  </a:moveTo>
                  <a:lnTo>
                    <a:pt x="1900936" y="964438"/>
                  </a:lnTo>
                  <a:lnTo>
                    <a:pt x="1837436" y="932688"/>
                  </a:lnTo>
                  <a:lnTo>
                    <a:pt x="1837436" y="964438"/>
                  </a:lnTo>
                  <a:lnTo>
                    <a:pt x="1121664" y="964438"/>
                  </a:lnTo>
                  <a:lnTo>
                    <a:pt x="1121664" y="977138"/>
                  </a:lnTo>
                  <a:lnTo>
                    <a:pt x="1837436" y="977138"/>
                  </a:lnTo>
                  <a:lnTo>
                    <a:pt x="1837436" y="1008888"/>
                  </a:lnTo>
                  <a:lnTo>
                    <a:pt x="1900936" y="977138"/>
                  </a:lnTo>
                  <a:lnTo>
                    <a:pt x="1913636" y="970788"/>
                  </a:lnTo>
                  <a:close/>
                </a:path>
                <a:path w="4046220" h="1705610">
                  <a:moveTo>
                    <a:pt x="1913636" y="539496"/>
                  </a:moveTo>
                  <a:lnTo>
                    <a:pt x="1900936" y="533146"/>
                  </a:lnTo>
                  <a:lnTo>
                    <a:pt x="1837436" y="501396"/>
                  </a:lnTo>
                  <a:lnTo>
                    <a:pt x="1837436" y="533146"/>
                  </a:lnTo>
                  <a:lnTo>
                    <a:pt x="1121664" y="533146"/>
                  </a:lnTo>
                  <a:lnTo>
                    <a:pt x="1121664" y="545846"/>
                  </a:lnTo>
                  <a:lnTo>
                    <a:pt x="1837436" y="545846"/>
                  </a:lnTo>
                  <a:lnTo>
                    <a:pt x="1837436" y="577596"/>
                  </a:lnTo>
                  <a:lnTo>
                    <a:pt x="1900936" y="545846"/>
                  </a:lnTo>
                  <a:lnTo>
                    <a:pt x="1913636" y="539496"/>
                  </a:lnTo>
                  <a:close/>
                </a:path>
                <a:path w="4046220" h="1705610">
                  <a:moveTo>
                    <a:pt x="1913636" y="38100"/>
                  </a:moveTo>
                  <a:lnTo>
                    <a:pt x="1900936" y="31750"/>
                  </a:lnTo>
                  <a:lnTo>
                    <a:pt x="1837436" y="0"/>
                  </a:lnTo>
                  <a:lnTo>
                    <a:pt x="1837436" y="31750"/>
                  </a:lnTo>
                  <a:lnTo>
                    <a:pt x="1121664" y="31750"/>
                  </a:lnTo>
                  <a:lnTo>
                    <a:pt x="1121664" y="44450"/>
                  </a:lnTo>
                  <a:lnTo>
                    <a:pt x="1837436" y="44450"/>
                  </a:lnTo>
                  <a:lnTo>
                    <a:pt x="1837436" y="76200"/>
                  </a:lnTo>
                  <a:lnTo>
                    <a:pt x="1900936" y="44450"/>
                  </a:lnTo>
                  <a:lnTo>
                    <a:pt x="1913636" y="38100"/>
                  </a:lnTo>
                  <a:close/>
                </a:path>
                <a:path w="4046220" h="1705610">
                  <a:moveTo>
                    <a:pt x="1921256" y="1667256"/>
                  </a:moveTo>
                  <a:lnTo>
                    <a:pt x="1908556" y="1660906"/>
                  </a:lnTo>
                  <a:lnTo>
                    <a:pt x="1845056" y="1629156"/>
                  </a:lnTo>
                  <a:lnTo>
                    <a:pt x="1845056" y="1660906"/>
                  </a:lnTo>
                  <a:lnTo>
                    <a:pt x="1129284" y="1660906"/>
                  </a:lnTo>
                  <a:lnTo>
                    <a:pt x="1129284" y="1673606"/>
                  </a:lnTo>
                  <a:lnTo>
                    <a:pt x="1845056" y="1673606"/>
                  </a:lnTo>
                  <a:lnTo>
                    <a:pt x="1845056" y="1705356"/>
                  </a:lnTo>
                  <a:lnTo>
                    <a:pt x="1908556" y="1673606"/>
                  </a:lnTo>
                  <a:lnTo>
                    <a:pt x="1921256" y="1667256"/>
                  </a:lnTo>
                  <a:close/>
                </a:path>
                <a:path w="4046220" h="1705610">
                  <a:moveTo>
                    <a:pt x="4046093" y="894588"/>
                  </a:moveTo>
                  <a:lnTo>
                    <a:pt x="4033393" y="888238"/>
                  </a:lnTo>
                  <a:lnTo>
                    <a:pt x="3969893" y="856488"/>
                  </a:lnTo>
                  <a:lnTo>
                    <a:pt x="3969893" y="888238"/>
                  </a:lnTo>
                  <a:lnTo>
                    <a:pt x="2606040" y="888238"/>
                  </a:lnTo>
                  <a:lnTo>
                    <a:pt x="2606040" y="900938"/>
                  </a:lnTo>
                  <a:lnTo>
                    <a:pt x="3969893" y="900938"/>
                  </a:lnTo>
                  <a:lnTo>
                    <a:pt x="3969893" y="932688"/>
                  </a:lnTo>
                  <a:lnTo>
                    <a:pt x="4033393" y="900938"/>
                  </a:lnTo>
                  <a:lnTo>
                    <a:pt x="4046093" y="894588"/>
                  </a:lnTo>
                  <a:close/>
                </a:path>
              </a:pathLst>
            </a:custGeom>
            <a:solidFill>
              <a:srgbClr val="006FC0"/>
            </a:solidFill>
          </p:spPr>
          <p:txBody>
            <a:bodyPr wrap="square" lIns="0" tIns="0" rIns="0" bIns="0" rtlCol="0"/>
            <a:lstStyle/>
            <a:p>
              <a:endParaRPr/>
            </a:p>
          </p:txBody>
        </p:sp>
      </p:grpSp>
      <p:sp>
        <p:nvSpPr>
          <p:cNvPr id="27" name="object 27"/>
          <p:cNvSpPr txBox="1"/>
          <p:nvPr/>
        </p:nvSpPr>
        <p:spPr>
          <a:xfrm>
            <a:off x="2568369" y="2937933"/>
            <a:ext cx="61976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S</a:t>
            </a:r>
            <a:r>
              <a:rPr sz="1200" spc="5" dirty="0">
                <a:solidFill>
                  <a:srgbClr val="FFFFFF"/>
                </a:solidFill>
                <a:latin typeface="Calibri"/>
                <a:cs typeface="Calibri"/>
              </a:rPr>
              <a:t>p</a:t>
            </a:r>
            <a:r>
              <a:rPr sz="1200" dirty="0">
                <a:solidFill>
                  <a:srgbClr val="FFFFFF"/>
                </a:solidFill>
                <a:latin typeface="Calibri"/>
                <a:cs typeface="Calibri"/>
              </a:rPr>
              <a:t>lit</a:t>
            </a:r>
            <a:r>
              <a:rPr sz="1200" spc="-15" dirty="0">
                <a:solidFill>
                  <a:srgbClr val="FFFFFF"/>
                </a:solidFill>
                <a:latin typeface="Calibri"/>
                <a:cs typeface="Calibri"/>
              </a:rPr>
              <a:t> </a:t>
            </a:r>
            <a:r>
              <a:rPr sz="1200" dirty="0">
                <a:solidFill>
                  <a:srgbClr val="FFFFFF"/>
                </a:solidFill>
                <a:latin typeface="Calibri"/>
                <a:cs typeface="Calibri"/>
              </a:rPr>
              <a:t>D</a:t>
            </a:r>
            <a:r>
              <a:rPr sz="1200" spc="-15" dirty="0">
                <a:solidFill>
                  <a:srgbClr val="FFFFFF"/>
                </a:solidFill>
                <a:latin typeface="Calibri"/>
                <a:cs typeface="Calibri"/>
              </a:rPr>
              <a:t>a</a:t>
            </a:r>
            <a:r>
              <a:rPr sz="1200" spc="-10" dirty="0">
                <a:solidFill>
                  <a:srgbClr val="FFFFFF"/>
                </a:solidFill>
                <a:latin typeface="Calibri"/>
                <a:cs typeface="Calibri"/>
              </a:rPr>
              <a:t>t</a:t>
            </a:r>
            <a:r>
              <a:rPr sz="1200" dirty="0">
                <a:solidFill>
                  <a:srgbClr val="FFFFFF"/>
                </a:solidFill>
                <a:latin typeface="Calibri"/>
                <a:cs typeface="Calibri"/>
              </a:rPr>
              <a:t>a</a:t>
            </a:r>
            <a:endParaRPr sz="1200">
              <a:latin typeface="Calibri"/>
              <a:cs typeface="Calibri"/>
            </a:endParaRPr>
          </a:p>
        </p:txBody>
      </p:sp>
      <p:grpSp>
        <p:nvGrpSpPr>
          <p:cNvPr id="28" name="object 28"/>
          <p:cNvGrpSpPr/>
          <p:nvPr/>
        </p:nvGrpSpPr>
        <p:grpSpPr>
          <a:xfrm>
            <a:off x="2257093" y="3280402"/>
            <a:ext cx="1236345" cy="1158875"/>
            <a:chOff x="2295144" y="2410917"/>
            <a:chExt cx="1236345" cy="1158875"/>
          </a:xfrm>
        </p:grpSpPr>
        <p:pic>
          <p:nvPicPr>
            <p:cNvPr id="29" name="object 29"/>
            <p:cNvPicPr/>
            <p:nvPr/>
          </p:nvPicPr>
          <p:blipFill>
            <a:blip r:embed="rId7" cstate="print"/>
            <a:stretch>
              <a:fillRect/>
            </a:stretch>
          </p:blipFill>
          <p:spPr>
            <a:xfrm>
              <a:off x="2295144" y="2410917"/>
              <a:ext cx="1235976" cy="438962"/>
            </a:xfrm>
            <a:prstGeom prst="rect">
              <a:avLst/>
            </a:prstGeom>
          </p:spPr>
        </p:pic>
        <p:pic>
          <p:nvPicPr>
            <p:cNvPr id="30" name="object 30"/>
            <p:cNvPicPr/>
            <p:nvPr/>
          </p:nvPicPr>
          <p:blipFill>
            <a:blip r:embed="rId8" cstate="print"/>
            <a:stretch>
              <a:fillRect/>
            </a:stretch>
          </p:blipFill>
          <p:spPr>
            <a:xfrm>
              <a:off x="2484120" y="2455202"/>
              <a:ext cx="857999" cy="400773"/>
            </a:xfrm>
            <a:prstGeom prst="rect">
              <a:avLst/>
            </a:prstGeom>
          </p:spPr>
        </p:pic>
        <p:sp>
          <p:nvSpPr>
            <p:cNvPr id="31" name="object 31"/>
            <p:cNvSpPr/>
            <p:nvPr/>
          </p:nvSpPr>
          <p:spPr>
            <a:xfrm>
              <a:off x="2339340" y="2435351"/>
              <a:ext cx="1152525" cy="355600"/>
            </a:xfrm>
            <a:custGeom>
              <a:avLst/>
              <a:gdLst/>
              <a:ahLst/>
              <a:cxnLst/>
              <a:rect l="l" t="t" r="r" b="b"/>
              <a:pathLst>
                <a:path w="1152525" h="355600">
                  <a:moveTo>
                    <a:pt x="1092962" y="0"/>
                  </a:moveTo>
                  <a:lnTo>
                    <a:pt x="59182" y="0"/>
                  </a:lnTo>
                  <a:lnTo>
                    <a:pt x="36165" y="4657"/>
                  </a:lnTo>
                  <a:lnTo>
                    <a:pt x="17351" y="17351"/>
                  </a:lnTo>
                  <a:lnTo>
                    <a:pt x="4657" y="36165"/>
                  </a:lnTo>
                  <a:lnTo>
                    <a:pt x="0" y="59181"/>
                  </a:lnTo>
                  <a:lnTo>
                    <a:pt x="0" y="295910"/>
                  </a:lnTo>
                  <a:lnTo>
                    <a:pt x="4657" y="318926"/>
                  </a:lnTo>
                  <a:lnTo>
                    <a:pt x="17351" y="337740"/>
                  </a:lnTo>
                  <a:lnTo>
                    <a:pt x="36165" y="350434"/>
                  </a:lnTo>
                  <a:lnTo>
                    <a:pt x="59182" y="355092"/>
                  </a:lnTo>
                  <a:lnTo>
                    <a:pt x="1092962" y="355092"/>
                  </a:lnTo>
                  <a:lnTo>
                    <a:pt x="1115978" y="350434"/>
                  </a:lnTo>
                  <a:lnTo>
                    <a:pt x="1134792" y="337740"/>
                  </a:lnTo>
                  <a:lnTo>
                    <a:pt x="1147486" y="318926"/>
                  </a:lnTo>
                  <a:lnTo>
                    <a:pt x="1152144" y="295910"/>
                  </a:lnTo>
                  <a:lnTo>
                    <a:pt x="1152144" y="59181"/>
                  </a:lnTo>
                  <a:lnTo>
                    <a:pt x="1147486" y="36165"/>
                  </a:lnTo>
                  <a:lnTo>
                    <a:pt x="1134792" y="17351"/>
                  </a:lnTo>
                  <a:lnTo>
                    <a:pt x="1115978" y="4657"/>
                  </a:lnTo>
                  <a:lnTo>
                    <a:pt x="1092962" y="0"/>
                  </a:lnTo>
                  <a:close/>
                </a:path>
              </a:pathLst>
            </a:custGeom>
            <a:solidFill>
              <a:srgbClr val="9CB955"/>
            </a:solidFill>
          </p:spPr>
          <p:txBody>
            <a:bodyPr wrap="square" lIns="0" tIns="0" rIns="0" bIns="0" rtlCol="0"/>
            <a:lstStyle/>
            <a:p>
              <a:endParaRPr/>
            </a:p>
          </p:txBody>
        </p:sp>
        <p:sp>
          <p:nvSpPr>
            <p:cNvPr id="32" name="object 32"/>
            <p:cNvSpPr/>
            <p:nvPr/>
          </p:nvSpPr>
          <p:spPr>
            <a:xfrm>
              <a:off x="2339340" y="2435351"/>
              <a:ext cx="1152525" cy="355600"/>
            </a:xfrm>
            <a:custGeom>
              <a:avLst/>
              <a:gdLst/>
              <a:ahLst/>
              <a:cxnLst/>
              <a:rect l="l" t="t" r="r" b="b"/>
              <a:pathLst>
                <a:path w="1152525" h="355600">
                  <a:moveTo>
                    <a:pt x="0" y="59181"/>
                  </a:moveTo>
                  <a:lnTo>
                    <a:pt x="4657" y="36165"/>
                  </a:lnTo>
                  <a:lnTo>
                    <a:pt x="17351" y="17351"/>
                  </a:lnTo>
                  <a:lnTo>
                    <a:pt x="36165" y="4657"/>
                  </a:lnTo>
                  <a:lnTo>
                    <a:pt x="59182" y="0"/>
                  </a:lnTo>
                  <a:lnTo>
                    <a:pt x="1092962" y="0"/>
                  </a:lnTo>
                  <a:lnTo>
                    <a:pt x="1115978" y="4657"/>
                  </a:lnTo>
                  <a:lnTo>
                    <a:pt x="1134792" y="17351"/>
                  </a:lnTo>
                  <a:lnTo>
                    <a:pt x="1147486" y="36165"/>
                  </a:lnTo>
                  <a:lnTo>
                    <a:pt x="1152144" y="59181"/>
                  </a:lnTo>
                  <a:lnTo>
                    <a:pt x="1152144" y="295910"/>
                  </a:lnTo>
                  <a:lnTo>
                    <a:pt x="1147486" y="318926"/>
                  </a:lnTo>
                  <a:lnTo>
                    <a:pt x="1134792" y="337740"/>
                  </a:lnTo>
                  <a:lnTo>
                    <a:pt x="1115978" y="350434"/>
                  </a:lnTo>
                  <a:lnTo>
                    <a:pt x="1092962" y="355092"/>
                  </a:lnTo>
                  <a:lnTo>
                    <a:pt x="59182" y="355092"/>
                  </a:lnTo>
                  <a:lnTo>
                    <a:pt x="36165" y="350434"/>
                  </a:lnTo>
                  <a:lnTo>
                    <a:pt x="17351" y="337740"/>
                  </a:lnTo>
                  <a:lnTo>
                    <a:pt x="4657" y="318926"/>
                  </a:lnTo>
                  <a:lnTo>
                    <a:pt x="0" y="295910"/>
                  </a:lnTo>
                  <a:lnTo>
                    <a:pt x="0" y="59181"/>
                  </a:lnTo>
                  <a:close/>
                </a:path>
              </a:pathLst>
            </a:custGeom>
            <a:ln w="3175">
              <a:solidFill>
                <a:srgbClr val="FFFFFF"/>
              </a:solidFill>
            </a:ln>
          </p:spPr>
          <p:txBody>
            <a:bodyPr wrap="square" lIns="0" tIns="0" rIns="0" bIns="0" rtlCol="0"/>
            <a:lstStyle/>
            <a:p>
              <a:endParaRPr/>
            </a:p>
          </p:txBody>
        </p:sp>
        <p:pic>
          <p:nvPicPr>
            <p:cNvPr id="33" name="object 33"/>
            <p:cNvPicPr/>
            <p:nvPr/>
          </p:nvPicPr>
          <p:blipFill>
            <a:blip r:embed="rId3" cstate="print"/>
            <a:stretch>
              <a:fillRect/>
            </a:stretch>
          </p:blipFill>
          <p:spPr>
            <a:xfrm>
              <a:off x="2304232" y="3134873"/>
              <a:ext cx="1217800" cy="419126"/>
            </a:xfrm>
            <a:prstGeom prst="rect">
              <a:avLst/>
            </a:prstGeom>
          </p:spPr>
        </p:pic>
        <p:pic>
          <p:nvPicPr>
            <p:cNvPr id="34" name="object 34"/>
            <p:cNvPicPr/>
            <p:nvPr/>
          </p:nvPicPr>
          <p:blipFill>
            <a:blip r:embed="rId9" cstate="print"/>
            <a:stretch>
              <a:fillRect/>
            </a:stretch>
          </p:blipFill>
          <p:spPr>
            <a:xfrm>
              <a:off x="2484120" y="3168434"/>
              <a:ext cx="857999" cy="400773"/>
            </a:xfrm>
            <a:prstGeom prst="rect">
              <a:avLst/>
            </a:prstGeom>
          </p:spPr>
        </p:pic>
        <p:sp>
          <p:nvSpPr>
            <p:cNvPr id="35" name="object 35"/>
            <p:cNvSpPr/>
            <p:nvPr/>
          </p:nvSpPr>
          <p:spPr>
            <a:xfrm>
              <a:off x="2339340" y="3150107"/>
              <a:ext cx="1152525" cy="353695"/>
            </a:xfrm>
            <a:custGeom>
              <a:avLst/>
              <a:gdLst/>
              <a:ahLst/>
              <a:cxnLst/>
              <a:rect l="l" t="t" r="r" b="b"/>
              <a:pathLst>
                <a:path w="1152525" h="353695">
                  <a:moveTo>
                    <a:pt x="1093215" y="0"/>
                  </a:moveTo>
                  <a:lnTo>
                    <a:pt x="58928" y="0"/>
                  </a:lnTo>
                  <a:lnTo>
                    <a:pt x="36004" y="4635"/>
                  </a:lnTo>
                  <a:lnTo>
                    <a:pt x="17272" y="17272"/>
                  </a:lnTo>
                  <a:lnTo>
                    <a:pt x="4635" y="36004"/>
                  </a:lnTo>
                  <a:lnTo>
                    <a:pt x="0" y="58928"/>
                  </a:lnTo>
                  <a:lnTo>
                    <a:pt x="0" y="294640"/>
                  </a:lnTo>
                  <a:lnTo>
                    <a:pt x="4635" y="317563"/>
                  </a:lnTo>
                  <a:lnTo>
                    <a:pt x="17272" y="336295"/>
                  </a:lnTo>
                  <a:lnTo>
                    <a:pt x="36004" y="348932"/>
                  </a:lnTo>
                  <a:lnTo>
                    <a:pt x="58928" y="353568"/>
                  </a:lnTo>
                  <a:lnTo>
                    <a:pt x="1093215" y="353568"/>
                  </a:lnTo>
                  <a:lnTo>
                    <a:pt x="1116139" y="348932"/>
                  </a:lnTo>
                  <a:lnTo>
                    <a:pt x="1134872" y="336296"/>
                  </a:lnTo>
                  <a:lnTo>
                    <a:pt x="1147508" y="317563"/>
                  </a:lnTo>
                  <a:lnTo>
                    <a:pt x="1152144" y="294640"/>
                  </a:lnTo>
                  <a:lnTo>
                    <a:pt x="1152144" y="58928"/>
                  </a:lnTo>
                  <a:lnTo>
                    <a:pt x="1147508" y="36004"/>
                  </a:lnTo>
                  <a:lnTo>
                    <a:pt x="1134872" y="17272"/>
                  </a:lnTo>
                  <a:lnTo>
                    <a:pt x="1116139" y="4635"/>
                  </a:lnTo>
                  <a:lnTo>
                    <a:pt x="1093215" y="0"/>
                  </a:lnTo>
                  <a:close/>
                </a:path>
              </a:pathLst>
            </a:custGeom>
            <a:solidFill>
              <a:srgbClr val="9CB955"/>
            </a:solidFill>
          </p:spPr>
          <p:txBody>
            <a:bodyPr wrap="square" lIns="0" tIns="0" rIns="0" bIns="0" rtlCol="0"/>
            <a:lstStyle/>
            <a:p>
              <a:endParaRPr/>
            </a:p>
          </p:txBody>
        </p:sp>
        <p:sp>
          <p:nvSpPr>
            <p:cNvPr id="36" name="object 36"/>
            <p:cNvSpPr/>
            <p:nvPr/>
          </p:nvSpPr>
          <p:spPr>
            <a:xfrm>
              <a:off x="2339340" y="3150107"/>
              <a:ext cx="1152525" cy="353695"/>
            </a:xfrm>
            <a:custGeom>
              <a:avLst/>
              <a:gdLst/>
              <a:ahLst/>
              <a:cxnLst/>
              <a:rect l="l" t="t" r="r" b="b"/>
              <a:pathLst>
                <a:path w="1152525" h="353695">
                  <a:moveTo>
                    <a:pt x="0" y="58928"/>
                  </a:moveTo>
                  <a:lnTo>
                    <a:pt x="4635" y="36004"/>
                  </a:lnTo>
                  <a:lnTo>
                    <a:pt x="17272" y="17272"/>
                  </a:lnTo>
                  <a:lnTo>
                    <a:pt x="36004" y="4635"/>
                  </a:lnTo>
                  <a:lnTo>
                    <a:pt x="58928" y="0"/>
                  </a:lnTo>
                  <a:lnTo>
                    <a:pt x="1093215" y="0"/>
                  </a:lnTo>
                  <a:lnTo>
                    <a:pt x="1116139" y="4635"/>
                  </a:lnTo>
                  <a:lnTo>
                    <a:pt x="1134872" y="17272"/>
                  </a:lnTo>
                  <a:lnTo>
                    <a:pt x="1147508" y="36004"/>
                  </a:lnTo>
                  <a:lnTo>
                    <a:pt x="1152144" y="58928"/>
                  </a:lnTo>
                  <a:lnTo>
                    <a:pt x="1152144" y="294640"/>
                  </a:lnTo>
                  <a:lnTo>
                    <a:pt x="1147508" y="317563"/>
                  </a:lnTo>
                  <a:lnTo>
                    <a:pt x="1134872" y="336296"/>
                  </a:lnTo>
                  <a:lnTo>
                    <a:pt x="1116139" y="348932"/>
                  </a:lnTo>
                  <a:lnTo>
                    <a:pt x="1093215" y="353568"/>
                  </a:lnTo>
                  <a:lnTo>
                    <a:pt x="58928" y="353568"/>
                  </a:lnTo>
                  <a:lnTo>
                    <a:pt x="36004" y="348932"/>
                  </a:lnTo>
                  <a:lnTo>
                    <a:pt x="17272" y="336295"/>
                  </a:lnTo>
                  <a:lnTo>
                    <a:pt x="4635" y="317563"/>
                  </a:lnTo>
                  <a:lnTo>
                    <a:pt x="0" y="294640"/>
                  </a:lnTo>
                  <a:lnTo>
                    <a:pt x="0" y="58928"/>
                  </a:lnTo>
                  <a:close/>
                </a:path>
              </a:pathLst>
            </a:custGeom>
            <a:ln w="3175">
              <a:solidFill>
                <a:srgbClr val="FFFFFF"/>
              </a:solidFill>
            </a:ln>
          </p:spPr>
          <p:txBody>
            <a:bodyPr wrap="square" lIns="0" tIns="0" rIns="0" bIns="0" rtlCol="0"/>
            <a:lstStyle/>
            <a:p>
              <a:endParaRPr/>
            </a:p>
          </p:txBody>
        </p:sp>
      </p:grpSp>
      <p:sp>
        <p:nvSpPr>
          <p:cNvPr id="37" name="object 37"/>
          <p:cNvSpPr txBox="1"/>
          <p:nvPr/>
        </p:nvSpPr>
        <p:spPr>
          <a:xfrm>
            <a:off x="2568369" y="3331899"/>
            <a:ext cx="619760" cy="961390"/>
          </a:xfrm>
          <a:prstGeom prst="rect">
            <a:avLst/>
          </a:prstGeom>
        </p:spPr>
        <p:txBody>
          <a:bodyPr vert="horz" wrap="square" lIns="0" tIns="50165" rIns="0" bIns="0" rtlCol="0">
            <a:spAutoFit/>
          </a:bodyPr>
          <a:lstStyle/>
          <a:p>
            <a:pPr algn="ctr">
              <a:lnSpc>
                <a:spcPct val="100000"/>
              </a:lnSpc>
              <a:spcBef>
                <a:spcPts val="395"/>
              </a:spcBef>
            </a:pPr>
            <a:r>
              <a:rPr sz="1200" spc="-5" dirty="0">
                <a:solidFill>
                  <a:srgbClr val="FFFFFF"/>
                </a:solidFill>
                <a:latin typeface="Calibri"/>
                <a:cs typeface="Calibri"/>
              </a:rPr>
              <a:t>S</a:t>
            </a:r>
            <a:r>
              <a:rPr sz="1200" dirty="0">
                <a:solidFill>
                  <a:srgbClr val="FFFFFF"/>
                </a:solidFill>
                <a:latin typeface="Calibri"/>
                <a:cs typeface="Calibri"/>
              </a:rPr>
              <a:t>plit</a:t>
            </a:r>
            <a:r>
              <a:rPr sz="1200" spc="-20" dirty="0">
                <a:solidFill>
                  <a:srgbClr val="FFFFFF"/>
                </a:solidFill>
                <a:latin typeface="Calibri"/>
                <a:cs typeface="Calibri"/>
              </a:rPr>
              <a:t> </a:t>
            </a:r>
            <a:r>
              <a:rPr sz="1200" dirty="0">
                <a:solidFill>
                  <a:srgbClr val="FFFFFF"/>
                </a:solidFill>
                <a:latin typeface="Calibri"/>
                <a:cs typeface="Calibri"/>
              </a:rPr>
              <a:t>D</a:t>
            </a:r>
            <a:r>
              <a:rPr sz="1200" spc="-15" dirty="0">
                <a:solidFill>
                  <a:srgbClr val="FFFFFF"/>
                </a:solidFill>
                <a:latin typeface="Calibri"/>
                <a:cs typeface="Calibri"/>
              </a:rPr>
              <a:t>a</a:t>
            </a:r>
            <a:r>
              <a:rPr sz="1200" spc="-10" dirty="0">
                <a:solidFill>
                  <a:srgbClr val="FFFFFF"/>
                </a:solidFill>
                <a:latin typeface="Calibri"/>
                <a:cs typeface="Calibri"/>
              </a:rPr>
              <a:t>t</a:t>
            </a:r>
            <a:r>
              <a:rPr sz="1200" dirty="0">
                <a:solidFill>
                  <a:srgbClr val="FFFFFF"/>
                </a:solidFill>
                <a:latin typeface="Calibri"/>
                <a:cs typeface="Calibri"/>
              </a:rPr>
              <a:t>a</a:t>
            </a:r>
            <a:endParaRPr sz="1200">
              <a:latin typeface="Calibri"/>
              <a:cs typeface="Calibri"/>
            </a:endParaRPr>
          </a:p>
          <a:p>
            <a:pPr algn="ctr">
              <a:lnSpc>
                <a:spcPct val="100000"/>
              </a:lnSpc>
              <a:spcBef>
                <a:spcPts val="545"/>
              </a:spcBef>
            </a:pPr>
            <a:r>
              <a:rPr sz="2200" b="1" spc="-5" dirty="0">
                <a:solidFill>
                  <a:srgbClr val="252525"/>
                </a:solidFill>
                <a:latin typeface="Tahoma"/>
                <a:cs typeface="Tahoma"/>
              </a:rPr>
              <a:t>:</a:t>
            </a:r>
            <a:endParaRPr sz="2200">
              <a:latin typeface="Tahoma"/>
              <a:cs typeface="Tahoma"/>
            </a:endParaRPr>
          </a:p>
          <a:p>
            <a:pPr algn="ctr">
              <a:lnSpc>
                <a:spcPct val="100000"/>
              </a:lnSpc>
              <a:spcBef>
                <a:spcPts val="1005"/>
              </a:spcBef>
            </a:pPr>
            <a:r>
              <a:rPr sz="1200" spc="-5" dirty="0">
                <a:solidFill>
                  <a:srgbClr val="FFFFFF"/>
                </a:solidFill>
                <a:latin typeface="Calibri"/>
                <a:cs typeface="Calibri"/>
              </a:rPr>
              <a:t>S</a:t>
            </a:r>
            <a:r>
              <a:rPr sz="1200" spc="5" dirty="0">
                <a:solidFill>
                  <a:srgbClr val="FFFFFF"/>
                </a:solidFill>
                <a:latin typeface="Calibri"/>
                <a:cs typeface="Calibri"/>
              </a:rPr>
              <a:t>p</a:t>
            </a:r>
            <a:r>
              <a:rPr sz="1200" dirty="0">
                <a:solidFill>
                  <a:srgbClr val="FFFFFF"/>
                </a:solidFill>
                <a:latin typeface="Calibri"/>
                <a:cs typeface="Calibri"/>
              </a:rPr>
              <a:t>lit</a:t>
            </a:r>
            <a:r>
              <a:rPr sz="1200" spc="-15" dirty="0">
                <a:solidFill>
                  <a:srgbClr val="FFFFFF"/>
                </a:solidFill>
                <a:latin typeface="Calibri"/>
                <a:cs typeface="Calibri"/>
              </a:rPr>
              <a:t> </a:t>
            </a:r>
            <a:r>
              <a:rPr sz="1200" dirty="0">
                <a:solidFill>
                  <a:srgbClr val="FFFFFF"/>
                </a:solidFill>
                <a:latin typeface="Calibri"/>
                <a:cs typeface="Calibri"/>
              </a:rPr>
              <a:t>D</a:t>
            </a:r>
            <a:r>
              <a:rPr sz="1200" spc="-15" dirty="0">
                <a:solidFill>
                  <a:srgbClr val="FFFFFF"/>
                </a:solidFill>
                <a:latin typeface="Calibri"/>
                <a:cs typeface="Calibri"/>
              </a:rPr>
              <a:t>a</a:t>
            </a:r>
            <a:r>
              <a:rPr sz="1200" spc="-10" dirty="0">
                <a:solidFill>
                  <a:srgbClr val="FFFFFF"/>
                </a:solidFill>
                <a:latin typeface="Calibri"/>
                <a:cs typeface="Calibri"/>
              </a:rPr>
              <a:t>t</a:t>
            </a:r>
            <a:r>
              <a:rPr sz="1200" dirty="0">
                <a:solidFill>
                  <a:srgbClr val="FFFFFF"/>
                </a:solidFill>
                <a:latin typeface="Calibri"/>
                <a:cs typeface="Calibri"/>
              </a:rPr>
              <a:t>a</a:t>
            </a:r>
            <a:endParaRPr sz="1200">
              <a:latin typeface="Calibri"/>
              <a:cs typeface="Calibri"/>
            </a:endParaRPr>
          </a:p>
        </p:txBody>
      </p:sp>
      <p:grpSp>
        <p:nvGrpSpPr>
          <p:cNvPr id="38" name="object 38"/>
          <p:cNvGrpSpPr/>
          <p:nvPr/>
        </p:nvGrpSpPr>
        <p:grpSpPr>
          <a:xfrm>
            <a:off x="3931969" y="2312712"/>
            <a:ext cx="2216150" cy="2127885"/>
            <a:chOff x="3970020" y="1443227"/>
            <a:chExt cx="2216150" cy="2127885"/>
          </a:xfrm>
        </p:grpSpPr>
        <p:pic>
          <p:nvPicPr>
            <p:cNvPr id="39" name="object 39"/>
            <p:cNvPicPr/>
            <p:nvPr/>
          </p:nvPicPr>
          <p:blipFill>
            <a:blip r:embed="rId10" cstate="print"/>
            <a:stretch>
              <a:fillRect/>
            </a:stretch>
          </p:blipFill>
          <p:spPr>
            <a:xfrm>
              <a:off x="3970020" y="1443227"/>
              <a:ext cx="725436" cy="2127504"/>
            </a:xfrm>
            <a:prstGeom prst="rect">
              <a:avLst/>
            </a:prstGeom>
          </p:spPr>
        </p:pic>
        <p:sp>
          <p:nvSpPr>
            <p:cNvPr id="40" name="object 40"/>
            <p:cNvSpPr/>
            <p:nvPr/>
          </p:nvSpPr>
          <p:spPr>
            <a:xfrm>
              <a:off x="4014216" y="1467611"/>
              <a:ext cx="641985" cy="2044064"/>
            </a:xfrm>
            <a:custGeom>
              <a:avLst/>
              <a:gdLst/>
              <a:ahLst/>
              <a:cxnLst/>
              <a:rect l="l" t="t" r="r" b="b"/>
              <a:pathLst>
                <a:path w="641985" h="2044064">
                  <a:moveTo>
                    <a:pt x="534670" y="0"/>
                  </a:moveTo>
                  <a:lnTo>
                    <a:pt x="106934" y="0"/>
                  </a:lnTo>
                  <a:lnTo>
                    <a:pt x="65311" y="8403"/>
                  </a:lnTo>
                  <a:lnTo>
                    <a:pt x="31321" y="31321"/>
                  </a:lnTo>
                  <a:lnTo>
                    <a:pt x="8403" y="65311"/>
                  </a:lnTo>
                  <a:lnTo>
                    <a:pt x="0" y="106934"/>
                  </a:lnTo>
                  <a:lnTo>
                    <a:pt x="0" y="1936750"/>
                  </a:lnTo>
                  <a:lnTo>
                    <a:pt x="8403" y="1978372"/>
                  </a:lnTo>
                  <a:lnTo>
                    <a:pt x="31321" y="2012362"/>
                  </a:lnTo>
                  <a:lnTo>
                    <a:pt x="65311" y="2035280"/>
                  </a:lnTo>
                  <a:lnTo>
                    <a:pt x="106934" y="2043683"/>
                  </a:lnTo>
                  <a:lnTo>
                    <a:pt x="534670" y="2043683"/>
                  </a:lnTo>
                  <a:lnTo>
                    <a:pt x="576292" y="2035280"/>
                  </a:lnTo>
                  <a:lnTo>
                    <a:pt x="610282" y="2012362"/>
                  </a:lnTo>
                  <a:lnTo>
                    <a:pt x="633200" y="1978372"/>
                  </a:lnTo>
                  <a:lnTo>
                    <a:pt x="641604" y="1936750"/>
                  </a:lnTo>
                  <a:lnTo>
                    <a:pt x="641604" y="106934"/>
                  </a:lnTo>
                  <a:lnTo>
                    <a:pt x="633200" y="65311"/>
                  </a:lnTo>
                  <a:lnTo>
                    <a:pt x="610282" y="31321"/>
                  </a:lnTo>
                  <a:lnTo>
                    <a:pt x="576292" y="8403"/>
                  </a:lnTo>
                  <a:lnTo>
                    <a:pt x="534670" y="0"/>
                  </a:lnTo>
                  <a:close/>
                </a:path>
              </a:pathLst>
            </a:custGeom>
            <a:solidFill>
              <a:srgbClr val="16A995"/>
            </a:solidFill>
          </p:spPr>
          <p:txBody>
            <a:bodyPr wrap="square" lIns="0" tIns="0" rIns="0" bIns="0" rtlCol="0"/>
            <a:lstStyle/>
            <a:p>
              <a:endParaRPr/>
            </a:p>
          </p:txBody>
        </p:sp>
        <p:sp>
          <p:nvSpPr>
            <p:cNvPr id="41" name="object 41"/>
            <p:cNvSpPr/>
            <p:nvPr/>
          </p:nvSpPr>
          <p:spPr>
            <a:xfrm>
              <a:off x="4014216" y="1467611"/>
              <a:ext cx="641985" cy="2044064"/>
            </a:xfrm>
            <a:custGeom>
              <a:avLst/>
              <a:gdLst/>
              <a:ahLst/>
              <a:cxnLst/>
              <a:rect l="l" t="t" r="r" b="b"/>
              <a:pathLst>
                <a:path w="641985" h="2044064">
                  <a:moveTo>
                    <a:pt x="0" y="106934"/>
                  </a:moveTo>
                  <a:lnTo>
                    <a:pt x="8403" y="65311"/>
                  </a:lnTo>
                  <a:lnTo>
                    <a:pt x="31321" y="31321"/>
                  </a:lnTo>
                  <a:lnTo>
                    <a:pt x="65311" y="8403"/>
                  </a:lnTo>
                  <a:lnTo>
                    <a:pt x="106934" y="0"/>
                  </a:lnTo>
                  <a:lnTo>
                    <a:pt x="534670" y="0"/>
                  </a:lnTo>
                  <a:lnTo>
                    <a:pt x="576292" y="8403"/>
                  </a:lnTo>
                  <a:lnTo>
                    <a:pt x="610282" y="31321"/>
                  </a:lnTo>
                  <a:lnTo>
                    <a:pt x="633200" y="65311"/>
                  </a:lnTo>
                  <a:lnTo>
                    <a:pt x="641604" y="106934"/>
                  </a:lnTo>
                  <a:lnTo>
                    <a:pt x="641604" y="1936750"/>
                  </a:lnTo>
                  <a:lnTo>
                    <a:pt x="633200" y="1978372"/>
                  </a:lnTo>
                  <a:lnTo>
                    <a:pt x="610282" y="2012362"/>
                  </a:lnTo>
                  <a:lnTo>
                    <a:pt x="576292" y="2035280"/>
                  </a:lnTo>
                  <a:lnTo>
                    <a:pt x="534670" y="2043683"/>
                  </a:lnTo>
                  <a:lnTo>
                    <a:pt x="106934" y="2043683"/>
                  </a:lnTo>
                  <a:lnTo>
                    <a:pt x="65311" y="2035280"/>
                  </a:lnTo>
                  <a:lnTo>
                    <a:pt x="31321" y="2012362"/>
                  </a:lnTo>
                  <a:lnTo>
                    <a:pt x="8403" y="1978372"/>
                  </a:lnTo>
                  <a:lnTo>
                    <a:pt x="0" y="1936750"/>
                  </a:lnTo>
                  <a:lnTo>
                    <a:pt x="0" y="106934"/>
                  </a:lnTo>
                  <a:close/>
                </a:path>
              </a:pathLst>
            </a:custGeom>
            <a:ln w="3175">
              <a:solidFill>
                <a:srgbClr val="FFFFFF"/>
              </a:solidFill>
            </a:ln>
          </p:spPr>
          <p:txBody>
            <a:bodyPr wrap="square" lIns="0" tIns="0" rIns="0" bIns="0" rtlCol="0"/>
            <a:lstStyle/>
            <a:p>
              <a:endParaRPr/>
            </a:p>
          </p:txBody>
        </p:sp>
        <p:pic>
          <p:nvPicPr>
            <p:cNvPr id="42" name="object 42"/>
            <p:cNvPicPr/>
            <p:nvPr/>
          </p:nvPicPr>
          <p:blipFill>
            <a:blip r:embed="rId10" cstate="print"/>
            <a:stretch>
              <a:fillRect/>
            </a:stretch>
          </p:blipFill>
          <p:spPr>
            <a:xfrm>
              <a:off x="5460492" y="1443227"/>
              <a:ext cx="725436" cy="2127504"/>
            </a:xfrm>
            <a:prstGeom prst="rect">
              <a:avLst/>
            </a:prstGeom>
          </p:spPr>
        </p:pic>
        <p:sp>
          <p:nvSpPr>
            <p:cNvPr id="43" name="object 43"/>
            <p:cNvSpPr/>
            <p:nvPr/>
          </p:nvSpPr>
          <p:spPr>
            <a:xfrm>
              <a:off x="5504688" y="1467611"/>
              <a:ext cx="641985" cy="2044064"/>
            </a:xfrm>
            <a:custGeom>
              <a:avLst/>
              <a:gdLst/>
              <a:ahLst/>
              <a:cxnLst/>
              <a:rect l="l" t="t" r="r" b="b"/>
              <a:pathLst>
                <a:path w="641985" h="2044064">
                  <a:moveTo>
                    <a:pt x="534670" y="0"/>
                  </a:moveTo>
                  <a:lnTo>
                    <a:pt x="106934" y="0"/>
                  </a:lnTo>
                  <a:lnTo>
                    <a:pt x="65311" y="8403"/>
                  </a:lnTo>
                  <a:lnTo>
                    <a:pt x="31321" y="31321"/>
                  </a:lnTo>
                  <a:lnTo>
                    <a:pt x="8403" y="65311"/>
                  </a:lnTo>
                  <a:lnTo>
                    <a:pt x="0" y="106934"/>
                  </a:lnTo>
                  <a:lnTo>
                    <a:pt x="0" y="1936750"/>
                  </a:lnTo>
                  <a:lnTo>
                    <a:pt x="8403" y="1978372"/>
                  </a:lnTo>
                  <a:lnTo>
                    <a:pt x="31321" y="2012362"/>
                  </a:lnTo>
                  <a:lnTo>
                    <a:pt x="65311" y="2035280"/>
                  </a:lnTo>
                  <a:lnTo>
                    <a:pt x="106934" y="2043683"/>
                  </a:lnTo>
                  <a:lnTo>
                    <a:pt x="534670" y="2043683"/>
                  </a:lnTo>
                  <a:lnTo>
                    <a:pt x="576292" y="2035280"/>
                  </a:lnTo>
                  <a:lnTo>
                    <a:pt x="610282" y="2012362"/>
                  </a:lnTo>
                  <a:lnTo>
                    <a:pt x="633200" y="1978372"/>
                  </a:lnTo>
                  <a:lnTo>
                    <a:pt x="641603" y="1936750"/>
                  </a:lnTo>
                  <a:lnTo>
                    <a:pt x="641603" y="106934"/>
                  </a:lnTo>
                  <a:lnTo>
                    <a:pt x="633200" y="65311"/>
                  </a:lnTo>
                  <a:lnTo>
                    <a:pt x="610282" y="31321"/>
                  </a:lnTo>
                  <a:lnTo>
                    <a:pt x="576292" y="8403"/>
                  </a:lnTo>
                  <a:lnTo>
                    <a:pt x="534670" y="0"/>
                  </a:lnTo>
                  <a:close/>
                </a:path>
              </a:pathLst>
            </a:custGeom>
            <a:solidFill>
              <a:srgbClr val="16A995"/>
            </a:solidFill>
          </p:spPr>
          <p:txBody>
            <a:bodyPr wrap="square" lIns="0" tIns="0" rIns="0" bIns="0" rtlCol="0"/>
            <a:lstStyle/>
            <a:p>
              <a:endParaRPr/>
            </a:p>
          </p:txBody>
        </p:sp>
        <p:sp>
          <p:nvSpPr>
            <p:cNvPr id="44" name="object 44"/>
            <p:cNvSpPr/>
            <p:nvPr/>
          </p:nvSpPr>
          <p:spPr>
            <a:xfrm>
              <a:off x="5504688" y="1467611"/>
              <a:ext cx="641985" cy="2044064"/>
            </a:xfrm>
            <a:custGeom>
              <a:avLst/>
              <a:gdLst/>
              <a:ahLst/>
              <a:cxnLst/>
              <a:rect l="l" t="t" r="r" b="b"/>
              <a:pathLst>
                <a:path w="641985" h="2044064">
                  <a:moveTo>
                    <a:pt x="0" y="106934"/>
                  </a:moveTo>
                  <a:lnTo>
                    <a:pt x="8403" y="65311"/>
                  </a:lnTo>
                  <a:lnTo>
                    <a:pt x="31321" y="31321"/>
                  </a:lnTo>
                  <a:lnTo>
                    <a:pt x="65311" y="8403"/>
                  </a:lnTo>
                  <a:lnTo>
                    <a:pt x="106934" y="0"/>
                  </a:lnTo>
                  <a:lnTo>
                    <a:pt x="534670" y="0"/>
                  </a:lnTo>
                  <a:lnTo>
                    <a:pt x="576292" y="8403"/>
                  </a:lnTo>
                  <a:lnTo>
                    <a:pt x="610282" y="31321"/>
                  </a:lnTo>
                  <a:lnTo>
                    <a:pt x="633200" y="65311"/>
                  </a:lnTo>
                  <a:lnTo>
                    <a:pt x="641603" y="106934"/>
                  </a:lnTo>
                  <a:lnTo>
                    <a:pt x="641603" y="1936750"/>
                  </a:lnTo>
                  <a:lnTo>
                    <a:pt x="633200" y="1978372"/>
                  </a:lnTo>
                  <a:lnTo>
                    <a:pt x="610282" y="2012362"/>
                  </a:lnTo>
                  <a:lnTo>
                    <a:pt x="576292" y="2035280"/>
                  </a:lnTo>
                  <a:lnTo>
                    <a:pt x="534670" y="2043683"/>
                  </a:lnTo>
                  <a:lnTo>
                    <a:pt x="106934" y="2043683"/>
                  </a:lnTo>
                  <a:lnTo>
                    <a:pt x="65311" y="2035280"/>
                  </a:lnTo>
                  <a:lnTo>
                    <a:pt x="31321" y="2012362"/>
                  </a:lnTo>
                  <a:lnTo>
                    <a:pt x="8403" y="1978372"/>
                  </a:lnTo>
                  <a:lnTo>
                    <a:pt x="0" y="1936750"/>
                  </a:lnTo>
                  <a:lnTo>
                    <a:pt x="0" y="106934"/>
                  </a:lnTo>
                  <a:close/>
                </a:path>
              </a:pathLst>
            </a:custGeom>
            <a:ln w="3175">
              <a:solidFill>
                <a:srgbClr val="FFFFFF"/>
              </a:solidFill>
            </a:ln>
          </p:spPr>
          <p:txBody>
            <a:bodyPr wrap="square" lIns="0" tIns="0" rIns="0" bIns="0" rtlCol="0"/>
            <a:lstStyle/>
            <a:p>
              <a:endParaRPr/>
            </a:p>
          </p:txBody>
        </p:sp>
      </p:grpSp>
      <p:sp>
        <p:nvSpPr>
          <p:cNvPr id="45" name="object 45"/>
          <p:cNvSpPr txBox="1"/>
          <p:nvPr/>
        </p:nvSpPr>
        <p:spPr>
          <a:xfrm>
            <a:off x="4197271" y="3021195"/>
            <a:ext cx="178435" cy="666750"/>
          </a:xfrm>
          <a:prstGeom prst="rect">
            <a:avLst/>
          </a:prstGeom>
        </p:spPr>
        <p:txBody>
          <a:bodyPr vert="horz" wrap="square" lIns="0" tIns="13335" rIns="0" bIns="0" rtlCol="0">
            <a:spAutoFit/>
          </a:bodyPr>
          <a:lstStyle/>
          <a:p>
            <a:pPr marL="36830" marR="5080" indent="-24765" algn="just">
              <a:lnSpc>
                <a:spcPct val="100000"/>
              </a:lnSpc>
              <a:spcBef>
                <a:spcPts val="105"/>
              </a:spcBef>
            </a:pPr>
            <a:r>
              <a:rPr sz="1400" dirty="0">
                <a:solidFill>
                  <a:srgbClr val="FFFFFF"/>
                </a:solidFill>
                <a:latin typeface="Calibri"/>
                <a:cs typeface="Calibri"/>
              </a:rPr>
              <a:t>M  A </a:t>
            </a:r>
            <a:r>
              <a:rPr sz="1400" spc="-305" dirty="0">
                <a:solidFill>
                  <a:srgbClr val="FFFFFF"/>
                </a:solidFill>
                <a:latin typeface="Calibri"/>
                <a:cs typeface="Calibri"/>
              </a:rPr>
              <a:t> </a:t>
            </a:r>
            <a:r>
              <a:rPr sz="1400" dirty="0">
                <a:solidFill>
                  <a:srgbClr val="FFFFFF"/>
                </a:solidFill>
                <a:latin typeface="Calibri"/>
                <a:cs typeface="Calibri"/>
              </a:rPr>
              <a:t>P</a:t>
            </a:r>
            <a:endParaRPr sz="1400">
              <a:latin typeface="Calibri"/>
              <a:cs typeface="Calibri"/>
            </a:endParaRPr>
          </a:p>
        </p:txBody>
      </p:sp>
      <p:sp>
        <p:nvSpPr>
          <p:cNvPr id="49" name="object 49"/>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46" name="object 46"/>
          <p:cNvSpPr txBox="1"/>
          <p:nvPr/>
        </p:nvSpPr>
        <p:spPr>
          <a:xfrm>
            <a:off x="5745275" y="2685026"/>
            <a:ext cx="122555" cy="24002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FFFFFF"/>
                </a:solidFill>
                <a:latin typeface="Calibri"/>
                <a:cs typeface="Calibri"/>
              </a:rPr>
              <a:t>R</a:t>
            </a:r>
            <a:endParaRPr sz="1400">
              <a:latin typeface="Calibri"/>
              <a:cs typeface="Calibri"/>
            </a:endParaRPr>
          </a:p>
        </p:txBody>
      </p:sp>
      <p:sp>
        <p:nvSpPr>
          <p:cNvPr id="47" name="object 47"/>
          <p:cNvSpPr txBox="1"/>
          <p:nvPr/>
        </p:nvSpPr>
        <p:spPr>
          <a:xfrm>
            <a:off x="5736131" y="2898945"/>
            <a:ext cx="140335" cy="1092835"/>
          </a:xfrm>
          <a:prstGeom prst="rect">
            <a:avLst/>
          </a:prstGeom>
        </p:spPr>
        <p:txBody>
          <a:bodyPr vert="horz" wrap="square" lIns="0" tIns="12700" rIns="0" bIns="0" rtlCol="0">
            <a:spAutoFit/>
          </a:bodyPr>
          <a:lstStyle/>
          <a:p>
            <a:pPr marL="12700" marR="5080" indent="13335" algn="just">
              <a:lnSpc>
                <a:spcPct val="100000"/>
              </a:lnSpc>
              <a:spcBef>
                <a:spcPts val="100"/>
              </a:spcBef>
            </a:pPr>
            <a:r>
              <a:rPr sz="1400" dirty="0">
                <a:solidFill>
                  <a:srgbClr val="FFFFFF"/>
                </a:solidFill>
                <a:latin typeface="Calibri"/>
                <a:cs typeface="Calibri"/>
              </a:rPr>
              <a:t>E  D  U  C </a:t>
            </a:r>
            <a:r>
              <a:rPr sz="1400" spc="-305" dirty="0">
                <a:solidFill>
                  <a:srgbClr val="FFFFFF"/>
                </a:solidFill>
                <a:latin typeface="Calibri"/>
                <a:cs typeface="Calibri"/>
              </a:rPr>
              <a:t> </a:t>
            </a:r>
            <a:r>
              <a:rPr sz="1400" dirty="0">
                <a:solidFill>
                  <a:srgbClr val="FFFFFF"/>
                </a:solidFill>
                <a:latin typeface="Calibri"/>
                <a:cs typeface="Calibri"/>
              </a:rPr>
              <a:t>E</a:t>
            </a:r>
            <a:endParaRPr sz="1400">
              <a:latin typeface="Calibri"/>
              <a:cs typeface="Calibri"/>
            </a:endParaRPr>
          </a:p>
        </p:txBody>
      </p:sp>
      <p:sp>
        <p:nvSpPr>
          <p:cNvPr id="48" name="object 48"/>
          <p:cNvSpPr txBox="1">
            <a:spLocks noGrp="1"/>
          </p:cNvSpPr>
          <p:nvPr>
            <p:ph type="title"/>
          </p:nvPr>
        </p:nvSpPr>
        <p:spPr>
          <a:xfrm>
            <a:off x="471017" y="324053"/>
            <a:ext cx="2540635"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MapReduce</a:t>
            </a:r>
            <a:r>
              <a:rPr spc="-40" dirty="0">
                <a:solidFill>
                  <a:srgbClr val="095A82"/>
                </a:solidFill>
              </a:rPr>
              <a:t> </a:t>
            </a:r>
            <a:r>
              <a:rPr spc="-10" dirty="0">
                <a:solidFill>
                  <a:srgbClr val="095A82"/>
                </a:solidFill>
              </a:rPr>
              <a:t>Way</a:t>
            </a:r>
          </a:p>
        </p:txBody>
      </p:sp>
      <p:sp>
        <p:nvSpPr>
          <p:cNvPr id="50" name="object 3">
            <a:extLst>
              <a:ext uri="{FF2B5EF4-FFF2-40B4-BE49-F238E27FC236}">
                <a16:creationId xmlns:a16="http://schemas.microsoft.com/office/drawing/2014/main" id="{A706ED18-B058-9D75-FC3E-CA5AC67A01ED}"/>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51" name="Rectangle 50">
            <a:extLst>
              <a:ext uri="{FF2B5EF4-FFF2-40B4-BE49-F238E27FC236}">
                <a16:creationId xmlns:a16="http://schemas.microsoft.com/office/drawing/2014/main" id="{1EDED364-E61E-F438-9464-7C8A06382E50}"/>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3" name="TextBox 52">
            <a:extLst>
              <a:ext uri="{FF2B5EF4-FFF2-40B4-BE49-F238E27FC236}">
                <a16:creationId xmlns:a16="http://schemas.microsoft.com/office/drawing/2014/main" id="{CDC9D2DF-352F-B50B-1AEA-3DAEE4CAD404}"/>
              </a:ext>
            </a:extLst>
          </p:cNvPr>
          <p:cNvSpPr txBox="1"/>
          <p:nvPr/>
        </p:nvSpPr>
        <p:spPr>
          <a:xfrm>
            <a:off x="152400" y="854713"/>
            <a:ext cx="8748150" cy="1477328"/>
          </a:xfrm>
          <a:prstGeom prst="rect">
            <a:avLst/>
          </a:prstGeom>
          <a:noFill/>
        </p:spPr>
        <p:txBody>
          <a:bodyPr wrap="square">
            <a:spAutoFit/>
          </a:bodyPr>
          <a:lstStyle/>
          <a:p>
            <a:pPr marL="285750" indent="-285750" algn="l">
              <a:buFont typeface="Arial" panose="020B0604020202020204" pitchFamily="34" charset="0"/>
              <a:buChar char="•"/>
            </a:pPr>
            <a:r>
              <a:rPr lang="en-US" sz="1800" b="0" i="0" u="none" strike="noStrike" baseline="0" dirty="0">
                <a:latin typeface="MinionPro-Regular"/>
              </a:rPr>
              <a:t>MapReduce works by breaking the processing into two phases: the map phase and the reduce phase. </a:t>
            </a:r>
          </a:p>
          <a:p>
            <a:pPr marL="285750" indent="-285750" algn="l">
              <a:buFont typeface="Arial" panose="020B0604020202020204" pitchFamily="34" charset="0"/>
              <a:buChar char="•"/>
            </a:pPr>
            <a:r>
              <a:rPr lang="en-US" sz="1800" b="0" i="0" u="none" strike="noStrike" baseline="0" dirty="0">
                <a:latin typeface="MinionPro-Regular"/>
              </a:rPr>
              <a:t>Each phase has key-value pairs as input and output, the types of which may be chosen by the programmer. </a:t>
            </a:r>
          </a:p>
          <a:p>
            <a:pPr marL="285750" indent="-285750" algn="l">
              <a:buFont typeface="Arial" panose="020B0604020202020204" pitchFamily="34" charset="0"/>
              <a:buChar char="•"/>
            </a:pPr>
            <a:r>
              <a:rPr lang="en-US" sz="1800" b="0" i="0" u="none" strike="noStrike" baseline="0" dirty="0">
                <a:latin typeface="MinionPro-Regular"/>
              </a:rPr>
              <a:t>The programmer also specifies two functions: the map function and the reduce function.</a:t>
            </a:r>
            <a:endParaRPr lang="en-IN" dirty="0"/>
          </a:p>
        </p:txBody>
      </p:sp>
    </p:spTree>
    <p:extLst>
      <p:ext uri="{BB962C8B-B14F-4D97-AF65-F5344CB8AC3E}">
        <p14:creationId xmlns:p14="http://schemas.microsoft.com/office/powerpoint/2010/main" val="21700801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DCE2E3"/>
          </a:solidFill>
        </p:spPr>
        <p:txBody>
          <a:bodyPr wrap="square" lIns="0" tIns="0" rIns="0" bIns="0" rtlCol="0"/>
          <a:lstStyle/>
          <a:p>
            <a:endParaRPr/>
          </a:p>
        </p:txBody>
      </p:sp>
      <p:sp>
        <p:nvSpPr>
          <p:cNvPr id="3" name="object 3"/>
          <p:cNvSpPr/>
          <p:nvPr/>
        </p:nvSpPr>
        <p:spPr>
          <a:xfrm>
            <a:off x="7315200" y="0"/>
            <a:ext cx="1243965" cy="1554480"/>
          </a:xfrm>
          <a:custGeom>
            <a:avLst/>
            <a:gdLst/>
            <a:ahLst/>
            <a:cxnLst/>
            <a:rect l="l" t="t" r="r" b="b"/>
            <a:pathLst>
              <a:path w="1243965" h="1554480">
                <a:moveTo>
                  <a:pt x="1243584" y="0"/>
                </a:moveTo>
                <a:lnTo>
                  <a:pt x="0" y="0"/>
                </a:lnTo>
                <a:lnTo>
                  <a:pt x="0" y="1065276"/>
                </a:lnTo>
                <a:lnTo>
                  <a:pt x="0" y="1095756"/>
                </a:lnTo>
                <a:lnTo>
                  <a:pt x="0" y="1554480"/>
                </a:lnTo>
                <a:lnTo>
                  <a:pt x="621068" y="1096175"/>
                </a:lnTo>
                <a:lnTo>
                  <a:pt x="1243584" y="1554480"/>
                </a:lnTo>
                <a:lnTo>
                  <a:pt x="1243584" y="1095756"/>
                </a:lnTo>
                <a:lnTo>
                  <a:pt x="1243584" y="1065276"/>
                </a:lnTo>
                <a:lnTo>
                  <a:pt x="1243584" y="0"/>
                </a:lnTo>
                <a:close/>
              </a:path>
            </a:pathLst>
          </a:custGeom>
          <a:solidFill>
            <a:srgbClr val="095A82"/>
          </a:solidFill>
        </p:spPr>
        <p:txBody>
          <a:bodyPr wrap="square" lIns="0" tIns="0" rIns="0" bIns="0" rtlCol="0"/>
          <a:lstStyle/>
          <a:p>
            <a:endParaRPr/>
          </a:p>
        </p:txBody>
      </p:sp>
      <p:pic>
        <p:nvPicPr>
          <p:cNvPr id="5" name="object 5"/>
          <p:cNvPicPr/>
          <p:nvPr/>
        </p:nvPicPr>
        <p:blipFill>
          <a:blip r:embed="rId2" cstate="print"/>
          <a:stretch>
            <a:fillRect/>
          </a:stretch>
        </p:blipFill>
        <p:spPr>
          <a:xfrm>
            <a:off x="528827" y="4725927"/>
            <a:ext cx="1138428" cy="417572"/>
          </a:xfrm>
          <a:prstGeom prst="rect">
            <a:avLst/>
          </a:prstGeom>
        </p:spPr>
      </p:pic>
      <p:sp>
        <p:nvSpPr>
          <p:cNvPr id="7" name="object 7"/>
          <p:cNvSpPr txBox="1">
            <a:spLocks noGrp="1"/>
          </p:cNvSpPr>
          <p:nvPr>
            <p:ph type="title"/>
          </p:nvPr>
        </p:nvSpPr>
        <p:spPr>
          <a:xfrm>
            <a:off x="2934461" y="2323591"/>
            <a:ext cx="3272790" cy="452120"/>
          </a:xfrm>
          <a:prstGeom prst="rect">
            <a:avLst/>
          </a:prstGeom>
        </p:spPr>
        <p:txBody>
          <a:bodyPr vert="horz" wrap="square" lIns="0" tIns="12065" rIns="0" bIns="0" rtlCol="0">
            <a:spAutoFit/>
          </a:bodyPr>
          <a:lstStyle/>
          <a:p>
            <a:pPr marL="12700">
              <a:lnSpc>
                <a:spcPct val="100000"/>
              </a:lnSpc>
              <a:spcBef>
                <a:spcPts val="95"/>
              </a:spcBef>
            </a:pPr>
            <a:r>
              <a:rPr spc="-10" dirty="0"/>
              <a:t>MapReduce</a:t>
            </a:r>
            <a:r>
              <a:rPr spc="-5" dirty="0"/>
              <a:t> </a:t>
            </a:r>
            <a:r>
              <a:rPr spc="-10" dirty="0"/>
              <a:t>Paradigm</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4" name="object 3">
            <a:extLst>
              <a:ext uri="{FF2B5EF4-FFF2-40B4-BE49-F238E27FC236}">
                <a16:creationId xmlns:a16="http://schemas.microsoft.com/office/drawing/2014/main" id="{8CD99CFB-05B8-A5BD-14CA-5F394A54658F}"/>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 name="Rectangle 5">
            <a:extLst>
              <a:ext uri="{FF2B5EF4-FFF2-40B4-BE49-F238E27FC236}">
                <a16:creationId xmlns:a16="http://schemas.microsoft.com/office/drawing/2014/main" id="{2774EF82-E0AC-27A1-144D-8C51AD7A28D2}"/>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21067540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3" name="object 3"/>
          <p:cNvSpPr txBox="1"/>
          <p:nvPr/>
        </p:nvSpPr>
        <p:spPr>
          <a:xfrm>
            <a:off x="2634233" y="933069"/>
            <a:ext cx="5014850" cy="687070"/>
          </a:xfrm>
          <a:prstGeom prst="rect">
            <a:avLst/>
          </a:prstGeom>
        </p:spPr>
        <p:txBody>
          <a:bodyPr vert="horz" wrap="square" lIns="0" tIns="13335" rIns="0" bIns="0" rtlCol="0">
            <a:spAutoFit/>
          </a:bodyPr>
          <a:lstStyle/>
          <a:p>
            <a:pPr marL="279400">
              <a:lnSpc>
                <a:spcPct val="100000"/>
              </a:lnSpc>
              <a:spcBef>
                <a:spcPts val="105"/>
              </a:spcBef>
            </a:pPr>
            <a:r>
              <a:rPr sz="1400" b="1" spc="-5" dirty="0">
                <a:solidFill>
                  <a:srgbClr val="5F5F5F"/>
                </a:solidFill>
                <a:latin typeface="Calibri"/>
                <a:cs typeface="Calibri"/>
              </a:rPr>
              <a:t>The</a:t>
            </a:r>
            <a:r>
              <a:rPr sz="1400" b="1" spc="-30" dirty="0">
                <a:solidFill>
                  <a:srgbClr val="5F5F5F"/>
                </a:solidFill>
                <a:latin typeface="Calibri"/>
                <a:cs typeface="Calibri"/>
              </a:rPr>
              <a:t> </a:t>
            </a:r>
            <a:r>
              <a:rPr sz="1400" b="1" spc="-10" dirty="0">
                <a:solidFill>
                  <a:srgbClr val="5F5F5F"/>
                </a:solidFill>
                <a:latin typeface="Calibri"/>
                <a:cs typeface="Calibri"/>
              </a:rPr>
              <a:t>Overall</a:t>
            </a:r>
            <a:r>
              <a:rPr sz="1400" b="1" dirty="0">
                <a:solidFill>
                  <a:srgbClr val="5F5F5F"/>
                </a:solidFill>
                <a:latin typeface="Calibri"/>
                <a:cs typeface="Calibri"/>
              </a:rPr>
              <a:t> </a:t>
            </a:r>
            <a:r>
              <a:rPr sz="1400" b="1" spc="-5" dirty="0">
                <a:solidFill>
                  <a:srgbClr val="5F5F5F"/>
                </a:solidFill>
                <a:latin typeface="Calibri"/>
                <a:cs typeface="Calibri"/>
              </a:rPr>
              <a:t>MapReduce</a:t>
            </a:r>
            <a:r>
              <a:rPr sz="1400" b="1" spc="-50" dirty="0">
                <a:solidFill>
                  <a:srgbClr val="5F5F5F"/>
                </a:solidFill>
                <a:latin typeface="Calibri"/>
                <a:cs typeface="Calibri"/>
              </a:rPr>
              <a:t> </a:t>
            </a:r>
            <a:r>
              <a:rPr sz="1400" b="1" spc="-20" dirty="0">
                <a:solidFill>
                  <a:srgbClr val="5F5F5F"/>
                </a:solidFill>
                <a:latin typeface="Calibri"/>
                <a:cs typeface="Calibri"/>
              </a:rPr>
              <a:t>Word</a:t>
            </a:r>
            <a:r>
              <a:rPr sz="1400" b="1" spc="-15" dirty="0">
                <a:solidFill>
                  <a:srgbClr val="5F5F5F"/>
                </a:solidFill>
                <a:latin typeface="Calibri"/>
                <a:cs typeface="Calibri"/>
              </a:rPr>
              <a:t> </a:t>
            </a:r>
            <a:r>
              <a:rPr sz="1400" b="1" spc="-5" dirty="0">
                <a:solidFill>
                  <a:srgbClr val="5F5F5F"/>
                </a:solidFill>
                <a:latin typeface="Calibri"/>
                <a:cs typeface="Calibri"/>
              </a:rPr>
              <a:t>Count</a:t>
            </a:r>
            <a:r>
              <a:rPr sz="1400" b="1" spc="-30" dirty="0">
                <a:solidFill>
                  <a:srgbClr val="5F5F5F"/>
                </a:solidFill>
                <a:latin typeface="Calibri"/>
                <a:cs typeface="Calibri"/>
              </a:rPr>
              <a:t> </a:t>
            </a:r>
            <a:r>
              <a:rPr sz="1400" b="1" spc="-5" dirty="0">
                <a:solidFill>
                  <a:srgbClr val="5F5F5F"/>
                </a:solidFill>
                <a:latin typeface="Calibri"/>
                <a:cs typeface="Calibri"/>
              </a:rPr>
              <a:t>Process</a:t>
            </a:r>
            <a:endParaRPr sz="1400" dirty="0">
              <a:latin typeface="Calibri"/>
              <a:cs typeface="Calibri"/>
            </a:endParaRPr>
          </a:p>
          <a:p>
            <a:pPr>
              <a:lnSpc>
                <a:spcPct val="100000"/>
              </a:lnSpc>
              <a:spcBef>
                <a:spcPts val="5"/>
              </a:spcBef>
            </a:pPr>
            <a:endParaRPr sz="1700" dirty="0">
              <a:latin typeface="Calibri"/>
              <a:cs typeface="Calibri"/>
            </a:endParaRPr>
          </a:p>
          <a:p>
            <a:pPr marL="12700">
              <a:lnSpc>
                <a:spcPct val="100000"/>
              </a:lnSpc>
              <a:tabLst>
                <a:tab pos="1288415" algn="l"/>
                <a:tab pos="2806065" algn="l"/>
              </a:tabLst>
            </a:pPr>
            <a:r>
              <a:rPr sz="1200" spc="-5" dirty="0">
                <a:solidFill>
                  <a:srgbClr val="252525"/>
                </a:solidFill>
                <a:latin typeface="Calibri"/>
                <a:cs typeface="Calibri"/>
              </a:rPr>
              <a:t>Splitting	Mappin</a:t>
            </a:r>
            <a:r>
              <a:rPr lang="en-IN" sz="1200" spc="-5" dirty="0">
                <a:solidFill>
                  <a:srgbClr val="252525"/>
                </a:solidFill>
                <a:latin typeface="Calibri"/>
                <a:cs typeface="Calibri"/>
              </a:rPr>
              <a:t>g                    </a:t>
            </a:r>
            <a:r>
              <a:rPr lang="en-US" sz="1200" spc="-5" dirty="0">
                <a:solidFill>
                  <a:srgbClr val="252525"/>
                </a:solidFill>
                <a:latin typeface="Calibri"/>
                <a:cs typeface="Calibri"/>
              </a:rPr>
              <a:t>Sort &amp; </a:t>
            </a:r>
            <a:r>
              <a:rPr sz="1200" spc="-5" dirty="0">
                <a:solidFill>
                  <a:srgbClr val="252525"/>
                </a:solidFill>
                <a:latin typeface="Calibri"/>
                <a:cs typeface="Calibri"/>
              </a:rPr>
              <a:t>Shuffling</a:t>
            </a:r>
            <a:endParaRPr sz="1200" dirty="0">
              <a:latin typeface="Calibri"/>
              <a:cs typeface="Calibri"/>
            </a:endParaRPr>
          </a:p>
        </p:txBody>
      </p:sp>
      <p:grpSp>
        <p:nvGrpSpPr>
          <p:cNvPr id="4" name="object 4"/>
          <p:cNvGrpSpPr/>
          <p:nvPr/>
        </p:nvGrpSpPr>
        <p:grpSpPr>
          <a:xfrm>
            <a:off x="2250948" y="2174709"/>
            <a:ext cx="1611630" cy="1102360"/>
            <a:chOff x="2250948" y="2174709"/>
            <a:chExt cx="1611630" cy="1102360"/>
          </a:xfrm>
        </p:grpSpPr>
        <p:sp>
          <p:nvSpPr>
            <p:cNvPr id="5" name="object 5"/>
            <p:cNvSpPr/>
            <p:nvPr/>
          </p:nvSpPr>
          <p:spPr>
            <a:xfrm>
              <a:off x="3308604" y="2308859"/>
              <a:ext cx="554355" cy="76200"/>
            </a:xfrm>
            <a:custGeom>
              <a:avLst/>
              <a:gdLst/>
              <a:ahLst/>
              <a:cxnLst/>
              <a:rect l="l" t="t" r="r" b="b"/>
              <a:pathLst>
                <a:path w="554354" h="76200">
                  <a:moveTo>
                    <a:pt x="477774" y="0"/>
                  </a:moveTo>
                  <a:lnTo>
                    <a:pt x="477774" y="76200"/>
                  </a:lnTo>
                  <a:lnTo>
                    <a:pt x="541274" y="44450"/>
                  </a:lnTo>
                  <a:lnTo>
                    <a:pt x="490474" y="44450"/>
                  </a:lnTo>
                  <a:lnTo>
                    <a:pt x="490474" y="31750"/>
                  </a:lnTo>
                  <a:lnTo>
                    <a:pt x="541274" y="31750"/>
                  </a:lnTo>
                  <a:lnTo>
                    <a:pt x="477774" y="0"/>
                  </a:lnTo>
                  <a:close/>
                </a:path>
                <a:path w="554354" h="76200">
                  <a:moveTo>
                    <a:pt x="477774" y="31750"/>
                  </a:moveTo>
                  <a:lnTo>
                    <a:pt x="0" y="31750"/>
                  </a:lnTo>
                  <a:lnTo>
                    <a:pt x="0" y="44450"/>
                  </a:lnTo>
                  <a:lnTo>
                    <a:pt x="477774" y="44450"/>
                  </a:lnTo>
                  <a:lnTo>
                    <a:pt x="477774" y="31750"/>
                  </a:lnTo>
                  <a:close/>
                </a:path>
                <a:path w="554354" h="76200">
                  <a:moveTo>
                    <a:pt x="541274" y="31750"/>
                  </a:moveTo>
                  <a:lnTo>
                    <a:pt x="490474" y="31750"/>
                  </a:lnTo>
                  <a:lnTo>
                    <a:pt x="490474" y="44450"/>
                  </a:lnTo>
                  <a:lnTo>
                    <a:pt x="541274" y="44450"/>
                  </a:lnTo>
                  <a:lnTo>
                    <a:pt x="553974" y="38100"/>
                  </a:lnTo>
                  <a:lnTo>
                    <a:pt x="541274" y="31750"/>
                  </a:lnTo>
                  <a:close/>
                </a:path>
              </a:pathLst>
            </a:custGeom>
            <a:solidFill>
              <a:srgbClr val="006FC0"/>
            </a:solidFill>
          </p:spPr>
          <p:txBody>
            <a:bodyPr wrap="square" lIns="0" tIns="0" rIns="0" bIns="0" rtlCol="0"/>
            <a:lstStyle/>
            <a:p>
              <a:endParaRPr/>
            </a:p>
          </p:txBody>
        </p:sp>
        <p:pic>
          <p:nvPicPr>
            <p:cNvPr id="6" name="object 6"/>
            <p:cNvPicPr/>
            <p:nvPr/>
          </p:nvPicPr>
          <p:blipFill>
            <a:blip r:embed="rId2" cstate="print"/>
            <a:stretch>
              <a:fillRect/>
            </a:stretch>
          </p:blipFill>
          <p:spPr>
            <a:xfrm>
              <a:off x="2250948" y="2174709"/>
              <a:ext cx="1310639" cy="358178"/>
            </a:xfrm>
            <a:prstGeom prst="rect">
              <a:avLst/>
            </a:prstGeom>
          </p:spPr>
        </p:pic>
        <p:pic>
          <p:nvPicPr>
            <p:cNvPr id="7" name="object 7"/>
            <p:cNvPicPr/>
            <p:nvPr/>
          </p:nvPicPr>
          <p:blipFill>
            <a:blip r:embed="rId3" cstate="print"/>
            <a:stretch>
              <a:fillRect/>
            </a:stretch>
          </p:blipFill>
          <p:spPr>
            <a:xfrm>
              <a:off x="2292096" y="2177834"/>
              <a:ext cx="1229868" cy="400773"/>
            </a:xfrm>
            <a:prstGeom prst="rect">
              <a:avLst/>
            </a:prstGeom>
          </p:spPr>
        </p:pic>
        <p:sp>
          <p:nvSpPr>
            <p:cNvPr id="8" name="object 8"/>
            <p:cNvSpPr/>
            <p:nvPr/>
          </p:nvSpPr>
          <p:spPr>
            <a:xfrm>
              <a:off x="2296668" y="2200655"/>
              <a:ext cx="1224280" cy="271780"/>
            </a:xfrm>
            <a:custGeom>
              <a:avLst/>
              <a:gdLst/>
              <a:ahLst/>
              <a:cxnLst/>
              <a:rect l="l" t="t" r="r" b="b"/>
              <a:pathLst>
                <a:path w="1224279" h="271780">
                  <a:moveTo>
                    <a:pt x="1178559" y="0"/>
                  </a:moveTo>
                  <a:lnTo>
                    <a:pt x="45212" y="0"/>
                  </a:lnTo>
                  <a:lnTo>
                    <a:pt x="27592" y="3546"/>
                  </a:lnTo>
                  <a:lnTo>
                    <a:pt x="13223" y="13223"/>
                  </a:lnTo>
                  <a:lnTo>
                    <a:pt x="3546" y="27592"/>
                  </a:lnTo>
                  <a:lnTo>
                    <a:pt x="0" y="45212"/>
                  </a:lnTo>
                  <a:lnTo>
                    <a:pt x="0" y="226060"/>
                  </a:lnTo>
                  <a:lnTo>
                    <a:pt x="3546" y="243679"/>
                  </a:lnTo>
                  <a:lnTo>
                    <a:pt x="13223" y="258048"/>
                  </a:lnTo>
                  <a:lnTo>
                    <a:pt x="27592" y="267725"/>
                  </a:lnTo>
                  <a:lnTo>
                    <a:pt x="45212" y="271271"/>
                  </a:lnTo>
                  <a:lnTo>
                    <a:pt x="1178559" y="271271"/>
                  </a:lnTo>
                  <a:lnTo>
                    <a:pt x="1196179" y="267725"/>
                  </a:lnTo>
                  <a:lnTo>
                    <a:pt x="1210548" y="258048"/>
                  </a:lnTo>
                  <a:lnTo>
                    <a:pt x="1220225" y="243679"/>
                  </a:lnTo>
                  <a:lnTo>
                    <a:pt x="1223771" y="226060"/>
                  </a:lnTo>
                  <a:lnTo>
                    <a:pt x="1223771" y="45212"/>
                  </a:lnTo>
                  <a:lnTo>
                    <a:pt x="1220225" y="27592"/>
                  </a:lnTo>
                  <a:lnTo>
                    <a:pt x="1210548" y="13223"/>
                  </a:lnTo>
                  <a:lnTo>
                    <a:pt x="1196179" y="3546"/>
                  </a:lnTo>
                  <a:lnTo>
                    <a:pt x="1178559" y="0"/>
                  </a:lnTo>
                  <a:close/>
                </a:path>
              </a:pathLst>
            </a:custGeom>
            <a:solidFill>
              <a:srgbClr val="FB4436"/>
            </a:solidFill>
          </p:spPr>
          <p:txBody>
            <a:bodyPr wrap="square" lIns="0" tIns="0" rIns="0" bIns="0" rtlCol="0"/>
            <a:lstStyle/>
            <a:p>
              <a:endParaRPr/>
            </a:p>
          </p:txBody>
        </p:sp>
        <p:sp>
          <p:nvSpPr>
            <p:cNvPr id="9" name="object 9"/>
            <p:cNvSpPr/>
            <p:nvPr/>
          </p:nvSpPr>
          <p:spPr>
            <a:xfrm>
              <a:off x="2296668" y="2200655"/>
              <a:ext cx="1224280" cy="271780"/>
            </a:xfrm>
            <a:custGeom>
              <a:avLst/>
              <a:gdLst/>
              <a:ahLst/>
              <a:cxnLst/>
              <a:rect l="l" t="t" r="r" b="b"/>
              <a:pathLst>
                <a:path w="1224279" h="271780">
                  <a:moveTo>
                    <a:pt x="0" y="45212"/>
                  </a:moveTo>
                  <a:lnTo>
                    <a:pt x="3546" y="27592"/>
                  </a:lnTo>
                  <a:lnTo>
                    <a:pt x="13223" y="13223"/>
                  </a:lnTo>
                  <a:lnTo>
                    <a:pt x="27592" y="3546"/>
                  </a:lnTo>
                  <a:lnTo>
                    <a:pt x="45212" y="0"/>
                  </a:lnTo>
                  <a:lnTo>
                    <a:pt x="1178559" y="0"/>
                  </a:lnTo>
                  <a:lnTo>
                    <a:pt x="1196179" y="3546"/>
                  </a:lnTo>
                  <a:lnTo>
                    <a:pt x="1210548" y="13223"/>
                  </a:lnTo>
                  <a:lnTo>
                    <a:pt x="1220225" y="27592"/>
                  </a:lnTo>
                  <a:lnTo>
                    <a:pt x="1223771" y="45212"/>
                  </a:lnTo>
                  <a:lnTo>
                    <a:pt x="1223771" y="226060"/>
                  </a:lnTo>
                  <a:lnTo>
                    <a:pt x="1220225" y="243679"/>
                  </a:lnTo>
                  <a:lnTo>
                    <a:pt x="1210548" y="258048"/>
                  </a:lnTo>
                  <a:lnTo>
                    <a:pt x="1196179" y="267725"/>
                  </a:lnTo>
                  <a:lnTo>
                    <a:pt x="1178559" y="271271"/>
                  </a:lnTo>
                  <a:lnTo>
                    <a:pt x="45212" y="271271"/>
                  </a:lnTo>
                  <a:lnTo>
                    <a:pt x="27592" y="267725"/>
                  </a:lnTo>
                  <a:lnTo>
                    <a:pt x="13223" y="258048"/>
                  </a:lnTo>
                  <a:lnTo>
                    <a:pt x="3546" y="243679"/>
                  </a:lnTo>
                  <a:lnTo>
                    <a:pt x="0" y="226060"/>
                  </a:lnTo>
                  <a:lnTo>
                    <a:pt x="0" y="45212"/>
                  </a:lnTo>
                  <a:close/>
                </a:path>
              </a:pathLst>
            </a:custGeom>
            <a:ln w="6096">
              <a:solidFill>
                <a:srgbClr val="FFFFFF"/>
              </a:solidFill>
            </a:ln>
          </p:spPr>
          <p:txBody>
            <a:bodyPr wrap="square" lIns="0" tIns="0" rIns="0" bIns="0" rtlCol="0"/>
            <a:lstStyle/>
            <a:p>
              <a:endParaRPr/>
            </a:p>
          </p:txBody>
        </p:sp>
        <p:sp>
          <p:nvSpPr>
            <p:cNvPr id="10" name="object 10"/>
            <p:cNvSpPr/>
            <p:nvPr/>
          </p:nvSpPr>
          <p:spPr>
            <a:xfrm>
              <a:off x="3276600" y="3200400"/>
              <a:ext cx="554355" cy="76200"/>
            </a:xfrm>
            <a:custGeom>
              <a:avLst/>
              <a:gdLst/>
              <a:ahLst/>
              <a:cxnLst/>
              <a:rect l="l" t="t" r="r" b="b"/>
              <a:pathLst>
                <a:path w="554354" h="76200">
                  <a:moveTo>
                    <a:pt x="477774" y="0"/>
                  </a:moveTo>
                  <a:lnTo>
                    <a:pt x="477774" y="76200"/>
                  </a:lnTo>
                  <a:lnTo>
                    <a:pt x="541274" y="44450"/>
                  </a:lnTo>
                  <a:lnTo>
                    <a:pt x="490474" y="44450"/>
                  </a:lnTo>
                  <a:lnTo>
                    <a:pt x="490474" y="31750"/>
                  </a:lnTo>
                  <a:lnTo>
                    <a:pt x="541274" y="31750"/>
                  </a:lnTo>
                  <a:lnTo>
                    <a:pt x="477774" y="0"/>
                  </a:lnTo>
                  <a:close/>
                </a:path>
                <a:path w="554354" h="76200">
                  <a:moveTo>
                    <a:pt x="477774" y="31750"/>
                  </a:moveTo>
                  <a:lnTo>
                    <a:pt x="0" y="31750"/>
                  </a:lnTo>
                  <a:lnTo>
                    <a:pt x="0" y="44450"/>
                  </a:lnTo>
                  <a:lnTo>
                    <a:pt x="477774" y="44450"/>
                  </a:lnTo>
                  <a:lnTo>
                    <a:pt x="477774" y="31750"/>
                  </a:lnTo>
                  <a:close/>
                </a:path>
                <a:path w="554354" h="76200">
                  <a:moveTo>
                    <a:pt x="541274" y="31750"/>
                  </a:moveTo>
                  <a:lnTo>
                    <a:pt x="490474" y="31750"/>
                  </a:lnTo>
                  <a:lnTo>
                    <a:pt x="490474" y="44450"/>
                  </a:lnTo>
                  <a:lnTo>
                    <a:pt x="541274" y="44450"/>
                  </a:lnTo>
                  <a:lnTo>
                    <a:pt x="553974" y="38100"/>
                  </a:lnTo>
                  <a:lnTo>
                    <a:pt x="541274" y="31750"/>
                  </a:lnTo>
                  <a:close/>
                </a:path>
              </a:pathLst>
            </a:custGeom>
            <a:solidFill>
              <a:srgbClr val="006FC0"/>
            </a:solidFill>
          </p:spPr>
          <p:txBody>
            <a:bodyPr wrap="square" lIns="0" tIns="0" rIns="0" bIns="0" rtlCol="0"/>
            <a:lstStyle/>
            <a:p>
              <a:endParaRPr/>
            </a:p>
          </p:txBody>
        </p:sp>
      </p:grpSp>
      <p:sp>
        <p:nvSpPr>
          <p:cNvPr id="11" name="object 11"/>
          <p:cNvSpPr txBox="1"/>
          <p:nvPr/>
        </p:nvSpPr>
        <p:spPr>
          <a:xfrm>
            <a:off x="1071778" y="1411300"/>
            <a:ext cx="356870"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Input</a:t>
            </a:r>
            <a:endParaRPr sz="1200">
              <a:latin typeface="Calibri"/>
              <a:cs typeface="Calibri"/>
            </a:endParaRPr>
          </a:p>
        </p:txBody>
      </p:sp>
      <p:sp>
        <p:nvSpPr>
          <p:cNvPr id="12" name="object 12"/>
          <p:cNvSpPr txBox="1"/>
          <p:nvPr/>
        </p:nvSpPr>
        <p:spPr>
          <a:xfrm>
            <a:off x="6582536" y="1411300"/>
            <a:ext cx="594360" cy="208915"/>
          </a:xfrm>
          <a:prstGeom prst="rect">
            <a:avLst/>
          </a:prstGeom>
        </p:spPr>
        <p:txBody>
          <a:bodyPr vert="horz" wrap="square" lIns="0" tIns="12700" rIns="0" bIns="0" rtlCol="0">
            <a:spAutoFit/>
          </a:bodyPr>
          <a:lstStyle/>
          <a:p>
            <a:pPr marL="12700">
              <a:lnSpc>
                <a:spcPct val="100000"/>
              </a:lnSpc>
              <a:spcBef>
                <a:spcPts val="100"/>
              </a:spcBef>
            </a:pPr>
            <a:r>
              <a:rPr sz="1200" spc="-30" dirty="0">
                <a:solidFill>
                  <a:srgbClr val="252525"/>
                </a:solidFill>
                <a:latin typeface="Calibri"/>
                <a:cs typeface="Calibri"/>
              </a:rPr>
              <a:t>R</a:t>
            </a:r>
            <a:r>
              <a:rPr sz="1200" dirty="0">
                <a:solidFill>
                  <a:srgbClr val="252525"/>
                </a:solidFill>
                <a:latin typeface="Calibri"/>
                <a:cs typeface="Calibri"/>
              </a:rPr>
              <a:t>e</a:t>
            </a:r>
            <a:r>
              <a:rPr sz="1200" spc="5" dirty="0">
                <a:solidFill>
                  <a:srgbClr val="252525"/>
                </a:solidFill>
                <a:latin typeface="Calibri"/>
                <a:cs typeface="Calibri"/>
              </a:rPr>
              <a:t>d</a:t>
            </a:r>
            <a:r>
              <a:rPr sz="1200" dirty="0">
                <a:solidFill>
                  <a:srgbClr val="252525"/>
                </a:solidFill>
                <a:latin typeface="Calibri"/>
                <a:cs typeface="Calibri"/>
              </a:rPr>
              <a:t>u</a:t>
            </a:r>
            <a:r>
              <a:rPr sz="1200" spc="-5" dirty="0">
                <a:solidFill>
                  <a:srgbClr val="252525"/>
                </a:solidFill>
                <a:latin typeface="Calibri"/>
                <a:cs typeface="Calibri"/>
              </a:rPr>
              <a:t>c</a:t>
            </a:r>
            <a:r>
              <a:rPr sz="1200" dirty="0">
                <a:solidFill>
                  <a:srgbClr val="252525"/>
                </a:solidFill>
                <a:latin typeface="Calibri"/>
                <a:cs typeface="Calibri"/>
              </a:rPr>
              <a:t>ing</a:t>
            </a:r>
            <a:endParaRPr sz="1200">
              <a:latin typeface="Calibri"/>
              <a:cs typeface="Calibri"/>
            </a:endParaRPr>
          </a:p>
        </p:txBody>
      </p:sp>
      <p:sp>
        <p:nvSpPr>
          <p:cNvPr id="13" name="object 13"/>
          <p:cNvSpPr txBox="1"/>
          <p:nvPr/>
        </p:nvSpPr>
        <p:spPr>
          <a:xfrm>
            <a:off x="7667625" y="1411300"/>
            <a:ext cx="735330" cy="208915"/>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252525"/>
                </a:solidFill>
                <a:latin typeface="Calibri"/>
                <a:cs typeface="Calibri"/>
              </a:rPr>
              <a:t>Final</a:t>
            </a:r>
            <a:r>
              <a:rPr sz="1200" spc="-65" dirty="0">
                <a:solidFill>
                  <a:srgbClr val="252525"/>
                </a:solidFill>
                <a:latin typeface="Calibri"/>
                <a:cs typeface="Calibri"/>
              </a:rPr>
              <a:t> </a:t>
            </a:r>
            <a:r>
              <a:rPr sz="1200" spc="-5" dirty="0">
                <a:solidFill>
                  <a:srgbClr val="252525"/>
                </a:solidFill>
                <a:latin typeface="Calibri"/>
                <a:cs typeface="Calibri"/>
              </a:rPr>
              <a:t>Result</a:t>
            </a:r>
            <a:endParaRPr sz="1200">
              <a:latin typeface="Calibri"/>
              <a:cs typeface="Calibri"/>
            </a:endParaRPr>
          </a:p>
        </p:txBody>
      </p:sp>
      <p:sp>
        <p:nvSpPr>
          <p:cNvPr id="14" name="object 14"/>
          <p:cNvSpPr txBox="1"/>
          <p:nvPr/>
        </p:nvSpPr>
        <p:spPr>
          <a:xfrm>
            <a:off x="7732014" y="2299461"/>
            <a:ext cx="674370" cy="208279"/>
          </a:xfrm>
          <a:prstGeom prst="rect">
            <a:avLst/>
          </a:prstGeom>
        </p:spPr>
        <p:txBody>
          <a:bodyPr vert="horz" wrap="square" lIns="0" tIns="12700" rIns="0" bIns="0" rtlCol="0">
            <a:spAutoFit/>
          </a:bodyPr>
          <a:lstStyle/>
          <a:p>
            <a:pPr marL="12700">
              <a:lnSpc>
                <a:spcPct val="100000"/>
              </a:lnSpc>
              <a:spcBef>
                <a:spcPts val="100"/>
              </a:spcBef>
            </a:pPr>
            <a:r>
              <a:rPr sz="1200" spc="-15" dirty="0">
                <a:solidFill>
                  <a:srgbClr val="006FC0"/>
                </a:solidFill>
                <a:latin typeface="Calibri"/>
                <a:cs typeface="Calibri"/>
              </a:rPr>
              <a:t>List(K3,V3)</a:t>
            </a:r>
            <a:endParaRPr sz="1200">
              <a:latin typeface="Calibri"/>
              <a:cs typeface="Calibri"/>
            </a:endParaRPr>
          </a:p>
        </p:txBody>
      </p:sp>
      <p:sp>
        <p:nvSpPr>
          <p:cNvPr id="15" name="object 15"/>
          <p:cNvSpPr txBox="1"/>
          <p:nvPr/>
        </p:nvSpPr>
        <p:spPr>
          <a:xfrm>
            <a:off x="2306328" y="2223261"/>
            <a:ext cx="1204595" cy="197490"/>
          </a:xfrm>
          <a:prstGeom prst="rect">
            <a:avLst/>
          </a:prstGeom>
        </p:spPr>
        <p:txBody>
          <a:bodyPr vert="horz" wrap="square" lIns="0" tIns="12700" rIns="0" bIns="0" rtlCol="0">
            <a:spAutoFit/>
          </a:bodyPr>
          <a:lstStyle/>
          <a:p>
            <a:pPr marL="120014">
              <a:lnSpc>
                <a:spcPct val="100000"/>
              </a:lnSpc>
              <a:spcBef>
                <a:spcPts val="100"/>
              </a:spcBef>
            </a:pPr>
            <a:r>
              <a:rPr lang="en-US" sz="1200" dirty="0">
                <a:solidFill>
                  <a:srgbClr val="FFFFFF"/>
                </a:solidFill>
                <a:latin typeface="Calibri"/>
                <a:cs typeface="Calibri"/>
              </a:rPr>
              <a:t>0,</a:t>
            </a:r>
            <a:r>
              <a:rPr sz="1200" dirty="0">
                <a:solidFill>
                  <a:srgbClr val="FFFFFF"/>
                </a:solidFill>
                <a:latin typeface="Calibri"/>
                <a:cs typeface="Calibri"/>
              </a:rPr>
              <a:t>Deer</a:t>
            </a:r>
            <a:r>
              <a:rPr sz="1200" spc="-35" dirty="0">
                <a:solidFill>
                  <a:srgbClr val="FFFFFF"/>
                </a:solidFill>
                <a:latin typeface="Calibri"/>
                <a:cs typeface="Calibri"/>
              </a:rPr>
              <a:t> </a:t>
            </a:r>
            <a:r>
              <a:rPr sz="1200" spc="-5" dirty="0">
                <a:solidFill>
                  <a:srgbClr val="FFFFFF"/>
                </a:solidFill>
                <a:latin typeface="Calibri"/>
                <a:cs typeface="Calibri"/>
              </a:rPr>
              <a:t>Bear</a:t>
            </a:r>
            <a:r>
              <a:rPr sz="1200" spc="-35" dirty="0">
                <a:solidFill>
                  <a:srgbClr val="FFFFFF"/>
                </a:solidFill>
                <a:latin typeface="Calibri"/>
                <a:cs typeface="Calibri"/>
              </a:rPr>
              <a:t> </a:t>
            </a:r>
            <a:r>
              <a:rPr sz="1200" spc="-5" dirty="0">
                <a:solidFill>
                  <a:srgbClr val="FFFFFF"/>
                </a:solidFill>
                <a:latin typeface="Calibri"/>
                <a:cs typeface="Calibri"/>
              </a:rPr>
              <a:t>River</a:t>
            </a:r>
            <a:endParaRPr sz="1200" dirty="0">
              <a:latin typeface="Calibri"/>
              <a:cs typeface="Calibri"/>
            </a:endParaRPr>
          </a:p>
        </p:txBody>
      </p:sp>
      <p:grpSp>
        <p:nvGrpSpPr>
          <p:cNvPr id="16" name="object 16"/>
          <p:cNvGrpSpPr/>
          <p:nvPr/>
        </p:nvGrpSpPr>
        <p:grpSpPr>
          <a:xfrm>
            <a:off x="483859" y="2206052"/>
            <a:ext cx="1809739" cy="1918208"/>
            <a:chOff x="592836" y="2471927"/>
            <a:chExt cx="1682114" cy="1543685"/>
          </a:xfrm>
        </p:grpSpPr>
        <p:sp>
          <p:nvSpPr>
            <p:cNvPr id="17" name="object 17"/>
            <p:cNvSpPr/>
            <p:nvPr/>
          </p:nvSpPr>
          <p:spPr>
            <a:xfrm>
              <a:off x="1715770" y="2471927"/>
              <a:ext cx="558800" cy="1543685"/>
            </a:xfrm>
            <a:custGeom>
              <a:avLst/>
              <a:gdLst/>
              <a:ahLst/>
              <a:cxnLst/>
              <a:rect l="l" t="t" r="r" b="b"/>
              <a:pathLst>
                <a:path w="558800" h="1543685">
                  <a:moveTo>
                    <a:pt x="558800" y="1543304"/>
                  </a:moveTo>
                  <a:lnTo>
                    <a:pt x="547497" y="1499628"/>
                  </a:lnTo>
                  <a:lnTo>
                    <a:pt x="537464" y="1460842"/>
                  </a:lnTo>
                  <a:lnTo>
                    <a:pt x="513511" y="1481747"/>
                  </a:lnTo>
                  <a:lnTo>
                    <a:pt x="9652" y="904113"/>
                  </a:lnTo>
                  <a:lnTo>
                    <a:pt x="0" y="912495"/>
                  </a:lnTo>
                  <a:lnTo>
                    <a:pt x="503961" y="1490078"/>
                  </a:lnTo>
                  <a:lnTo>
                    <a:pt x="480060" y="1510931"/>
                  </a:lnTo>
                  <a:lnTo>
                    <a:pt x="558800" y="1543304"/>
                  </a:lnTo>
                  <a:close/>
                </a:path>
                <a:path w="558800" h="1543685">
                  <a:moveTo>
                    <a:pt x="558800" y="736092"/>
                  </a:moveTo>
                  <a:lnTo>
                    <a:pt x="546100" y="729742"/>
                  </a:lnTo>
                  <a:lnTo>
                    <a:pt x="482600" y="697992"/>
                  </a:lnTo>
                  <a:lnTo>
                    <a:pt x="482600" y="729742"/>
                  </a:lnTo>
                  <a:lnTo>
                    <a:pt x="4826" y="729742"/>
                  </a:lnTo>
                  <a:lnTo>
                    <a:pt x="4826" y="742442"/>
                  </a:lnTo>
                  <a:lnTo>
                    <a:pt x="482600" y="742442"/>
                  </a:lnTo>
                  <a:lnTo>
                    <a:pt x="482600" y="774192"/>
                  </a:lnTo>
                  <a:lnTo>
                    <a:pt x="546100" y="742442"/>
                  </a:lnTo>
                  <a:lnTo>
                    <a:pt x="558800" y="736092"/>
                  </a:lnTo>
                  <a:close/>
                </a:path>
                <a:path w="558800" h="1543685">
                  <a:moveTo>
                    <a:pt x="558800" y="0"/>
                  </a:moveTo>
                  <a:lnTo>
                    <a:pt x="475615" y="18288"/>
                  </a:lnTo>
                  <a:lnTo>
                    <a:pt x="495541" y="42938"/>
                  </a:lnTo>
                  <a:lnTo>
                    <a:pt x="889" y="442722"/>
                  </a:lnTo>
                  <a:lnTo>
                    <a:pt x="8763" y="452628"/>
                  </a:lnTo>
                  <a:lnTo>
                    <a:pt x="503555" y="52832"/>
                  </a:lnTo>
                  <a:lnTo>
                    <a:pt x="523494" y="77470"/>
                  </a:lnTo>
                  <a:lnTo>
                    <a:pt x="542874" y="34925"/>
                  </a:lnTo>
                  <a:lnTo>
                    <a:pt x="558800" y="0"/>
                  </a:lnTo>
                  <a:close/>
                </a:path>
              </a:pathLst>
            </a:custGeom>
            <a:solidFill>
              <a:srgbClr val="006FC0"/>
            </a:solidFill>
          </p:spPr>
          <p:txBody>
            <a:bodyPr wrap="square" lIns="0" tIns="0" rIns="0" bIns="0" rtlCol="0"/>
            <a:lstStyle/>
            <a:p>
              <a:endParaRPr dirty="0"/>
            </a:p>
          </p:txBody>
        </p:sp>
        <p:pic>
          <p:nvPicPr>
            <p:cNvPr id="18" name="object 18"/>
            <p:cNvPicPr/>
            <p:nvPr/>
          </p:nvPicPr>
          <p:blipFill>
            <a:blip r:embed="rId4" cstate="print"/>
            <a:stretch>
              <a:fillRect/>
            </a:stretch>
          </p:blipFill>
          <p:spPr>
            <a:xfrm>
              <a:off x="592836" y="2822435"/>
              <a:ext cx="1310639" cy="844308"/>
            </a:xfrm>
            <a:prstGeom prst="rect">
              <a:avLst/>
            </a:prstGeom>
          </p:spPr>
        </p:pic>
        <p:pic>
          <p:nvPicPr>
            <p:cNvPr id="19" name="object 19"/>
            <p:cNvPicPr/>
            <p:nvPr/>
          </p:nvPicPr>
          <p:blipFill>
            <a:blip r:embed="rId5" cstate="print"/>
            <a:stretch>
              <a:fillRect/>
            </a:stretch>
          </p:blipFill>
          <p:spPr>
            <a:xfrm>
              <a:off x="632460" y="2884944"/>
              <a:ext cx="1226832" cy="766559"/>
            </a:xfrm>
            <a:prstGeom prst="rect">
              <a:avLst/>
            </a:prstGeom>
          </p:spPr>
        </p:pic>
        <p:sp>
          <p:nvSpPr>
            <p:cNvPr id="20" name="object 20"/>
            <p:cNvSpPr/>
            <p:nvPr/>
          </p:nvSpPr>
          <p:spPr>
            <a:xfrm>
              <a:off x="638556" y="2848355"/>
              <a:ext cx="1224280" cy="757555"/>
            </a:xfrm>
            <a:custGeom>
              <a:avLst/>
              <a:gdLst/>
              <a:ahLst/>
              <a:cxnLst/>
              <a:rect l="l" t="t" r="r" b="b"/>
              <a:pathLst>
                <a:path w="1224280" h="757554">
                  <a:moveTo>
                    <a:pt x="1097533" y="0"/>
                  </a:moveTo>
                  <a:lnTo>
                    <a:pt x="126237" y="0"/>
                  </a:lnTo>
                  <a:lnTo>
                    <a:pt x="77098" y="9919"/>
                  </a:lnTo>
                  <a:lnTo>
                    <a:pt x="36972" y="36972"/>
                  </a:lnTo>
                  <a:lnTo>
                    <a:pt x="9919" y="77098"/>
                  </a:lnTo>
                  <a:lnTo>
                    <a:pt x="0" y="126237"/>
                  </a:lnTo>
                  <a:lnTo>
                    <a:pt x="0" y="631189"/>
                  </a:lnTo>
                  <a:lnTo>
                    <a:pt x="9919" y="680329"/>
                  </a:lnTo>
                  <a:lnTo>
                    <a:pt x="36972" y="720455"/>
                  </a:lnTo>
                  <a:lnTo>
                    <a:pt x="77098" y="747508"/>
                  </a:lnTo>
                  <a:lnTo>
                    <a:pt x="126237" y="757428"/>
                  </a:lnTo>
                  <a:lnTo>
                    <a:pt x="1097533" y="757428"/>
                  </a:lnTo>
                  <a:lnTo>
                    <a:pt x="1146673" y="747508"/>
                  </a:lnTo>
                  <a:lnTo>
                    <a:pt x="1186799" y="720455"/>
                  </a:lnTo>
                  <a:lnTo>
                    <a:pt x="1213852" y="680329"/>
                  </a:lnTo>
                  <a:lnTo>
                    <a:pt x="1223771" y="631189"/>
                  </a:lnTo>
                  <a:lnTo>
                    <a:pt x="1223771" y="126237"/>
                  </a:lnTo>
                  <a:lnTo>
                    <a:pt x="1213852" y="77098"/>
                  </a:lnTo>
                  <a:lnTo>
                    <a:pt x="1186799" y="36972"/>
                  </a:lnTo>
                  <a:lnTo>
                    <a:pt x="1146673" y="9919"/>
                  </a:lnTo>
                  <a:lnTo>
                    <a:pt x="1097533" y="0"/>
                  </a:lnTo>
                  <a:close/>
                </a:path>
              </a:pathLst>
            </a:custGeom>
            <a:solidFill>
              <a:srgbClr val="9CB955"/>
            </a:solidFill>
          </p:spPr>
          <p:txBody>
            <a:bodyPr wrap="square" lIns="0" tIns="0" rIns="0" bIns="0" rtlCol="0"/>
            <a:lstStyle/>
            <a:p>
              <a:endParaRPr/>
            </a:p>
          </p:txBody>
        </p:sp>
        <p:sp>
          <p:nvSpPr>
            <p:cNvPr id="21" name="object 21"/>
            <p:cNvSpPr/>
            <p:nvPr/>
          </p:nvSpPr>
          <p:spPr>
            <a:xfrm>
              <a:off x="638556" y="2848355"/>
              <a:ext cx="1224280" cy="757555"/>
            </a:xfrm>
            <a:custGeom>
              <a:avLst/>
              <a:gdLst/>
              <a:ahLst/>
              <a:cxnLst/>
              <a:rect l="l" t="t" r="r" b="b"/>
              <a:pathLst>
                <a:path w="1224280" h="757554">
                  <a:moveTo>
                    <a:pt x="0" y="126237"/>
                  </a:moveTo>
                  <a:lnTo>
                    <a:pt x="9919" y="77098"/>
                  </a:lnTo>
                  <a:lnTo>
                    <a:pt x="36972" y="36972"/>
                  </a:lnTo>
                  <a:lnTo>
                    <a:pt x="77098" y="9919"/>
                  </a:lnTo>
                  <a:lnTo>
                    <a:pt x="126237" y="0"/>
                  </a:lnTo>
                  <a:lnTo>
                    <a:pt x="1097533" y="0"/>
                  </a:lnTo>
                  <a:lnTo>
                    <a:pt x="1146673" y="9919"/>
                  </a:lnTo>
                  <a:lnTo>
                    <a:pt x="1186799" y="36972"/>
                  </a:lnTo>
                  <a:lnTo>
                    <a:pt x="1213852" y="77098"/>
                  </a:lnTo>
                  <a:lnTo>
                    <a:pt x="1223771" y="126237"/>
                  </a:lnTo>
                  <a:lnTo>
                    <a:pt x="1223771" y="631189"/>
                  </a:lnTo>
                  <a:lnTo>
                    <a:pt x="1213852" y="680329"/>
                  </a:lnTo>
                  <a:lnTo>
                    <a:pt x="1186799" y="720455"/>
                  </a:lnTo>
                  <a:lnTo>
                    <a:pt x="1146673" y="747508"/>
                  </a:lnTo>
                  <a:lnTo>
                    <a:pt x="1097533" y="757428"/>
                  </a:lnTo>
                  <a:lnTo>
                    <a:pt x="126237" y="757428"/>
                  </a:lnTo>
                  <a:lnTo>
                    <a:pt x="77098" y="747508"/>
                  </a:lnTo>
                  <a:lnTo>
                    <a:pt x="36972" y="720455"/>
                  </a:lnTo>
                  <a:lnTo>
                    <a:pt x="9919" y="680329"/>
                  </a:lnTo>
                  <a:lnTo>
                    <a:pt x="0" y="631189"/>
                  </a:lnTo>
                  <a:lnTo>
                    <a:pt x="0" y="126237"/>
                  </a:lnTo>
                  <a:close/>
                </a:path>
              </a:pathLst>
            </a:custGeom>
            <a:ln w="6096">
              <a:solidFill>
                <a:srgbClr val="FFFFFF"/>
              </a:solidFill>
            </a:ln>
          </p:spPr>
          <p:txBody>
            <a:bodyPr wrap="square" lIns="0" tIns="0" rIns="0" bIns="0" rtlCol="0"/>
            <a:lstStyle/>
            <a:p>
              <a:endParaRPr/>
            </a:p>
          </p:txBody>
        </p:sp>
      </p:grpSp>
      <p:sp>
        <p:nvSpPr>
          <p:cNvPr id="22" name="object 22"/>
          <p:cNvSpPr txBox="1"/>
          <p:nvPr/>
        </p:nvSpPr>
        <p:spPr>
          <a:xfrm>
            <a:off x="2318527" y="2931414"/>
            <a:ext cx="1254760" cy="208279"/>
          </a:xfrm>
          <a:prstGeom prst="rect">
            <a:avLst/>
          </a:prstGeom>
        </p:spPr>
        <p:txBody>
          <a:bodyPr vert="horz" wrap="square" lIns="0" tIns="12700" rIns="0" bIns="0" rtlCol="0">
            <a:spAutoFit/>
          </a:bodyPr>
          <a:lstStyle/>
          <a:p>
            <a:pPr marL="12700">
              <a:lnSpc>
                <a:spcPct val="100000"/>
              </a:lnSpc>
              <a:spcBef>
                <a:spcPts val="100"/>
              </a:spcBef>
              <a:tabLst>
                <a:tab pos="1241425" algn="l"/>
              </a:tabLst>
            </a:pPr>
            <a:r>
              <a:rPr sz="1200" u="sng" dirty="0">
                <a:solidFill>
                  <a:srgbClr val="FFFFFF"/>
                </a:solidFill>
                <a:uFill>
                  <a:solidFill>
                    <a:srgbClr val="FFFFFF"/>
                  </a:solidFill>
                </a:uFill>
                <a:latin typeface="Calibri"/>
                <a:cs typeface="Calibri"/>
              </a:rPr>
              <a:t> 	</a:t>
            </a:r>
            <a:endParaRPr sz="1200">
              <a:latin typeface="Calibri"/>
              <a:cs typeface="Calibri"/>
            </a:endParaRPr>
          </a:p>
        </p:txBody>
      </p:sp>
      <p:sp>
        <p:nvSpPr>
          <p:cNvPr id="23" name="object 23"/>
          <p:cNvSpPr txBox="1"/>
          <p:nvPr/>
        </p:nvSpPr>
        <p:spPr>
          <a:xfrm>
            <a:off x="693939" y="2767053"/>
            <a:ext cx="988060" cy="777136"/>
          </a:xfrm>
          <a:prstGeom prst="rect">
            <a:avLst/>
          </a:prstGeom>
        </p:spPr>
        <p:txBody>
          <a:bodyPr vert="horz" wrap="square" lIns="0" tIns="12700" rIns="0" bIns="0" rtlCol="0">
            <a:spAutoFit/>
          </a:bodyPr>
          <a:lstStyle/>
          <a:p>
            <a:pPr marL="12700" marR="5080">
              <a:lnSpc>
                <a:spcPct val="100000"/>
              </a:lnSpc>
              <a:spcBef>
                <a:spcPts val="100"/>
              </a:spcBef>
            </a:pPr>
            <a:r>
              <a:rPr sz="1200" dirty="0">
                <a:solidFill>
                  <a:srgbClr val="FFFFFF"/>
                </a:solidFill>
                <a:latin typeface="Calibri"/>
                <a:cs typeface="Calibri"/>
              </a:rPr>
              <a:t>Dear</a:t>
            </a:r>
            <a:r>
              <a:rPr sz="1200" spc="-50" dirty="0">
                <a:solidFill>
                  <a:srgbClr val="FFFFFF"/>
                </a:solidFill>
                <a:latin typeface="Calibri"/>
                <a:cs typeface="Calibri"/>
              </a:rPr>
              <a:t> </a:t>
            </a:r>
            <a:r>
              <a:rPr sz="1200" spc="-5" dirty="0">
                <a:solidFill>
                  <a:srgbClr val="FFFFFF"/>
                </a:solidFill>
                <a:latin typeface="Calibri"/>
                <a:cs typeface="Calibri"/>
              </a:rPr>
              <a:t>Bear</a:t>
            </a:r>
            <a:r>
              <a:rPr sz="1200" spc="-45" dirty="0">
                <a:solidFill>
                  <a:srgbClr val="FFFFFF"/>
                </a:solidFill>
                <a:latin typeface="Calibri"/>
                <a:cs typeface="Calibri"/>
              </a:rPr>
              <a:t> </a:t>
            </a:r>
            <a:r>
              <a:rPr sz="1200" spc="-5" dirty="0">
                <a:solidFill>
                  <a:srgbClr val="FFFFFF"/>
                </a:solidFill>
                <a:latin typeface="Calibri"/>
                <a:cs typeface="Calibri"/>
              </a:rPr>
              <a:t>River</a:t>
            </a:r>
            <a:endParaRPr lang="en-US" sz="1200" spc="-5" dirty="0">
              <a:solidFill>
                <a:srgbClr val="FFFFFF"/>
              </a:solidFill>
              <a:latin typeface="Calibri"/>
              <a:cs typeface="Calibri"/>
            </a:endParaRPr>
          </a:p>
          <a:p>
            <a:pPr marL="12700" marR="5080">
              <a:lnSpc>
                <a:spcPct val="100000"/>
              </a:lnSpc>
              <a:spcBef>
                <a:spcPts val="100"/>
              </a:spcBef>
            </a:pPr>
            <a:r>
              <a:rPr sz="1200" spc="-5" dirty="0">
                <a:solidFill>
                  <a:srgbClr val="FFFFFF"/>
                </a:solidFill>
                <a:latin typeface="Calibri"/>
                <a:cs typeface="Calibri"/>
              </a:rPr>
              <a:t> </a:t>
            </a:r>
            <a:r>
              <a:rPr sz="1200" spc="-260" dirty="0">
                <a:solidFill>
                  <a:srgbClr val="FFFFFF"/>
                </a:solidFill>
                <a:latin typeface="Calibri"/>
                <a:cs typeface="Calibri"/>
              </a:rPr>
              <a:t> </a:t>
            </a:r>
            <a:r>
              <a:rPr sz="1200" spc="-5" dirty="0">
                <a:solidFill>
                  <a:srgbClr val="FFFFFF"/>
                </a:solidFill>
                <a:latin typeface="Calibri"/>
                <a:cs typeface="Calibri"/>
              </a:rPr>
              <a:t>Car Car River </a:t>
            </a:r>
            <a:r>
              <a:rPr sz="1200" dirty="0">
                <a:solidFill>
                  <a:srgbClr val="FFFFFF"/>
                </a:solidFill>
                <a:latin typeface="Calibri"/>
                <a:cs typeface="Calibri"/>
              </a:rPr>
              <a:t> Deer</a:t>
            </a:r>
            <a:r>
              <a:rPr sz="1200" spc="-25" dirty="0">
                <a:solidFill>
                  <a:srgbClr val="FFFFFF"/>
                </a:solidFill>
                <a:latin typeface="Calibri"/>
                <a:cs typeface="Calibri"/>
              </a:rPr>
              <a:t> </a:t>
            </a:r>
            <a:r>
              <a:rPr sz="1200" spc="-5" dirty="0">
                <a:solidFill>
                  <a:srgbClr val="FFFFFF"/>
                </a:solidFill>
                <a:latin typeface="Calibri"/>
                <a:cs typeface="Calibri"/>
              </a:rPr>
              <a:t>Car</a:t>
            </a:r>
            <a:r>
              <a:rPr sz="1200" spc="-20" dirty="0">
                <a:solidFill>
                  <a:srgbClr val="FFFFFF"/>
                </a:solidFill>
                <a:latin typeface="Calibri"/>
                <a:cs typeface="Calibri"/>
              </a:rPr>
              <a:t> </a:t>
            </a:r>
            <a:r>
              <a:rPr sz="1200" spc="-5" dirty="0">
                <a:solidFill>
                  <a:srgbClr val="FFFFFF"/>
                </a:solidFill>
                <a:latin typeface="Calibri"/>
                <a:cs typeface="Calibri"/>
              </a:rPr>
              <a:t>Bear</a:t>
            </a:r>
            <a:endParaRPr lang="en-US" sz="1200" spc="-5" dirty="0">
              <a:solidFill>
                <a:srgbClr val="FFFFFF"/>
              </a:solidFill>
              <a:latin typeface="Calibri"/>
              <a:cs typeface="Calibri"/>
            </a:endParaRPr>
          </a:p>
          <a:p>
            <a:pPr marL="12700" marR="5080">
              <a:lnSpc>
                <a:spcPct val="100000"/>
              </a:lnSpc>
              <a:spcBef>
                <a:spcPts val="100"/>
              </a:spcBef>
            </a:pPr>
            <a:r>
              <a:rPr lang="en-IN" sz="1200" spc="-5" dirty="0">
                <a:solidFill>
                  <a:srgbClr val="FFFFFF"/>
                </a:solidFill>
                <a:latin typeface="Calibri"/>
                <a:cs typeface="Calibri"/>
              </a:rPr>
              <a:t>Bear River</a:t>
            </a:r>
            <a:endParaRPr sz="1200" dirty="0">
              <a:latin typeface="Calibri"/>
              <a:cs typeface="Calibri"/>
            </a:endParaRPr>
          </a:p>
        </p:txBody>
      </p:sp>
      <p:grpSp>
        <p:nvGrpSpPr>
          <p:cNvPr id="24" name="object 24"/>
          <p:cNvGrpSpPr/>
          <p:nvPr/>
        </p:nvGrpSpPr>
        <p:grpSpPr>
          <a:xfrm>
            <a:off x="7587982" y="2563344"/>
            <a:ext cx="1022985" cy="1186180"/>
            <a:chOff x="7587982" y="2563344"/>
            <a:chExt cx="1022985" cy="1186180"/>
          </a:xfrm>
        </p:grpSpPr>
        <p:pic>
          <p:nvPicPr>
            <p:cNvPr id="25" name="object 25"/>
            <p:cNvPicPr/>
            <p:nvPr/>
          </p:nvPicPr>
          <p:blipFill>
            <a:blip r:embed="rId6" cstate="print"/>
            <a:stretch>
              <a:fillRect/>
            </a:stretch>
          </p:blipFill>
          <p:spPr>
            <a:xfrm>
              <a:off x="7587982" y="2563344"/>
              <a:ext cx="1022618" cy="1185718"/>
            </a:xfrm>
            <a:prstGeom prst="rect">
              <a:avLst/>
            </a:prstGeom>
          </p:spPr>
        </p:pic>
        <p:sp>
          <p:nvSpPr>
            <p:cNvPr id="26" name="object 26"/>
            <p:cNvSpPr/>
            <p:nvPr/>
          </p:nvSpPr>
          <p:spPr>
            <a:xfrm>
              <a:off x="7624572" y="2580131"/>
              <a:ext cx="954405" cy="1117600"/>
            </a:xfrm>
            <a:custGeom>
              <a:avLst/>
              <a:gdLst/>
              <a:ahLst/>
              <a:cxnLst/>
              <a:rect l="l" t="t" r="r" b="b"/>
              <a:pathLst>
                <a:path w="954404" h="1117600">
                  <a:moveTo>
                    <a:pt x="795020" y="0"/>
                  </a:moveTo>
                  <a:lnTo>
                    <a:pt x="159003" y="0"/>
                  </a:lnTo>
                  <a:lnTo>
                    <a:pt x="108768" y="8111"/>
                  </a:lnTo>
                  <a:lnTo>
                    <a:pt x="65123" y="30695"/>
                  </a:lnTo>
                  <a:lnTo>
                    <a:pt x="30695" y="65123"/>
                  </a:lnTo>
                  <a:lnTo>
                    <a:pt x="8111" y="108768"/>
                  </a:lnTo>
                  <a:lnTo>
                    <a:pt x="0" y="159004"/>
                  </a:lnTo>
                  <a:lnTo>
                    <a:pt x="0" y="958088"/>
                  </a:lnTo>
                  <a:lnTo>
                    <a:pt x="8111" y="1008323"/>
                  </a:lnTo>
                  <a:lnTo>
                    <a:pt x="30695" y="1051968"/>
                  </a:lnTo>
                  <a:lnTo>
                    <a:pt x="65123" y="1086396"/>
                  </a:lnTo>
                  <a:lnTo>
                    <a:pt x="108768" y="1108980"/>
                  </a:lnTo>
                  <a:lnTo>
                    <a:pt x="159003" y="1117092"/>
                  </a:lnTo>
                  <a:lnTo>
                    <a:pt x="795020" y="1117092"/>
                  </a:lnTo>
                  <a:lnTo>
                    <a:pt x="845255" y="1108980"/>
                  </a:lnTo>
                  <a:lnTo>
                    <a:pt x="888900" y="1086396"/>
                  </a:lnTo>
                  <a:lnTo>
                    <a:pt x="923328" y="1051968"/>
                  </a:lnTo>
                  <a:lnTo>
                    <a:pt x="945912" y="1008323"/>
                  </a:lnTo>
                  <a:lnTo>
                    <a:pt x="954024" y="958088"/>
                  </a:lnTo>
                  <a:lnTo>
                    <a:pt x="954024" y="159004"/>
                  </a:lnTo>
                  <a:lnTo>
                    <a:pt x="945912" y="108768"/>
                  </a:lnTo>
                  <a:lnTo>
                    <a:pt x="923328" y="65123"/>
                  </a:lnTo>
                  <a:lnTo>
                    <a:pt x="888900" y="30695"/>
                  </a:lnTo>
                  <a:lnTo>
                    <a:pt x="845255" y="8111"/>
                  </a:lnTo>
                  <a:lnTo>
                    <a:pt x="795020" y="0"/>
                  </a:lnTo>
                  <a:close/>
                </a:path>
              </a:pathLst>
            </a:custGeom>
            <a:solidFill>
              <a:srgbClr val="9CB955"/>
            </a:solidFill>
          </p:spPr>
          <p:txBody>
            <a:bodyPr wrap="square" lIns="0" tIns="0" rIns="0" bIns="0" rtlCol="0"/>
            <a:lstStyle/>
            <a:p>
              <a:endParaRPr/>
            </a:p>
          </p:txBody>
        </p:sp>
        <p:sp>
          <p:nvSpPr>
            <p:cNvPr id="27" name="object 27"/>
            <p:cNvSpPr/>
            <p:nvPr/>
          </p:nvSpPr>
          <p:spPr>
            <a:xfrm>
              <a:off x="7624572" y="2580131"/>
              <a:ext cx="954405" cy="1117600"/>
            </a:xfrm>
            <a:custGeom>
              <a:avLst/>
              <a:gdLst/>
              <a:ahLst/>
              <a:cxnLst/>
              <a:rect l="l" t="t" r="r" b="b"/>
              <a:pathLst>
                <a:path w="954404" h="1117600">
                  <a:moveTo>
                    <a:pt x="0" y="159004"/>
                  </a:moveTo>
                  <a:lnTo>
                    <a:pt x="8111" y="108768"/>
                  </a:lnTo>
                  <a:lnTo>
                    <a:pt x="30695" y="65123"/>
                  </a:lnTo>
                  <a:lnTo>
                    <a:pt x="65123" y="30695"/>
                  </a:lnTo>
                  <a:lnTo>
                    <a:pt x="108768" y="8111"/>
                  </a:lnTo>
                  <a:lnTo>
                    <a:pt x="159003" y="0"/>
                  </a:lnTo>
                  <a:lnTo>
                    <a:pt x="795020" y="0"/>
                  </a:lnTo>
                  <a:lnTo>
                    <a:pt x="845255" y="8111"/>
                  </a:lnTo>
                  <a:lnTo>
                    <a:pt x="888900" y="30695"/>
                  </a:lnTo>
                  <a:lnTo>
                    <a:pt x="923328" y="65123"/>
                  </a:lnTo>
                  <a:lnTo>
                    <a:pt x="945912" y="108768"/>
                  </a:lnTo>
                  <a:lnTo>
                    <a:pt x="954024" y="159004"/>
                  </a:lnTo>
                  <a:lnTo>
                    <a:pt x="954024" y="958088"/>
                  </a:lnTo>
                  <a:lnTo>
                    <a:pt x="945912" y="1008323"/>
                  </a:lnTo>
                  <a:lnTo>
                    <a:pt x="923328" y="1051968"/>
                  </a:lnTo>
                  <a:lnTo>
                    <a:pt x="888900" y="1086396"/>
                  </a:lnTo>
                  <a:lnTo>
                    <a:pt x="845255" y="1108980"/>
                  </a:lnTo>
                  <a:lnTo>
                    <a:pt x="795020" y="1117092"/>
                  </a:lnTo>
                  <a:lnTo>
                    <a:pt x="159003" y="1117092"/>
                  </a:lnTo>
                  <a:lnTo>
                    <a:pt x="108768" y="1108980"/>
                  </a:lnTo>
                  <a:lnTo>
                    <a:pt x="65123" y="1086396"/>
                  </a:lnTo>
                  <a:lnTo>
                    <a:pt x="30695" y="1051968"/>
                  </a:lnTo>
                  <a:lnTo>
                    <a:pt x="8111" y="1008323"/>
                  </a:lnTo>
                  <a:lnTo>
                    <a:pt x="0" y="958088"/>
                  </a:lnTo>
                  <a:lnTo>
                    <a:pt x="0" y="159004"/>
                  </a:lnTo>
                  <a:close/>
                </a:path>
              </a:pathLst>
            </a:custGeom>
            <a:ln w="6096">
              <a:solidFill>
                <a:srgbClr val="FFFFFF"/>
              </a:solidFill>
            </a:ln>
          </p:spPr>
          <p:txBody>
            <a:bodyPr wrap="square" lIns="0" tIns="0" rIns="0" bIns="0" rtlCol="0"/>
            <a:lstStyle/>
            <a:p>
              <a:endParaRPr/>
            </a:p>
          </p:txBody>
        </p:sp>
      </p:grpSp>
      <p:sp>
        <p:nvSpPr>
          <p:cNvPr id="28" name="object 28"/>
          <p:cNvSpPr txBox="1"/>
          <p:nvPr/>
        </p:nvSpPr>
        <p:spPr>
          <a:xfrm>
            <a:off x="7864220" y="2751277"/>
            <a:ext cx="476250" cy="757555"/>
          </a:xfrm>
          <a:prstGeom prst="rect">
            <a:avLst/>
          </a:prstGeom>
        </p:spPr>
        <p:txBody>
          <a:bodyPr vert="horz" wrap="square" lIns="0" tIns="12700" rIns="0" bIns="0" rtlCol="0">
            <a:spAutoFit/>
          </a:bodyPr>
          <a:lstStyle/>
          <a:p>
            <a:pPr marL="27305">
              <a:lnSpc>
                <a:spcPct val="100000"/>
              </a:lnSpc>
              <a:spcBef>
                <a:spcPts val="100"/>
              </a:spcBef>
            </a:pPr>
            <a:r>
              <a:rPr sz="1200" spc="-10" dirty="0">
                <a:solidFill>
                  <a:srgbClr val="FFFFFF"/>
                </a:solidFill>
                <a:latin typeface="Calibri"/>
                <a:cs typeface="Calibri"/>
              </a:rPr>
              <a:t>B</a:t>
            </a:r>
            <a:r>
              <a:rPr sz="1200" dirty="0">
                <a:solidFill>
                  <a:srgbClr val="FFFFFF"/>
                </a:solidFill>
                <a:latin typeface="Calibri"/>
                <a:cs typeface="Calibri"/>
              </a:rPr>
              <a:t>ea</a:t>
            </a:r>
            <a:r>
              <a:rPr sz="1200" spc="-110" dirty="0">
                <a:solidFill>
                  <a:srgbClr val="FFFFFF"/>
                </a:solidFill>
                <a:latin typeface="Calibri"/>
                <a:cs typeface="Calibri"/>
              </a:rPr>
              <a:t>r</a:t>
            </a:r>
            <a:r>
              <a:rPr sz="1200" dirty="0">
                <a:solidFill>
                  <a:srgbClr val="FFFFFF"/>
                </a:solidFill>
                <a:latin typeface="Calibri"/>
                <a:cs typeface="Calibri"/>
              </a:rPr>
              <a:t>, 2</a:t>
            </a:r>
            <a:endParaRPr sz="1200">
              <a:latin typeface="Calibri"/>
              <a:cs typeface="Calibri"/>
            </a:endParaRPr>
          </a:p>
          <a:p>
            <a:pPr marL="65405">
              <a:lnSpc>
                <a:spcPct val="100000"/>
              </a:lnSpc>
              <a:spcBef>
                <a:spcPts val="5"/>
              </a:spcBef>
            </a:pPr>
            <a:r>
              <a:rPr sz="1200" spc="-5" dirty="0">
                <a:solidFill>
                  <a:srgbClr val="FFFFFF"/>
                </a:solidFill>
                <a:latin typeface="Calibri"/>
                <a:cs typeface="Calibri"/>
              </a:rPr>
              <a:t>C</a:t>
            </a:r>
            <a:r>
              <a:rPr sz="1200" dirty="0">
                <a:solidFill>
                  <a:srgbClr val="FFFFFF"/>
                </a:solidFill>
                <a:latin typeface="Calibri"/>
                <a:cs typeface="Calibri"/>
              </a:rPr>
              <a:t>a</a:t>
            </a:r>
            <a:r>
              <a:rPr sz="1200" spc="-110" dirty="0">
                <a:solidFill>
                  <a:srgbClr val="FFFFFF"/>
                </a:solidFill>
                <a:latin typeface="Calibri"/>
                <a:cs typeface="Calibri"/>
              </a:rPr>
              <a:t>r</a:t>
            </a:r>
            <a:r>
              <a:rPr sz="1200" dirty="0">
                <a:solidFill>
                  <a:srgbClr val="FFFFFF"/>
                </a:solidFill>
                <a:latin typeface="Calibri"/>
                <a:cs typeface="Calibri"/>
              </a:rPr>
              <a:t>, 3</a:t>
            </a:r>
            <a:endParaRPr sz="1200">
              <a:latin typeface="Calibri"/>
              <a:cs typeface="Calibri"/>
            </a:endParaRPr>
          </a:p>
          <a:p>
            <a:pPr marL="20320">
              <a:lnSpc>
                <a:spcPct val="100000"/>
              </a:lnSpc>
            </a:pPr>
            <a:r>
              <a:rPr sz="1200" dirty="0">
                <a:solidFill>
                  <a:srgbClr val="FFFFFF"/>
                </a:solidFill>
                <a:latin typeface="Calibri"/>
                <a:cs typeface="Calibri"/>
              </a:rPr>
              <a:t>Dee</a:t>
            </a:r>
            <a:r>
              <a:rPr sz="1200" spc="-110" dirty="0">
                <a:solidFill>
                  <a:srgbClr val="FFFFFF"/>
                </a:solidFill>
                <a:latin typeface="Calibri"/>
                <a:cs typeface="Calibri"/>
              </a:rPr>
              <a:t>r</a:t>
            </a:r>
            <a:r>
              <a:rPr sz="1200" dirty="0">
                <a:solidFill>
                  <a:srgbClr val="FFFFFF"/>
                </a:solidFill>
                <a:latin typeface="Calibri"/>
                <a:cs typeface="Calibri"/>
              </a:rPr>
              <a:t>,</a:t>
            </a:r>
            <a:r>
              <a:rPr sz="1200" spc="-10" dirty="0">
                <a:solidFill>
                  <a:srgbClr val="FFFFFF"/>
                </a:solidFill>
                <a:latin typeface="Calibri"/>
                <a:cs typeface="Calibri"/>
              </a:rPr>
              <a:t> </a:t>
            </a:r>
            <a:r>
              <a:rPr sz="1200" dirty="0">
                <a:solidFill>
                  <a:srgbClr val="FFFFFF"/>
                </a:solidFill>
                <a:latin typeface="Calibri"/>
                <a:cs typeface="Calibri"/>
              </a:rPr>
              <a:t>2</a:t>
            </a:r>
            <a:endParaRPr sz="1200">
              <a:latin typeface="Calibri"/>
              <a:cs typeface="Calibri"/>
            </a:endParaRPr>
          </a:p>
          <a:p>
            <a:pPr marL="12700">
              <a:lnSpc>
                <a:spcPct val="100000"/>
              </a:lnSpc>
            </a:pPr>
            <a:r>
              <a:rPr sz="1200" dirty="0">
                <a:solidFill>
                  <a:srgbClr val="FFFFFF"/>
                </a:solidFill>
                <a:latin typeface="Calibri"/>
                <a:cs typeface="Calibri"/>
              </a:rPr>
              <a:t>Ri</a:t>
            </a:r>
            <a:r>
              <a:rPr sz="1200" spc="-20" dirty="0">
                <a:solidFill>
                  <a:srgbClr val="FFFFFF"/>
                </a:solidFill>
                <a:latin typeface="Calibri"/>
                <a:cs typeface="Calibri"/>
              </a:rPr>
              <a:t>v</a:t>
            </a:r>
            <a:r>
              <a:rPr sz="1200" dirty="0">
                <a:solidFill>
                  <a:srgbClr val="FFFFFF"/>
                </a:solidFill>
                <a:latin typeface="Calibri"/>
                <a:cs typeface="Calibri"/>
              </a:rPr>
              <a:t>e</a:t>
            </a:r>
            <a:r>
              <a:rPr sz="1200" spc="-105" dirty="0">
                <a:solidFill>
                  <a:srgbClr val="FFFFFF"/>
                </a:solidFill>
                <a:latin typeface="Calibri"/>
                <a:cs typeface="Calibri"/>
              </a:rPr>
              <a:t>r</a:t>
            </a:r>
            <a:r>
              <a:rPr sz="1200" dirty="0">
                <a:solidFill>
                  <a:srgbClr val="FFFFFF"/>
                </a:solidFill>
                <a:latin typeface="Calibri"/>
                <a:cs typeface="Calibri"/>
              </a:rPr>
              <a:t>, 2</a:t>
            </a:r>
            <a:endParaRPr sz="1200">
              <a:latin typeface="Calibri"/>
              <a:cs typeface="Calibri"/>
            </a:endParaRPr>
          </a:p>
        </p:txBody>
      </p:sp>
      <p:grpSp>
        <p:nvGrpSpPr>
          <p:cNvPr id="29" name="object 29"/>
          <p:cNvGrpSpPr/>
          <p:nvPr/>
        </p:nvGrpSpPr>
        <p:grpSpPr>
          <a:xfrm>
            <a:off x="3834384" y="2029955"/>
            <a:ext cx="3814445" cy="2360295"/>
            <a:chOff x="3834384" y="2029955"/>
            <a:chExt cx="3814445" cy="2360295"/>
          </a:xfrm>
        </p:grpSpPr>
        <p:sp>
          <p:nvSpPr>
            <p:cNvPr id="30" name="object 30"/>
            <p:cNvSpPr/>
            <p:nvPr/>
          </p:nvSpPr>
          <p:spPr>
            <a:xfrm>
              <a:off x="4270756" y="2106675"/>
              <a:ext cx="995680" cy="2013585"/>
            </a:xfrm>
            <a:custGeom>
              <a:avLst/>
              <a:gdLst/>
              <a:ahLst/>
              <a:cxnLst/>
              <a:rect l="l" t="t" r="r" b="b"/>
              <a:pathLst>
                <a:path w="995679" h="2013585">
                  <a:moveTo>
                    <a:pt x="939419" y="1450086"/>
                  </a:moveTo>
                  <a:lnTo>
                    <a:pt x="932472" y="1401584"/>
                  </a:lnTo>
                  <a:lnTo>
                    <a:pt x="927354" y="1365758"/>
                  </a:lnTo>
                  <a:lnTo>
                    <a:pt x="901280" y="1383842"/>
                  </a:lnTo>
                  <a:lnTo>
                    <a:pt x="76327" y="194056"/>
                  </a:lnTo>
                  <a:lnTo>
                    <a:pt x="65913" y="201168"/>
                  </a:lnTo>
                  <a:lnTo>
                    <a:pt x="890854" y="1391081"/>
                  </a:lnTo>
                  <a:lnTo>
                    <a:pt x="864743" y="1409192"/>
                  </a:lnTo>
                  <a:lnTo>
                    <a:pt x="939419" y="1450086"/>
                  </a:lnTo>
                  <a:close/>
                </a:path>
                <a:path w="995679" h="2013585">
                  <a:moveTo>
                    <a:pt x="994537" y="2013077"/>
                  </a:moveTo>
                  <a:lnTo>
                    <a:pt x="993419" y="1959864"/>
                  </a:lnTo>
                  <a:lnTo>
                    <a:pt x="992759" y="1927898"/>
                  </a:lnTo>
                  <a:lnTo>
                    <a:pt x="964717" y="1942680"/>
                  </a:lnTo>
                  <a:lnTo>
                    <a:pt x="11176" y="133731"/>
                  </a:lnTo>
                  <a:lnTo>
                    <a:pt x="0" y="139573"/>
                  </a:lnTo>
                  <a:lnTo>
                    <a:pt x="953427" y="1948624"/>
                  </a:lnTo>
                  <a:lnTo>
                    <a:pt x="925322" y="1963432"/>
                  </a:lnTo>
                  <a:lnTo>
                    <a:pt x="994537" y="2013077"/>
                  </a:lnTo>
                  <a:close/>
                </a:path>
                <a:path w="995679" h="2013585">
                  <a:moveTo>
                    <a:pt x="995172" y="14732"/>
                  </a:moveTo>
                  <a:lnTo>
                    <a:pt x="911225" y="0"/>
                  </a:lnTo>
                  <a:lnTo>
                    <a:pt x="920330" y="30454"/>
                  </a:lnTo>
                  <a:lnTo>
                    <a:pt x="142494" y="262636"/>
                  </a:lnTo>
                  <a:lnTo>
                    <a:pt x="146050" y="274828"/>
                  </a:lnTo>
                  <a:lnTo>
                    <a:pt x="923963" y="42621"/>
                  </a:lnTo>
                  <a:lnTo>
                    <a:pt x="933069" y="73025"/>
                  </a:lnTo>
                  <a:lnTo>
                    <a:pt x="982306" y="26797"/>
                  </a:lnTo>
                  <a:lnTo>
                    <a:pt x="995172" y="14732"/>
                  </a:lnTo>
                  <a:close/>
                </a:path>
              </a:pathLst>
            </a:custGeom>
            <a:solidFill>
              <a:srgbClr val="5F5F5F"/>
            </a:solidFill>
          </p:spPr>
          <p:txBody>
            <a:bodyPr wrap="square" lIns="0" tIns="0" rIns="0" bIns="0" rtlCol="0"/>
            <a:lstStyle/>
            <a:p>
              <a:endParaRPr/>
            </a:p>
          </p:txBody>
        </p:sp>
        <p:sp>
          <p:nvSpPr>
            <p:cNvPr id="31" name="object 31"/>
            <p:cNvSpPr/>
            <p:nvPr/>
          </p:nvSpPr>
          <p:spPr>
            <a:xfrm>
              <a:off x="4316984" y="2761487"/>
              <a:ext cx="949960" cy="1495425"/>
            </a:xfrm>
            <a:custGeom>
              <a:avLst/>
              <a:gdLst/>
              <a:ahLst/>
              <a:cxnLst/>
              <a:rect l="l" t="t" r="r" b="b"/>
              <a:pathLst>
                <a:path w="949960" h="1495425">
                  <a:moveTo>
                    <a:pt x="852043" y="14478"/>
                  </a:moveTo>
                  <a:lnTo>
                    <a:pt x="768096" y="0"/>
                  </a:lnTo>
                  <a:lnTo>
                    <a:pt x="776198" y="26924"/>
                  </a:lnTo>
                  <a:lnTo>
                    <a:pt x="0" y="260604"/>
                  </a:lnTo>
                  <a:lnTo>
                    <a:pt x="5588" y="279527"/>
                  </a:lnTo>
                  <a:lnTo>
                    <a:pt x="781939" y="45961"/>
                  </a:lnTo>
                  <a:lnTo>
                    <a:pt x="790067" y="72898"/>
                  </a:lnTo>
                  <a:lnTo>
                    <a:pt x="842746" y="23241"/>
                  </a:lnTo>
                  <a:lnTo>
                    <a:pt x="852043" y="14478"/>
                  </a:lnTo>
                  <a:close/>
                </a:path>
                <a:path w="949960" h="1495425">
                  <a:moveTo>
                    <a:pt x="861187" y="159258"/>
                  </a:moveTo>
                  <a:lnTo>
                    <a:pt x="777240" y="144780"/>
                  </a:lnTo>
                  <a:lnTo>
                    <a:pt x="785342" y="171704"/>
                  </a:lnTo>
                  <a:lnTo>
                    <a:pt x="9144" y="405384"/>
                  </a:lnTo>
                  <a:lnTo>
                    <a:pt x="14732" y="424307"/>
                  </a:lnTo>
                  <a:lnTo>
                    <a:pt x="791083" y="190741"/>
                  </a:lnTo>
                  <a:lnTo>
                    <a:pt x="799211" y="217678"/>
                  </a:lnTo>
                  <a:lnTo>
                    <a:pt x="851890" y="168021"/>
                  </a:lnTo>
                  <a:lnTo>
                    <a:pt x="861187" y="159258"/>
                  </a:lnTo>
                  <a:close/>
                </a:path>
                <a:path w="949960" h="1495425">
                  <a:moveTo>
                    <a:pt x="949706" y="1494853"/>
                  </a:moveTo>
                  <a:lnTo>
                    <a:pt x="938250" y="1454721"/>
                  </a:lnTo>
                  <a:lnTo>
                    <a:pt x="926338" y="1412925"/>
                  </a:lnTo>
                  <a:lnTo>
                    <a:pt x="905535" y="1431963"/>
                  </a:lnTo>
                  <a:lnTo>
                    <a:pt x="106172" y="559435"/>
                  </a:lnTo>
                  <a:lnTo>
                    <a:pt x="91440" y="572897"/>
                  </a:lnTo>
                  <a:lnTo>
                    <a:pt x="890930" y="1445336"/>
                  </a:lnTo>
                  <a:lnTo>
                    <a:pt x="870077" y="1464411"/>
                  </a:lnTo>
                  <a:lnTo>
                    <a:pt x="949706" y="1494853"/>
                  </a:lnTo>
                  <a:close/>
                </a:path>
              </a:pathLst>
            </a:custGeom>
            <a:solidFill>
              <a:srgbClr val="AFC3C7"/>
            </a:solidFill>
          </p:spPr>
          <p:txBody>
            <a:bodyPr wrap="square" lIns="0" tIns="0" rIns="0" bIns="0" rtlCol="0"/>
            <a:lstStyle/>
            <a:p>
              <a:endParaRPr/>
            </a:p>
          </p:txBody>
        </p:sp>
        <p:sp>
          <p:nvSpPr>
            <p:cNvPr id="32" name="object 32"/>
            <p:cNvSpPr/>
            <p:nvPr/>
          </p:nvSpPr>
          <p:spPr>
            <a:xfrm>
              <a:off x="4272915" y="2217419"/>
              <a:ext cx="929005" cy="2103120"/>
            </a:xfrm>
            <a:custGeom>
              <a:avLst/>
              <a:gdLst/>
              <a:ahLst/>
              <a:cxnLst/>
              <a:rect l="l" t="t" r="r" b="b"/>
              <a:pathLst>
                <a:path w="929004" h="2103120">
                  <a:moveTo>
                    <a:pt x="928878" y="813816"/>
                  </a:moveTo>
                  <a:lnTo>
                    <a:pt x="853440" y="853313"/>
                  </a:lnTo>
                  <a:lnTo>
                    <a:pt x="879170" y="871867"/>
                  </a:lnTo>
                  <a:lnTo>
                    <a:pt x="160299" y="1869389"/>
                  </a:lnTo>
                  <a:lnTo>
                    <a:pt x="864819" y="73228"/>
                  </a:lnTo>
                  <a:lnTo>
                    <a:pt x="894461" y="84836"/>
                  </a:lnTo>
                  <a:lnTo>
                    <a:pt x="891895" y="56769"/>
                  </a:lnTo>
                  <a:lnTo>
                    <a:pt x="886714" y="0"/>
                  </a:lnTo>
                  <a:lnTo>
                    <a:pt x="823468" y="57023"/>
                  </a:lnTo>
                  <a:lnTo>
                    <a:pt x="852982" y="68592"/>
                  </a:lnTo>
                  <a:lnTo>
                    <a:pt x="135991" y="1896313"/>
                  </a:lnTo>
                  <a:lnTo>
                    <a:pt x="0" y="1984705"/>
                  </a:lnTo>
                  <a:lnTo>
                    <a:pt x="6858" y="1995347"/>
                  </a:lnTo>
                  <a:lnTo>
                    <a:pt x="124764" y="1918703"/>
                  </a:lnTo>
                  <a:lnTo>
                    <a:pt x="75946" y="1986445"/>
                  </a:lnTo>
                  <a:lnTo>
                    <a:pt x="86360" y="1993861"/>
                  </a:lnTo>
                  <a:lnTo>
                    <a:pt x="111290" y="1959254"/>
                  </a:lnTo>
                  <a:lnTo>
                    <a:pt x="56896" y="2097938"/>
                  </a:lnTo>
                  <a:lnTo>
                    <a:pt x="68834" y="2102586"/>
                  </a:lnTo>
                  <a:lnTo>
                    <a:pt x="141478" y="1917382"/>
                  </a:lnTo>
                  <a:lnTo>
                    <a:pt x="154406" y="1899437"/>
                  </a:lnTo>
                  <a:lnTo>
                    <a:pt x="868502" y="1435214"/>
                  </a:lnTo>
                  <a:lnTo>
                    <a:pt x="885825" y="1461897"/>
                  </a:lnTo>
                  <a:lnTo>
                    <a:pt x="911694" y="1417701"/>
                  </a:lnTo>
                  <a:lnTo>
                    <a:pt x="928878" y="1388364"/>
                  </a:lnTo>
                  <a:lnTo>
                    <a:pt x="844296" y="1397889"/>
                  </a:lnTo>
                  <a:lnTo>
                    <a:pt x="861618" y="1424609"/>
                  </a:lnTo>
                  <a:lnTo>
                    <a:pt x="174866" y="1871040"/>
                  </a:lnTo>
                  <a:lnTo>
                    <a:pt x="889495" y="879309"/>
                  </a:lnTo>
                  <a:lnTo>
                    <a:pt x="915289" y="897890"/>
                  </a:lnTo>
                  <a:lnTo>
                    <a:pt x="921156" y="861568"/>
                  </a:lnTo>
                  <a:lnTo>
                    <a:pt x="928878" y="813816"/>
                  </a:lnTo>
                  <a:close/>
                </a:path>
              </a:pathLst>
            </a:custGeom>
            <a:solidFill>
              <a:srgbClr val="006FC0"/>
            </a:solidFill>
          </p:spPr>
          <p:txBody>
            <a:bodyPr wrap="square" lIns="0" tIns="0" rIns="0" bIns="0" rtlCol="0"/>
            <a:lstStyle/>
            <a:p>
              <a:endParaRPr dirty="0"/>
            </a:p>
          </p:txBody>
        </p:sp>
        <p:pic>
          <p:nvPicPr>
            <p:cNvPr id="33" name="object 33"/>
            <p:cNvPicPr/>
            <p:nvPr/>
          </p:nvPicPr>
          <p:blipFill>
            <a:blip r:embed="rId7" cstate="print"/>
            <a:stretch>
              <a:fillRect/>
            </a:stretch>
          </p:blipFill>
          <p:spPr>
            <a:xfrm>
              <a:off x="3834384" y="2029955"/>
              <a:ext cx="841273" cy="725436"/>
            </a:xfrm>
            <a:prstGeom prst="rect">
              <a:avLst/>
            </a:prstGeom>
          </p:spPr>
        </p:pic>
        <p:pic>
          <p:nvPicPr>
            <p:cNvPr id="34" name="object 34"/>
            <p:cNvPicPr/>
            <p:nvPr/>
          </p:nvPicPr>
          <p:blipFill>
            <a:blip r:embed="rId8" cstate="print"/>
            <a:stretch>
              <a:fillRect/>
            </a:stretch>
          </p:blipFill>
          <p:spPr>
            <a:xfrm>
              <a:off x="3896868" y="2033028"/>
              <a:ext cx="714768" cy="766559"/>
            </a:xfrm>
            <a:prstGeom prst="rect">
              <a:avLst/>
            </a:prstGeom>
          </p:spPr>
        </p:pic>
        <p:sp>
          <p:nvSpPr>
            <p:cNvPr id="35" name="object 35"/>
            <p:cNvSpPr/>
            <p:nvPr/>
          </p:nvSpPr>
          <p:spPr>
            <a:xfrm>
              <a:off x="3880104" y="2055876"/>
              <a:ext cx="754380" cy="638810"/>
            </a:xfrm>
            <a:custGeom>
              <a:avLst/>
              <a:gdLst/>
              <a:ahLst/>
              <a:cxnLst/>
              <a:rect l="l" t="t" r="r" b="b"/>
              <a:pathLst>
                <a:path w="754379" h="638810">
                  <a:moveTo>
                    <a:pt x="647954" y="0"/>
                  </a:moveTo>
                  <a:lnTo>
                    <a:pt x="106425" y="0"/>
                  </a:lnTo>
                  <a:lnTo>
                    <a:pt x="64990" y="8360"/>
                  </a:lnTo>
                  <a:lnTo>
                    <a:pt x="31162" y="31162"/>
                  </a:lnTo>
                  <a:lnTo>
                    <a:pt x="8360" y="64990"/>
                  </a:lnTo>
                  <a:lnTo>
                    <a:pt x="0" y="106425"/>
                  </a:lnTo>
                  <a:lnTo>
                    <a:pt x="0" y="532130"/>
                  </a:lnTo>
                  <a:lnTo>
                    <a:pt x="8360" y="573565"/>
                  </a:lnTo>
                  <a:lnTo>
                    <a:pt x="31162" y="607393"/>
                  </a:lnTo>
                  <a:lnTo>
                    <a:pt x="64990" y="630195"/>
                  </a:lnTo>
                  <a:lnTo>
                    <a:pt x="106425" y="638556"/>
                  </a:lnTo>
                  <a:lnTo>
                    <a:pt x="647954" y="638556"/>
                  </a:lnTo>
                  <a:lnTo>
                    <a:pt x="689389" y="630195"/>
                  </a:lnTo>
                  <a:lnTo>
                    <a:pt x="723217" y="607393"/>
                  </a:lnTo>
                  <a:lnTo>
                    <a:pt x="746019" y="573565"/>
                  </a:lnTo>
                  <a:lnTo>
                    <a:pt x="754380" y="532130"/>
                  </a:lnTo>
                  <a:lnTo>
                    <a:pt x="754380" y="106425"/>
                  </a:lnTo>
                  <a:lnTo>
                    <a:pt x="746019" y="64990"/>
                  </a:lnTo>
                  <a:lnTo>
                    <a:pt x="723217" y="31162"/>
                  </a:lnTo>
                  <a:lnTo>
                    <a:pt x="689389" y="8360"/>
                  </a:lnTo>
                  <a:lnTo>
                    <a:pt x="647954" y="0"/>
                  </a:lnTo>
                  <a:close/>
                </a:path>
              </a:pathLst>
            </a:custGeom>
            <a:solidFill>
              <a:srgbClr val="9CB955"/>
            </a:solidFill>
          </p:spPr>
          <p:txBody>
            <a:bodyPr wrap="square" lIns="0" tIns="0" rIns="0" bIns="0" rtlCol="0"/>
            <a:lstStyle/>
            <a:p>
              <a:endParaRPr/>
            </a:p>
          </p:txBody>
        </p:sp>
        <p:sp>
          <p:nvSpPr>
            <p:cNvPr id="36" name="object 36"/>
            <p:cNvSpPr/>
            <p:nvPr/>
          </p:nvSpPr>
          <p:spPr>
            <a:xfrm>
              <a:off x="3880104" y="2055876"/>
              <a:ext cx="754380" cy="638810"/>
            </a:xfrm>
            <a:custGeom>
              <a:avLst/>
              <a:gdLst/>
              <a:ahLst/>
              <a:cxnLst/>
              <a:rect l="l" t="t" r="r" b="b"/>
              <a:pathLst>
                <a:path w="754379" h="638810">
                  <a:moveTo>
                    <a:pt x="0" y="106425"/>
                  </a:moveTo>
                  <a:lnTo>
                    <a:pt x="8360" y="64990"/>
                  </a:lnTo>
                  <a:lnTo>
                    <a:pt x="31162" y="31162"/>
                  </a:lnTo>
                  <a:lnTo>
                    <a:pt x="64990" y="8360"/>
                  </a:lnTo>
                  <a:lnTo>
                    <a:pt x="106425" y="0"/>
                  </a:lnTo>
                  <a:lnTo>
                    <a:pt x="647954" y="0"/>
                  </a:lnTo>
                  <a:lnTo>
                    <a:pt x="689389" y="8360"/>
                  </a:lnTo>
                  <a:lnTo>
                    <a:pt x="723217" y="31162"/>
                  </a:lnTo>
                  <a:lnTo>
                    <a:pt x="746019" y="64990"/>
                  </a:lnTo>
                  <a:lnTo>
                    <a:pt x="754380" y="106425"/>
                  </a:lnTo>
                  <a:lnTo>
                    <a:pt x="754380" y="532130"/>
                  </a:lnTo>
                  <a:lnTo>
                    <a:pt x="746019" y="573565"/>
                  </a:lnTo>
                  <a:lnTo>
                    <a:pt x="723217" y="607393"/>
                  </a:lnTo>
                  <a:lnTo>
                    <a:pt x="689389" y="630195"/>
                  </a:lnTo>
                  <a:lnTo>
                    <a:pt x="647954" y="638556"/>
                  </a:lnTo>
                  <a:lnTo>
                    <a:pt x="106425" y="638556"/>
                  </a:lnTo>
                  <a:lnTo>
                    <a:pt x="64990" y="630195"/>
                  </a:lnTo>
                  <a:lnTo>
                    <a:pt x="31162" y="607393"/>
                  </a:lnTo>
                  <a:lnTo>
                    <a:pt x="8360" y="573565"/>
                  </a:lnTo>
                  <a:lnTo>
                    <a:pt x="0" y="532130"/>
                  </a:lnTo>
                  <a:lnTo>
                    <a:pt x="0" y="106425"/>
                  </a:lnTo>
                  <a:close/>
                </a:path>
              </a:pathLst>
            </a:custGeom>
            <a:ln w="6096">
              <a:solidFill>
                <a:srgbClr val="FFFFFF"/>
              </a:solidFill>
            </a:ln>
          </p:spPr>
          <p:txBody>
            <a:bodyPr wrap="square" lIns="0" tIns="0" rIns="0" bIns="0" rtlCol="0"/>
            <a:lstStyle/>
            <a:p>
              <a:endParaRPr/>
            </a:p>
          </p:txBody>
        </p:sp>
        <p:sp>
          <p:nvSpPr>
            <p:cNvPr id="37" name="object 37"/>
            <p:cNvSpPr/>
            <p:nvPr/>
          </p:nvSpPr>
          <p:spPr>
            <a:xfrm>
              <a:off x="6594348" y="2115565"/>
              <a:ext cx="1054735" cy="2274570"/>
            </a:xfrm>
            <a:custGeom>
              <a:avLst/>
              <a:gdLst/>
              <a:ahLst/>
              <a:cxnLst/>
              <a:rect l="l" t="t" r="r" b="b"/>
              <a:pathLst>
                <a:path w="1054734" h="2274570">
                  <a:moveTo>
                    <a:pt x="954024" y="1450594"/>
                  </a:moveTo>
                  <a:lnTo>
                    <a:pt x="941324" y="1444244"/>
                  </a:lnTo>
                  <a:lnTo>
                    <a:pt x="877824" y="1412494"/>
                  </a:lnTo>
                  <a:lnTo>
                    <a:pt x="877824" y="1444244"/>
                  </a:lnTo>
                  <a:lnTo>
                    <a:pt x="0" y="1444244"/>
                  </a:lnTo>
                  <a:lnTo>
                    <a:pt x="0" y="1456944"/>
                  </a:lnTo>
                  <a:lnTo>
                    <a:pt x="877824" y="1456944"/>
                  </a:lnTo>
                  <a:lnTo>
                    <a:pt x="877824" y="1488694"/>
                  </a:lnTo>
                  <a:lnTo>
                    <a:pt x="941324" y="1456944"/>
                  </a:lnTo>
                  <a:lnTo>
                    <a:pt x="954024" y="1450594"/>
                  </a:lnTo>
                  <a:close/>
                </a:path>
                <a:path w="1054734" h="2274570">
                  <a:moveTo>
                    <a:pt x="954024" y="712978"/>
                  </a:moveTo>
                  <a:lnTo>
                    <a:pt x="941324" y="706628"/>
                  </a:lnTo>
                  <a:lnTo>
                    <a:pt x="877824" y="674878"/>
                  </a:lnTo>
                  <a:lnTo>
                    <a:pt x="877824" y="706628"/>
                  </a:lnTo>
                  <a:lnTo>
                    <a:pt x="0" y="706628"/>
                  </a:lnTo>
                  <a:lnTo>
                    <a:pt x="0" y="719328"/>
                  </a:lnTo>
                  <a:lnTo>
                    <a:pt x="877824" y="719328"/>
                  </a:lnTo>
                  <a:lnTo>
                    <a:pt x="877824" y="751078"/>
                  </a:lnTo>
                  <a:lnTo>
                    <a:pt x="941324" y="719328"/>
                  </a:lnTo>
                  <a:lnTo>
                    <a:pt x="954024" y="712978"/>
                  </a:lnTo>
                  <a:close/>
                </a:path>
                <a:path w="1054734" h="2274570">
                  <a:moveTo>
                    <a:pt x="1030732" y="464693"/>
                  </a:moveTo>
                  <a:lnTo>
                    <a:pt x="1018209" y="422783"/>
                  </a:lnTo>
                  <a:lnTo>
                    <a:pt x="1006348" y="383032"/>
                  </a:lnTo>
                  <a:lnTo>
                    <a:pt x="983208" y="404799"/>
                  </a:lnTo>
                  <a:lnTo>
                    <a:pt x="603504" y="0"/>
                  </a:lnTo>
                  <a:lnTo>
                    <a:pt x="594360" y="8636"/>
                  </a:lnTo>
                  <a:lnTo>
                    <a:pt x="973912" y="413537"/>
                  </a:lnTo>
                  <a:lnTo>
                    <a:pt x="950849" y="435229"/>
                  </a:lnTo>
                  <a:lnTo>
                    <a:pt x="1030732" y="464693"/>
                  </a:lnTo>
                  <a:close/>
                </a:path>
                <a:path w="1054734" h="2274570">
                  <a:moveTo>
                    <a:pt x="1054481" y="1668526"/>
                  </a:moveTo>
                  <a:lnTo>
                    <a:pt x="974471" y="1697609"/>
                  </a:lnTo>
                  <a:lnTo>
                    <a:pt x="997534" y="1719478"/>
                  </a:lnTo>
                  <a:lnTo>
                    <a:pt x="480060" y="2265819"/>
                  </a:lnTo>
                  <a:lnTo>
                    <a:pt x="489204" y="2274557"/>
                  </a:lnTo>
                  <a:lnTo>
                    <a:pt x="1006741" y="1728190"/>
                  </a:lnTo>
                  <a:lnTo>
                    <a:pt x="1029843" y="1750060"/>
                  </a:lnTo>
                  <a:lnTo>
                    <a:pt x="1041844" y="1710309"/>
                  </a:lnTo>
                  <a:lnTo>
                    <a:pt x="1054481" y="1668526"/>
                  </a:lnTo>
                  <a:close/>
                </a:path>
              </a:pathLst>
            </a:custGeom>
            <a:solidFill>
              <a:srgbClr val="006FC0"/>
            </a:solidFill>
          </p:spPr>
          <p:txBody>
            <a:bodyPr wrap="square" lIns="0" tIns="0" rIns="0" bIns="0" rtlCol="0"/>
            <a:lstStyle/>
            <a:p>
              <a:endParaRPr dirty="0"/>
            </a:p>
          </p:txBody>
        </p:sp>
      </p:grpSp>
      <p:sp>
        <p:nvSpPr>
          <p:cNvPr id="38" name="object 38"/>
          <p:cNvSpPr txBox="1"/>
          <p:nvPr/>
        </p:nvSpPr>
        <p:spPr>
          <a:xfrm>
            <a:off x="4019169" y="2079498"/>
            <a:ext cx="476250" cy="574040"/>
          </a:xfrm>
          <a:prstGeom prst="rect">
            <a:avLst/>
          </a:prstGeom>
        </p:spPr>
        <p:txBody>
          <a:bodyPr vert="horz" wrap="square" lIns="0" tIns="12700" rIns="0" bIns="0" rtlCol="0">
            <a:spAutoFit/>
          </a:bodyPr>
          <a:lstStyle/>
          <a:p>
            <a:pPr marL="19685">
              <a:lnSpc>
                <a:spcPct val="100000"/>
              </a:lnSpc>
              <a:spcBef>
                <a:spcPts val="100"/>
              </a:spcBef>
            </a:pPr>
            <a:r>
              <a:rPr sz="1200" dirty="0">
                <a:solidFill>
                  <a:srgbClr val="FFFFFF"/>
                </a:solidFill>
                <a:latin typeface="Calibri"/>
                <a:cs typeface="Calibri"/>
              </a:rPr>
              <a:t>Dee</a:t>
            </a:r>
            <a:r>
              <a:rPr sz="1200" spc="-110" dirty="0">
                <a:solidFill>
                  <a:srgbClr val="FFFFFF"/>
                </a:solidFill>
                <a:latin typeface="Calibri"/>
                <a:cs typeface="Calibri"/>
              </a:rPr>
              <a:t>r</a:t>
            </a:r>
            <a:r>
              <a:rPr sz="1200" dirty="0">
                <a:solidFill>
                  <a:srgbClr val="FFFFFF"/>
                </a:solidFill>
                <a:latin typeface="Calibri"/>
                <a:cs typeface="Calibri"/>
              </a:rPr>
              <a:t>,</a:t>
            </a:r>
            <a:r>
              <a:rPr sz="1200" spc="-10" dirty="0">
                <a:solidFill>
                  <a:srgbClr val="FFFFFF"/>
                </a:solidFill>
                <a:latin typeface="Calibri"/>
                <a:cs typeface="Calibri"/>
              </a:rPr>
              <a:t> </a:t>
            </a:r>
            <a:r>
              <a:rPr sz="1200" dirty="0">
                <a:solidFill>
                  <a:srgbClr val="FFFFFF"/>
                </a:solidFill>
                <a:latin typeface="Calibri"/>
                <a:cs typeface="Calibri"/>
              </a:rPr>
              <a:t>1</a:t>
            </a:r>
            <a:endParaRPr sz="1200">
              <a:latin typeface="Calibri"/>
              <a:cs typeface="Calibri"/>
            </a:endParaRPr>
          </a:p>
          <a:p>
            <a:pPr marL="27305">
              <a:lnSpc>
                <a:spcPct val="100000"/>
              </a:lnSpc>
            </a:pPr>
            <a:r>
              <a:rPr sz="1200" spc="-5" dirty="0">
                <a:solidFill>
                  <a:srgbClr val="FFFFFF"/>
                </a:solidFill>
                <a:latin typeface="Calibri"/>
                <a:cs typeface="Calibri"/>
              </a:rPr>
              <a:t>B</a:t>
            </a:r>
            <a:r>
              <a:rPr sz="1200" dirty="0">
                <a:solidFill>
                  <a:srgbClr val="FFFFFF"/>
                </a:solidFill>
                <a:latin typeface="Calibri"/>
                <a:cs typeface="Calibri"/>
              </a:rPr>
              <a:t>ea</a:t>
            </a:r>
            <a:r>
              <a:rPr sz="1200" spc="-110" dirty="0">
                <a:solidFill>
                  <a:srgbClr val="FFFFFF"/>
                </a:solidFill>
                <a:latin typeface="Calibri"/>
                <a:cs typeface="Calibri"/>
              </a:rPr>
              <a:t>r</a:t>
            </a:r>
            <a:r>
              <a:rPr sz="1200" dirty="0">
                <a:solidFill>
                  <a:srgbClr val="FFFFFF"/>
                </a:solidFill>
                <a:latin typeface="Calibri"/>
                <a:cs typeface="Calibri"/>
              </a:rPr>
              <a:t>, 1</a:t>
            </a:r>
            <a:endParaRPr sz="1200">
              <a:latin typeface="Calibri"/>
              <a:cs typeface="Calibri"/>
            </a:endParaRPr>
          </a:p>
          <a:p>
            <a:pPr marL="12700">
              <a:lnSpc>
                <a:spcPct val="100000"/>
              </a:lnSpc>
            </a:pPr>
            <a:r>
              <a:rPr sz="1200" dirty="0">
                <a:solidFill>
                  <a:srgbClr val="FFFFFF"/>
                </a:solidFill>
                <a:latin typeface="Calibri"/>
                <a:cs typeface="Calibri"/>
              </a:rPr>
              <a:t>Ri</a:t>
            </a:r>
            <a:r>
              <a:rPr sz="1200" spc="-20" dirty="0">
                <a:solidFill>
                  <a:srgbClr val="FFFFFF"/>
                </a:solidFill>
                <a:latin typeface="Calibri"/>
                <a:cs typeface="Calibri"/>
              </a:rPr>
              <a:t>v</a:t>
            </a:r>
            <a:r>
              <a:rPr sz="1200" dirty="0">
                <a:solidFill>
                  <a:srgbClr val="FFFFFF"/>
                </a:solidFill>
                <a:latin typeface="Calibri"/>
                <a:cs typeface="Calibri"/>
              </a:rPr>
              <a:t>e</a:t>
            </a:r>
            <a:r>
              <a:rPr sz="1200" spc="-105" dirty="0">
                <a:solidFill>
                  <a:srgbClr val="FFFFFF"/>
                </a:solidFill>
                <a:latin typeface="Calibri"/>
                <a:cs typeface="Calibri"/>
              </a:rPr>
              <a:t>r</a:t>
            </a:r>
            <a:r>
              <a:rPr sz="1200" dirty="0">
                <a:solidFill>
                  <a:srgbClr val="FFFFFF"/>
                </a:solidFill>
                <a:latin typeface="Calibri"/>
                <a:cs typeface="Calibri"/>
              </a:rPr>
              <a:t>, 1</a:t>
            </a:r>
            <a:endParaRPr sz="1200">
              <a:latin typeface="Calibri"/>
              <a:cs typeface="Calibri"/>
            </a:endParaRPr>
          </a:p>
        </p:txBody>
      </p:sp>
      <p:grpSp>
        <p:nvGrpSpPr>
          <p:cNvPr id="39" name="object 39"/>
          <p:cNvGrpSpPr/>
          <p:nvPr/>
        </p:nvGrpSpPr>
        <p:grpSpPr>
          <a:xfrm>
            <a:off x="3817620" y="2903207"/>
            <a:ext cx="841375" cy="770255"/>
            <a:chOff x="3817620" y="2903207"/>
            <a:chExt cx="841375" cy="770255"/>
          </a:xfrm>
        </p:grpSpPr>
        <p:pic>
          <p:nvPicPr>
            <p:cNvPr id="40" name="object 40"/>
            <p:cNvPicPr/>
            <p:nvPr/>
          </p:nvPicPr>
          <p:blipFill>
            <a:blip r:embed="rId7" cstate="print"/>
            <a:stretch>
              <a:fillRect/>
            </a:stretch>
          </p:blipFill>
          <p:spPr>
            <a:xfrm>
              <a:off x="3817620" y="2903207"/>
              <a:ext cx="841273" cy="725436"/>
            </a:xfrm>
            <a:prstGeom prst="rect">
              <a:avLst/>
            </a:prstGeom>
          </p:spPr>
        </p:pic>
        <p:pic>
          <p:nvPicPr>
            <p:cNvPr id="41" name="object 41"/>
            <p:cNvPicPr/>
            <p:nvPr/>
          </p:nvPicPr>
          <p:blipFill>
            <a:blip r:embed="rId9" cstate="print"/>
            <a:stretch>
              <a:fillRect/>
            </a:stretch>
          </p:blipFill>
          <p:spPr>
            <a:xfrm>
              <a:off x="3880104" y="2906280"/>
              <a:ext cx="714768" cy="766559"/>
            </a:xfrm>
            <a:prstGeom prst="rect">
              <a:avLst/>
            </a:prstGeom>
          </p:spPr>
        </p:pic>
        <p:sp>
          <p:nvSpPr>
            <p:cNvPr id="42" name="object 42"/>
            <p:cNvSpPr/>
            <p:nvPr/>
          </p:nvSpPr>
          <p:spPr>
            <a:xfrm>
              <a:off x="3863340" y="2929127"/>
              <a:ext cx="754380" cy="638810"/>
            </a:xfrm>
            <a:custGeom>
              <a:avLst/>
              <a:gdLst/>
              <a:ahLst/>
              <a:cxnLst/>
              <a:rect l="l" t="t" r="r" b="b"/>
              <a:pathLst>
                <a:path w="754379" h="638810">
                  <a:moveTo>
                    <a:pt x="647954" y="0"/>
                  </a:moveTo>
                  <a:lnTo>
                    <a:pt x="106425" y="0"/>
                  </a:lnTo>
                  <a:lnTo>
                    <a:pt x="64990" y="8360"/>
                  </a:lnTo>
                  <a:lnTo>
                    <a:pt x="31162" y="31162"/>
                  </a:lnTo>
                  <a:lnTo>
                    <a:pt x="8360" y="64990"/>
                  </a:lnTo>
                  <a:lnTo>
                    <a:pt x="0" y="106426"/>
                  </a:lnTo>
                  <a:lnTo>
                    <a:pt x="0" y="532130"/>
                  </a:lnTo>
                  <a:lnTo>
                    <a:pt x="8360" y="573565"/>
                  </a:lnTo>
                  <a:lnTo>
                    <a:pt x="31162" y="607393"/>
                  </a:lnTo>
                  <a:lnTo>
                    <a:pt x="64990" y="630195"/>
                  </a:lnTo>
                  <a:lnTo>
                    <a:pt x="106425" y="638556"/>
                  </a:lnTo>
                  <a:lnTo>
                    <a:pt x="647954" y="638556"/>
                  </a:lnTo>
                  <a:lnTo>
                    <a:pt x="689389" y="630195"/>
                  </a:lnTo>
                  <a:lnTo>
                    <a:pt x="723217" y="607393"/>
                  </a:lnTo>
                  <a:lnTo>
                    <a:pt x="746019" y="573565"/>
                  </a:lnTo>
                  <a:lnTo>
                    <a:pt x="754380" y="532130"/>
                  </a:lnTo>
                  <a:lnTo>
                    <a:pt x="754380" y="106426"/>
                  </a:lnTo>
                  <a:lnTo>
                    <a:pt x="746019" y="64990"/>
                  </a:lnTo>
                  <a:lnTo>
                    <a:pt x="723217" y="31162"/>
                  </a:lnTo>
                  <a:lnTo>
                    <a:pt x="689389" y="8360"/>
                  </a:lnTo>
                  <a:lnTo>
                    <a:pt x="647954" y="0"/>
                  </a:lnTo>
                  <a:close/>
                </a:path>
              </a:pathLst>
            </a:custGeom>
            <a:solidFill>
              <a:srgbClr val="9CB955"/>
            </a:solidFill>
          </p:spPr>
          <p:txBody>
            <a:bodyPr wrap="square" lIns="0" tIns="0" rIns="0" bIns="0" rtlCol="0"/>
            <a:lstStyle/>
            <a:p>
              <a:endParaRPr/>
            </a:p>
          </p:txBody>
        </p:sp>
        <p:sp>
          <p:nvSpPr>
            <p:cNvPr id="43" name="object 43"/>
            <p:cNvSpPr/>
            <p:nvPr/>
          </p:nvSpPr>
          <p:spPr>
            <a:xfrm>
              <a:off x="3863340" y="2929127"/>
              <a:ext cx="754380" cy="638810"/>
            </a:xfrm>
            <a:custGeom>
              <a:avLst/>
              <a:gdLst/>
              <a:ahLst/>
              <a:cxnLst/>
              <a:rect l="l" t="t" r="r" b="b"/>
              <a:pathLst>
                <a:path w="754379" h="638810">
                  <a:moveTo>
                    <a:pt x="0" y="106426"/>
                  </a:moveTo>
                  <a:lnTo>
                    <a:pt x="8360" y="64990"/>
                  </a:lnTo>
                  <a:lnTo>
                    <a:pt x="31162" y="31162"/>
                  </a:lnTo>
                  <a:lnTo>
                    <a:pt x="64990" y="8360"/>
                  </a:lnTo>
                  <a:lnTo>
                    <a:pt x="106425" y="0"/>
                  </a:lnTo>
                  <a:lnTo>
                    <a:pt x="647954" y="0"/>
                  </a:lnTo>
                  <a:lnTo>
                    <a:pt x="689389" y="8360"/>
                  </a:lnTo>
                  <a:lnTo>
                    <a:pt x="723217" y="31162"/>
                  </a:lnTo>
                  <a:lnTo>
                    <a:pt x="746019" y="64990"/>
                  </a:lnTo>
                  <a:lnTo>
                    <a:pt x="754380" y="106426"/>
                  </a:lnTo>
                  <a:lnTo>
                    <a:pt x="754380" y="532130"/>
                  </a:lnTo>
                  <a:lnTo>
                    <a:pt x="746019" y="573565"/>
                  </a:lnTo>
                  <a:lnTo>
                    <a:pt x="723217" y="607393"/>
                  </a:lnTo>
                  <a:lnTo>
                    <a:pt x="689389" y="630195"/>
                  </a:lnTo>
                  <a:lnTo>
                    <a:pt x="647954" y="638556"/>
                  </a:lnTo>
                  <a:lnTo>
                    <a:pt x="106425" y="638556"/>
                  </a:lnTo>
                  <a:lnTo>
                    <a:pt x="64990" y="630195"/>
                  </a:lnTo>
                  <a:lnTo>
                    <a:pt x="31162" y="607393"/>
                  </a:lnTo>
                  <a:lnTo>
                    <a:pt x="8360" y="573565"/>
                  </a:lnTo>
                  <a:lnTo>
                    <a:pt x="0" y="532130"/>
                  </a:lnTo>
                  <a:lnTo>
                    <a:pt x="0" y="106426"/>
                  </a:lnTo>
                  <a:close/>
                </a:path>
              </a:pathLst>
            </a:custGeom>
            <a:ln w="6095">
              <a:solidFill>
                <a:srgbClr val="FFFFFF"/>
              </a:solidFill>
            </a:ln>
          </p:spPr>
          <p:txBody>
            <a:bodyPr wrap="square" lIns="0" tIns="0" rIns="0" bIns="0" rtlCol="0"/>
            <a:lstStyle/>
            <a:p>
              <a:endParaRPr/>
            </a:p>
          </p:txBody>
        </p:sp>
      </p:grpSp>
      <p:sp>
        <p:nvSpPr>
          <p:cNvPr id="44" name="object 44"/>
          <p:cNvSpPr txBox="1"/>
          <p:nvPr/>
        </p:nvSpPr>
        <p:spPr>
          <a:xfrm>
            <a:off x="4001515" y="2952750"/>
            <a:ext cx="476250" cy="574040"/>
          </a:xfrm>
          <a:prstGeom prst="rect">
            <a:avLst/>
          </a:prstGeom>
        </p:spPr>
        <p:txBody>
          <a:bodyPr vert="horz" wrap="square" lIns="0" tIns="12700" rIns="0" bIns="0" rtlCol="0">
            <a:spAutoFit/>
          </a:bodyPr>
          <a:lstStyle/>
          <a:p>
            <a:pPr marL="65405">
              <a:lnSpc>
                <a:spcPct val="100000"/>
              </a:lnSpc>
              <a:spcBef>
                <a:spcPts val="100"/>
              </a:spcBef>
            </a:pPr>
            <a:r>
              <a:rPr sz="1200" spc="-5" dirty="0">
                <a:solidFill>
                  <a:srgbClr val="FFFFFF"/>
                </a:solidFill>
                <a:latin typeface="Calibri"/>
                <a:cs typeface="Calibri"/>
              </a:rPr>
              <a:t>C</a:t>
            </a:r>
            <a:r>
              <a:rPr sz="1200" dirty="0">
                <a:solidFill>
                  <a:srgbClr val="FFFFFF"/>
                </a:solidFill>
                <a:latin typeface="Calibri"/>
                <a:cs typeface="Calibri"/>
              </a:rPr>
              <a:t>a</a:t>
            </a:r>
            <a:r>
              <a:rPr sz="1200" spc="-110" dirty="0">
                <a:solidFill>
                  <a:srgbClr val="FFFFFF"/>
                </a:solidFill>
                <a:latin typeface="Calibri"/>
                <a:cs typeface="Calibri"/>
              </a:rPr>
              <a:t>r</a:t>
            </a:r>
            <a:r>
              <a:rPr sz="1200" dirty="0">
                <a:solidFill>
                  <a:srgbClr val="FFFFFF"/>
                </a:solidFill>
                <a:latin typeface="Calibri"/>
                <a:cs typeface="Calibri"/>
              </a:rPr>
              <a:t>, 1</a:t>
            </a:r>
            <a:endParaRPr sz="1200">
              <a:latin typeface="Calibri"/>
              <a:cs typeface="Calibri"/>
            </a:endParaRPr>
          </a:p>
          <a:p>
            <a:pPr marL="65405">
              <a:lnSpc>
                <a:spcPct val="100000"/>
              </a:lnSpc>
            </a:pPr>
            <a:r>
              <a:rPr sz="1200" spc="-5" dirty="0">
                <a:solidFill>
                  <a:srgbClr val="FFFFFF"/>
                </a:solidFill>
                <a:latin typeface="Calibri"/>
                <a:cs typeface="Calibri"/>
              </a:rPr>
              <a:t>C</a:t>
            </a:r>
            <a:r>
              <a:rPr sz="1200" dirty="0">
                <a:solidFill>
                  <a:srgbClr val="FFFFFF"/>
                </a:solidFill>
                <a:latin typeface="Calibri"/>
                <a:cs typeface="Calibri"/>
              </a:rPr>
              <a:t>a</a:t>
            </a:r>
            <a:r>
              <a:rPr sz="1200" spc="-110" dirty="0">
                <a:solidFill>
                  <a:srgbClr val="FFFFFF"/>
                </a:solidFill>
                <a:latin typeface="Calibri"/>
                <a:cs typeface="Calibri"/>
              </a:rPr>
              <a:t>r</a:t>
            </a:r>
            <a:r>
              <a:rPr sz="1200" dirty="0">
                <a:solidFill>
                  <a:srgbClr val="FFFFFF"/>
                </a:solidFill>
                <a:latin typeface="Calibri"/>
                <a:cs typeface="Calibri"/>
              </a:rPr>
              <a:t>, 1</a:t>
            </a:r>
            <a:endParaRPr sz="1200">
              <a:latin typeface="Calibri"/>
              <a:cs typeface="Calibri"/>
            </a:endParaRPr>
          </a:p>
          <a:p>
            <a:pPr marL="12700">
              <a:lnSpc>
                <a:spcPct val="100000"/>
              </a:lnSpc>
            </a:pPr>
            <a:r>
              <a:rPr sz="1200" dirty="0">
                <a:solidFill>
                  <a:srgbClr val="FFFFFF"/>
                </a:solidFill>
                <a:latin typeface="Calibri"/>
                <a:cs typeface="Calibri"/>
              </a:rPr>
              <a:t>Ri</a:t>
            </a:r>
            <a:r>
              <a:rPr sz="1200" spc="-20" dirty="0">
                <a:solidFill>
                  <a:srgbClr val="FFFFFF"/>
                </a:solidFill>
                <a:latin typeface="Calibri"/>
                <a:cs typeface="Calibri"/>
              </a:rPr>
              <a:t>v</a:t>
            </a:r>
            <a:r>
              <a:rPr sz="1200" dirty="0">
                <a:solidFill>
                  <a:srgbClr val="FFFFFF"/>
                </a:solidFill>
                <a:latin typeface="Calibri"/>
                <a:cs typeface="Calibri"/>
              </a:rPr>
              <a:t>e</a:t>
            </a:r>
            <a:r>
              <a:rPr sz="1200" spc="-105" dirty="0">
                <a:solidFill>
                  <a:srgbClr val="FFFFFF"/>
                </a:solidFill>
                <a:latin typeface="Calibri"/>
                <a:cs typeface="Calibri"/>
              </a:rPr>
              <a:t>r</a:t>
            </a:r>
            <a:r>
              <a:rPr sz="1200" dirty="0">
                <a:solidFill>
                  <a:srgbClr val="FFFFFF"/>
                </a:solidFill>
                <a:latin typeface="Calibri"/>
                <a:cs typeface="Calibri"/>
              </a:rPr>
              <a:t>, 1</a:t>
            </a:r>
            <a:endParaRPr sz="1200">
              <a:latin typeface="Calibri"/>
              <a:cs typeface="Calibri"/>
            </a:endParaRPr>
          </a:p>
        </p:txBody>
      </p:sp>
      <p:grpSp>
        <p:nvGrpSpPr>
          <p:cNvPr id="45" name="object 45"/>
          <p:cNvGrpSpPr/>
          <p:nvPr/>
        </p:nvGrpSpPr>
        <p:grpSpPr>
          <a:xfrm>
            <a:off x="3802379" y="3774947"/>
            <a:ext cx="913762" cy="1200404"/>
            <a:chOff x="3802379" y="3774947"/>
            <a:chExt cx="844550" cy="769620"/>
          </a:xfrm>
        </p:grpSpPr>
        <p:pic>
          <p:nvPicPr>
            <p:cNvPr id="46" name="object 46"/>
            <p:cNvPicPr/>
            <p:nvPr/>
          </p:nvPicPr>
          <p:blipFill>
            <a:blip r:embed="rId10" cstate="print"/>
            <a:stretch>
              <a:fillRect/>
            </a:stretch>
          </p:blipFill>
          <p:spPr>
            <a:xfrm>
              <a:off x="3802379" y="3774947"/>
              <a:ext cx="844308" cy="723912"/>
            </a:xfrm>
            <a:prstGeom prst="rect">
              <a:avLst/>
            </a:prstGeom>
          </p:spPr>
        </p:pic>
        <p:pic>
          <p:nvPicPr>
            <p:cNvPr id="47" name="object 47"/>
            <p:cNvPicPr/>
            <p:nvPr/>
          </p:nvPicPr>
          <p:blipFill>
            <a:blip r:embed="rId11" cstate="print"/>
            <a:stretch>
              <a:fillRect/>
            </a:stretch>
          </p:blipFill>
          <p:spPr>
            <a:xfrm>
              <a:off x="3874007" y="3777995"/>
              <a:ext cx="699515" cy="766559"/>
            </a:xfrm>
            <a:prstGeom prst="rect">
              <a:avLst/>
            </a:prstGeom>
          </p:spPr>
        </p:pic>
        <p:sp>
          <p:nvSpPr>
            <p:cNvPr id="48" name="object 48"/>
            <p:cNvSpPr/>
            <p:nvPr/>
          </p:nvSpPr>
          <p:spPr>
            <a:xfrm>
              <a:off x="3848099" y="3800855"/>
              <a:ext cx="757555" cy="637540"/>
            </a:xfrm>
            <a:custGeom>
              <a:avLst/>
              <a:gdLst/>
              <a:ahLst/>
              <a:cxnLst/>
              <a:rect l="l" t="t" r="r" b="b"/>
              <a:pathLst>
                <a:path w="757554" h="637539">
                  <a:moveTo>
                    <a:pt x="651255" y="0"/>
                  </a:moveTo>
                  <a:lnTo>
                    <a:pt x="106172" y="0"/>
                  </a:lnTo>
                  <a:lnTo>
                    <a:pt x="64829" y="8338"/>
                  </a:lnTo>
                  <a:lnTo>
                    <a:pt x="31083" y="31083"/>
                  </a:lnTo>
                  <a:lnTo>
                    <a:pt x="8338" y="64829"/>
                  </a:lnTo>
                  <a:lnTo>
                    <a:pt x="0" y="106172"/>
                  </a:lnTo>
                  <a:lnTo>
                    <a:pt x="0" y="530860"/>
                  </a:lnTo>
                  <a:lnTo>
                    <a:pt x="8338" y="572186"/>
                  </a:lnTo>
                  <a:lnTo>
                    <a:pt x="31083" y="605934"/>
                  </a:lnTo>
                  <a:lnTo>
                    <a:pt x="64829" y="628688"/>
                  </a:lnTo>
                  <a:lnTo>
                    <a:pt x="106172" y="637032"/>
                  </a:lnTo>
                  <a:lnTo>
                    <a:pt x="651255" y="637032"/>
                  </a:lnTo>
                  <a:lnTo>
                    <a:pt x="692598" y="628688"/>
                  </a:lnTo>
                  <a:lnTo>
                    <a:pt x="726344" y="605934"/>
                  </a:lnTo>
                  <a:lnTo>
                    <a:pt x="749089" y="572186"/>
                  </a:lnTo>
                  <a:lnTo>
                    <a:pt x="757427" y="530860"/>
                  </a:lnTo>
                  <a:lnTo>
                    <a:pt x="757427" y="106172"/>
                  </a:lnTo>
                  <a:lnTo>
                    <a:pt x="749089" y="64829"/>
                  </a:lnTo>
                  <a:lnTo>
                    <a:pt x="726344" y="31083"/>
                  </a:lnTo>
                  <a:lnTo>
                    <a:pt x="692598" y="8338"/>
                  </a:lnTo>
                  <a:lnTo>
                    <a:pt x="651255" y="0"/>
                  </a:lnTo>
                  <a:close/>
                </a:path>
              </a:pathLst>
            </a:custGeom>
            <a:solidFill>
              <a:srgbClr val="9CB955"/>
            </a:solidFill>
          </p:spPr>
          <p:txBody>
            <a:bodyPr wrap="square" lIns="0" tIns="0" rIns="0" bIns="0" rtlCol="0"/>
            <a:lstStyle/>
            <a:p>
              <a:endParaRPr/>
            </a:p>
          </p:txBody>
        </p:sp>
        <p:sp>
          <p:nvSpPr>
            <p:cNvPr id="49" name="object 49"/>
            <p:cNvSpPr/>
            <p:nvPr/>
          </p:nvSpPr>
          <p:spPr>
            <a:xfrm>
              <a:off x="3848099" y="3800855"/>
              <a:ext cx="757555" cy="637540"/>
            </a:xfrm>
            <a:custGeom>
              <a:avLst/>
              <a:gdLst/>
              <a:ahLst/>
              <a:cxnLst/>
              <a:rect l="l" t="t" r="r" b="b"/>
              <a:pathLst>
                <a:path w="757554" h="637539">
                  <a:moveTo>
                    <a:pt x="0" y="106172"/>
                  </a:moveTo>
                  <a:lnTo>
                    <a:pt x="8338" y="64829"/>
                  </a:lnTo>
                  <a:lnTo>
                    <a:pt x="31083" y="31083"/>
                  </a:lnTo>
                  <a:lnTo>
                    <a:pt x="64829" y="8338"/>
                  </a:lnTo>
                  <a:lnTo>
                    <a:pt x="106172" y="0"/>
                  </a:lnTo>
                  <a:lnTo>
                    <a:pt x="651255" y="0"/>
                  </a:lnTo>
                  <a:lnTo>
                    <a:pt x="692598" y="8338"/>
                  </a:lnTo>
                  <a:lnTo>
                    <a:pt x="726344" y="31083"/>
                  </a:lnTo>
                  <a:lnTo>
                    <a:pt x="749089" y="64829"/>
                  </a:lnTo>
                  <a:lnTo>
                    <a:pt x="757427" y="106172"/>
                  </a:lnTo>
                  <a:lnTo>
                    <a:pt x="757427" y="530860"/>
                  </a:lnTo>
                  <a:lnTo>
                    <a:pt x="749089" y="572186"/>
                  </a:lnTo>
                  <a:lnTo>
                    <a:pt x="726344" y="605934"/>
                  </a:lnTo>
                  <a:lnTo>
                    <a:pt x="692598" y="628688"/>
                  </a:lnTo>
                  <a:lnTo>
                    <a:pt x="651255" y="637032"/>
                  </a:lnTo>
                  <a:lnTo>
                    <a:pt x="106172" y="637032"/>
                  </a:lnTo>
                  <a:lnTo>
                    <a:pt x="64829" y="628688"/>
                  </a:lnTo>
                  <a:lnTo>
                    <a:pt x="31083" y="605934"/>
                  </a:lnTo>
                  <a:lnTo>
                    <a:pt x="8338" y="572186"/>
                  </a:lnTo>
                  <a:lnTo>
                    <a:pt x="0" y="530860"/>
                  </a:lnTo>
                  <a:lnTo>
                    <a:pt x="0" y="106172"/>
                  </a:lnTo>
                  <a:close/>
                </a:path>
              </a:pathLst>
            </a:custGeom>
            <a:ln w="6096">
              <a:solidFill>
                <a:srgbClr val="FFFFFF"/>
              </a:solidFill>
            </a:ln>
          </p:spPr>
          <p:txBody>
            <a:bodyPr wrap="square" lIns="0" tIns="0" rIns="0" bIns="0" rtlCol="0"/>
            <a:lstStyle/>
            <a:p>
              <a:endParaRPr/>
            </a:p>
          </p:txBody>
        </p:sp>
      </p:grpSp>
      <p:sp>
        <p:nvSpPr>
          <p:cNvPr id="50" name="object 50"/>
          <p:cNvSpPr txBox="1"/>
          <p:nvPr/>
        </p:nvSpPr>
        <p:spPr>
          <a:xfrm>
            <a:off x="3996309" y="3824427"/>
            <a:ext cx="461009" cy="936154"/>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Dee</a:t>
            </a:r>
            <a:r>
              <a:rPr sz="1200" spc="-110" dirty="0">
                <a:solidFill>
                  <a:srgbClr val="FFFFFF"/>
                </a:solidFill>
                <a:latin typeface="Calibri"/>
                <a:cs typeface="Calibri"/>
              </a:rPr>
              <a:t>r</a:t>
            </a:r>
            <a:r>
              <a:rPr sz="1200" dirty="0">
                <a:solidFill>
                  <a:srgbClr val="FFFFFF"/>
                </a:solidFill>
                <a:latin typeface="Calibri"/>
                <a:cs typeface="Calibri"/>
              </a:rPr>
              <a:t>,</a:t>
            </a:r>
            <a:r>
              <a:rPr sz="1200" spc="-10" dirty="0">
                <a:solidFill>
                  <a:srgbClr val="FFFFFF"/>
                </a:solidFill>
                <a:latin typeface="Calibri"/>
                <a:cs typeface="Calibri"/>
              </a:rPr>
              <a:t> </a:t>
            </a:r>
            <a:r>
              <a:rPr sz="1200" dirty="0">
                <a:solidFill>
                  <a:srgbClr val="FFFFFF"/>
                </a:solidFill>
                <a:latin typeface="Calibri"/>
                <a:cs typeface="Calibri"/>
              </a:rPr>
              <a:t>1</a:t>
            </a:r>
            <a:endParaRPr sz="1200" dirty="0">
              <a:latin typeface="Calibri"/>
              <a:cs typeface="Calibri"/>
            </a:endParaRPr>
          </a:p>
          <a:p>
            <a:pPr marL="57785">
              <a:lnSpc>
                <a:spcPct val="100000"/>
              </a:lnSpc>
            </a:pPr>
            <a:r>
              <a:rPr sz="1200" spc="-5" dirty="0">
                <a:solidFill>
                  <a:srgbClr val="FFFFFF"/>
                </a:solidFill>
                <a:latin typeface="Calibri"/>
                <a:cs typeface="Calibri"/>
              </a:rPr>
              <a:t>C</a:t>
            </a:r>
            <a:r>
              <a:rPr sz="1200" dirty="0">
                <a:solidFill>
                  <a:srgbClr val="FFFFFF"/>
                </a:solidFill>
                <a:latin typeface="Calibri"/>
                <a:cs typeface="Calibri"/>
              </a:rPr>
              <a:t>a</a:t>
            </a:r>
            <a:r>
              <a:rPr sz="1200" spc="-110" dirty="0">
                <a:solidFill>
                  <a:srgbClr val="FFFFFF"/>
                </a:solidFill>
                <a:latin typeface="Calibri"/>
                <a:cs typeface="Calibri"/>
              </a:rPr>
              <a:t>r</a:t>
            </a:r>
            <a:r>
              <a:rPr sz="1200" dirty="0">
                <a:solidFill>
                  <a:srgbClr val="FFFFFF"/>
                </a:solidFill>
                <a:latin typeface="Calibri"/>
                <a:cs typeface="Calibri"/>
              </a:rPr>
              <a:t>, 1</a:t>
            </a:r>
            <a:endParaRPr sz="1200" dirty="0">
              <a:latin typeface="Calibri"/>
              <a:cs typeface="Calibri"/>
            </a:endParaRPr>
          </a:p>
          <a:p>
            <a:pPr marL="18415">
              <a:lnSpc>
                <a:spcPct val="100000"/>
              </a:lnSpc>
            </a:pPr>
            <a:r>
              <a:rPr sz="1200" spc="-5" dirty="0">
                <a:solidFill>
                  <a:srgbClr val="FFFFFF"/>
                </a:solidFill>
                <a:latin typeface="Calibri"/>
                <a:cs typeface="Calibri"/>
              </a:rPr>
              <a:t>B</a:t>
            </a:r>
            <a:r>
              <a:rPr sz="1200" dirty="0">
                <a:solidFill>
                  <a:srgbClr val="FFFFFF"/>
                </a:solidFill>
                <a:latin typeface="Calibri"/>
                <a:cs typeface="Calibri"/>
              </a:rPr>
              <a:t>ea</a:t>
            </a:r>
            <a:r>
              <a:rPr sz="1200" spc="-110" dirty="0">
                <a:solidFill>
                  <a:srgbClr val="FFFFFF"/>
                </a:solidFill>
                <a:latin typeface="Calibri"/>
                <a:cs typeface="Calibri"/>
              </a:rPr>
              <a:t>r</a:t>
            </a:r>
            <a:r>
              <a:rPr sz="1200" dirty="0">
                <a:solidFill>
                  <a:srgbClr val="FFFFFF"/>
                </a:solidFill>
                <a:latin typeface="Calibri"/>
                <a:cs typeface="Calibri"/>
              </a:rPr>
              <a:t>, 1</a:t>
            </a:r>
            <a:endParaRPr lang="en-US" sz="1200" dirty="0">
              <a:solidFill>
                <a:srgbClr val="FFFFFF"/>
              </a:solidFill>
              <a:latin typeface="Calibri"/>
              <a:cs typeface="Calibri"/>
            </a:endParaRPr>
          </a:p>
          <a:p>
            <a:pPr marL="18415">
              <a:lnSpc>
                <a:spcPct val="100000"/>
              </a:lnSpc>
            </a:pPr>
            <a:r>
              <a:rPr lang="en-IN" sz="1200" dirty="0">
                <a:solidFill>
                  <a:srgbClr val="FFFFFF"/>
                </a:solidFill>
                <a:latin typeface="Calibri"/>
                <a:cs typeface="Calibri"/>
              </a:rPr>
              <a:t>Bear,1</a:t>
            </a:r>
          </a:p>
          <a:p>
            <a:pPr marL="18415">
              <a:lnSpc>
                <a:spcPct val="100000"/>
              </a:lnSpc>
            </a:pPr>
            <a:r>
              <a:rPr lang="en-IN" sz="1200" dirty="0">
                <a:solidFill>
                  <a:srgbClr val="FFFFFF"/>
                </a:solidFill>
                <a:latin typeface="Calibri"/>
                <a:cs typeface="Calibri"/>
              </a:rPr>
              <a:t>River,1</a:t>
            </a:r>
            <a:endParaRPr sz="1200" dirty="0">
              <a:latin typeface="Calibri"/>
              <a:cs typeface="Calibri"/>
            </a:endParaRPr>
          </a:p>
        </p:txBody>
      </p:sp>
      <p:sp>
        <p:nvSpPr>
          <p:cNvPr id="51" name="object 51"/>
          <p:cNvSpPr txBox="1"/>
          <p:nvPr/>
        </p:nvSpPr>
        <p:spPr>
          <a:xfrm>
            <a:off x="3942715" y="1753253"/>
            <a:ext cx="675005" cy="208915"/>
          </a:xfrm>
          <a:prstGeom prst="rect">
            <a:avLst/>
          </a:prstGeom>
        </p:spPr>
        <p:txBody>
          <a:bodyPr vert="horz" wrap="square" lIns="0" tIns="12700" rIns="0" bIns="0" rtlCol="0">
            <a:spAutoFit/>
          </a:bodyPr>
          <a:lstStyle/>
          <a:p>
            <a:pPr marL="12700">
              <a:lnSpc>
                <a:spcPct val="100000"/>
              </a:lnSpc>
              <a:spcBef>
                <a:spcPts val="100"/>
              </a:spcBef>
            </a:pPr>
            <a:r>
              <a:rPr sz="1200" spc="-15" dirty="0">
                <a:solidFill>
                  <a:srgbClr val="006FC0"/>
                </a:solidFill>
                <a:latin typeface="Calibri"/>
                <a:cs typeface="Calibri"/>
              </a:rPr>
              <a:t>List(K2,V2)</a:t>
            </a:r>
            <a:endParaRPr sz="1200" dirty="0">
              <a:latin typeface="Calibri"/>
              <a:cs typeface="Calibri"/>
            </a:endParaRPr>
          </a:p>
        </p:txBody>
      </p:sp>
      <p:sp>
        <p:nvSpPr>
          <p:cNvPr id="52" name="object 52"/>
          <p:cNvSpPr txBox="1"/>
          <p:nvPr/>
        </p:nvSpPr>
        <p:spPr>
          <a:xfrm>
            <a:off x="2592070" y="1899285"/>
            <a:ext cx="37401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K1</a:t>
            </a:r>
            <a:r>
              <a:rPr sz="1200" spc="-85" dirty="0">
                <a:solidFill>
                  <a:srgbClr val="006FC0"/>
                </a:solidFill>
                <a:latin typeface="Calibri"/>
                <a:cs typeface="Calibri"/>
              </a:rPr>
              <a:t>,</a:t>
            </a:r>
            <a:r>
              <a:rPr sz="1200" dirty="0">
                <a:solidFill>
                  <a:srgbClr val="006FC0"/>
                </a:solidFill>
                <a:latin typeface="Calibri"/>
                <a:cs typeface="Calibri"/>
              </a:rPr>
              <a:t>V1</a:t>
            </a:r>
            <a:endParaRPr sz="1200">
              <a:latin typeface="Calibri"/>
              <a:cs typeface="Calibri"/>
            </a:endParaRPr>
          </a:p>
        </p:txBody>
      </p:sp>
      <p:grpSp>
        <p:nvGrpSpPr>
          <p:cNvPr id="53" name="object 53"/>
          <p:cNvGrpSpPr/>
          <p:nvPr/>
        </p:nvGrpSpPr>
        <p:grpSpPr>
          <a:xfrm>
            <a:off x="2272283" y="3061677"/>
            <a:ext cx="1310640" cy="404495"/>
            <a:chOff x="2272283" y="3061677"/>
            <a:chExt cx="1310640" cy="404495"/>
          </a:xfrm>
        </p:grpSpPr>
        <p:pic>
          <p:nvPicPr>
            <p:cNvPr id="54" name="object 54"/>
            <p:cNvPicPr/>
            <p:nvPr/>
          </p:nvPicPr>
          <p:blipFill>
            <a:blip r:embed="rId2" cstate="print"/>
            <a:stretch>
              <a:fillRect/>
            </a:stretch>
          </p:blipFill>
          <p:spPr>
            <a:xfrm>
              <a:off x="2272283" y="3061677"/>
              <a:ext cx="1310640" cy="358178"/>
            </a:xfrm>
            <a:prstGeom prst="rect">
              <a:avLst/>
            </a:prstGeom>
          </p:spPr>
        </p:pic>
        <p:pic>
          <p:nvPicPr>
            <p:cNvPr id="55" name="object 55"/>
            <p:cNvPicPr/>
            <p:nvPr/>
          </p:nvPicPr>
          <p:blipFill>
            <a:blip r:embed="rId12" cstate="print"/>
            <a:stretch>
              <a:fillRect/>
            </a:stretch>
          </p:blipFill>
          <p:spPr>
            <a:xfrm>
              <a:off x="2397251" y="3064802"/>
              <a:ext cx="1060729" cy="400773"/>
            </a:xfrm>
            <a:prstGeom prst="rect">
              <a:avLst/>
            </a:prstGeom>
          </p:spPr>
        </p:pic>
        <p:sp>
          <p:nvSpPr>
            <p:cNvPr id="56" name="object 56"/>
            <p:cNvSpPr/>
            <p:nvPr/>
          </p:nvSpPr>
          <p:spPr>
            <a:xfrm>
              <a:off x="2318003" y="3087623"/>
              <a:ext cx="1224280" cy="271780"/>
            </a:xfrm>
            <a:custGeom>
              <a:avLst/>
              <a:gdLst/>
              <a:ahLst/>
              <a:cxnLst/>
              <a:rect l="l" t="t" r="r" b="b"/>
              <a:pathLst>
                <a:path w="1224279" h="271779">
                  <a:moveTo>
                    <a:pt x="1178559" y="0"/>
                  </a:moveTo>
                  <a:lnTo>
                    <a:pt x="45212" y="0"/>
                  </a:lnTo>
                  <a:lnTo>
                    <a:pt x="27592" y="3546"/>
                  </a:lnTo>
                  <a:lnTo>
                    <a:pt x="13223" y="13223"/>
                  </a:lnTo>
                  <a:lnTo>
                    <a:pt x="3546" y="27592"/>
                  </a:lnTo>
                  <a:lnTo>
                    <a:pt x="0" y="45212"/>
                  </a:lnTo>
                  <a:lnTo>
                    <a:pt x="0" y="226059"/>
                  </a:lnTo>
                  <a:lnTo>
                    <a:pt x="3546" y="243679"/>
                  </a:lnTo>
                  <a:lnTo>
                    <a:pt x="13223" y="258048"/>
                  </a:lnTo>
                  <a:lnTo>
                    <a:pt x="27592" y="267725"/>
                  </a:lnTo>
                  <a:lnTo>
                    <a:pt x="45212" y="271271"/>
                  </a:lnTo>
                  <a:lnTo>
                    <a:pt x="1178559" y="271271"/>
                  </a:lnTo>
                  <a:lnTo>
                    <a:pt x="1196179" y="267725"/>
                  </a:lnTo>
                  <a:lnTo>
                    <a:pt x="1210548" y="258048"/>
                  </a:lnTo>
                  <a:lnTo>
                    <a:pt x="1220225" y="243679"/>
                  </a:lnTo>
                  <a:lnTo>
                    <a:pt x="1223771" y="226059"/>
                  </a:lnTo>
                  <a:lnTo>
                    <a:pt x="1223771" y="45212"/>
                  </a:lnTo>
                  <a:lnTo>
                    <a:pt x="1220225" y="27592"/>
                  </a:lnTo>
                  <a:lnTo>
                    <a:pt x="1210548" y="13223"/>
                  </a:lnTo>
                  <a:lnTo>
                    <a:pt x="1196179" y="3546"/>
                  </a:lnTo>
                  <a:lnTo>
                    <a:pt x="1178559" y="0"/>
                  </a:lnTo>
                  <a:close/>
                </a:path>
              </a:pathLst>
            </a:custGeom>
            <a:solidFill>
              <a:srgbClr val="FB4436"/>
            </a:solidFill>
          </p:spPr>
          <p:txBody>
            <a:bodyPr wrap="square" lIns="0" tIns="0" rIns="0" bIns="0" rtlCol="0"/>
            <a:lstStyle/>
            <a:p>
              <a:endParaRPr/>
            </a:p>
          </p:txBody>
        </p:sp>
      </p:grpSp>
      <p:sp>
        <p:nvSpPr>
          <p:cNvPr id="57" name="object 57"/>
          <p:cNvSpPr txBox="1"/>
          <p:nvPr/>
        </p:nvSpPr>
        <p:spPr>
          <a:xfrm>
            <a:off x="2341371" y="3110560"/>
            <a:ext cx="999999" cy="197490"/>
          </a:xfrm>
          <a:prstGeom prst="rect">
            <a:avLst/>
          </a:prstGeom>
        </p:spPr>
        <p:txBody>
          <a:bodyPr vert="horz" wrap="square" lIns="0" tIns="12700" rIns="0" bIns="0" rtlCol="0">
            <a:spAutoFit/>
          </a:bodyPr>
          <a:lstStyle/>
          <a:p>
            <a:pPr marL="12700">
              <a:lnSpc>
                <a:spcPct val="100000"/>
              </a:lnSpc>
              <a:spcBef>
                <a:spcPts val="100"/>
              </a:spcBef>
            </a:pPr>
            <a:r>
              <a:rPr lang="en-US" sz="1200" spc="-5" dirty="0">
                <a:solidFill>
                  <a:srgbClr val="FFFFFF"/>
                </a:solidFill>
                <a:latin typeface="Calibri"/>
                <a:cs typeface="Calibri"/>
              </a:rPr>
              <a:t>0, </a:t>
            </a:r>
            <a:r>
              <a:rPr sz="1200" spc="-5" dirty="0">
                <a:solidFill>
                  <a:srgbClr val="FFFFFF"/>
                </a:solidFill>
                <a:latin typeface="Calibri"/>
                <a:cs typeface="Calibri"/>
              </a:rPr>
              <a:t>Car</a:t>
            </a:r>
            <a:r>
              <a:rPr sz="1200" spc="-40" dirty="0">
                <a:solidFill>
                  <a:srgbClr val="FFFFFF"/>
                </a:solidFill>
                <a:latin typeface="Calibri"/>
                <a:cs typeface="Calibri"/>
              </a:rPr>
              <a:t> </a:t>
            </a:r>
            <a:r>
              <a:rPr sz="1200" spc="-5" dirty="0" err="1">
                <a:solidFill>
                  <a:srgbClr val="FFFFFF"/>
                </a:solidFill>
                <a:latin typeface="Calibri"/>
                <a:cs typeface="Calibri"/>
              </a:rPr>
              <a:t>Car</a:t>
            </a:r>
            <a:r>
              <a:rPr sz="1200" spc="-25" dirty="0">
                <a:solidFill>
                  <a:srgbClr val="FFFFFF"/>
                </a:solidFill>
                <a:latin typeface="Calibri"/>
                <a:cs typeface="Calibri"/>
              </a:rPr>
              <a:t> </a:t>
            </a:r>
            <a:r>
              <a:rPr sz="1200" spc="-5" dirty="0">
                <a:solidFill>
                  <a:srgbClr val="FFFFFF"/>
                </a:solidFill>
                <a:latin typeface="Calibri"/>
                <a:cs typeface="Calibri"/>
              </a:rPr>
              <a:t>River</a:t>
            </a:r>
            <a:endParaRPr sz="1200" dirty="0">
              <a:latin typeface="Calibri"/>
              <a:cs typeface="Calibri"/>
            </a:endParaRPr>
          </a:p>
        </p:txBody>
      </p:sp>
      <p:grpSp>
        <p:nvGrpSpPr>
          <p:cNvPr id="58" name="object 58"/>
          <p:cNvGrpSpPr/>
          <p:nvPr/>
        </p:nvGrpSpPr>
        <p:grpSpPr>
          <a:xfrm>
            <a:off x="2243326" y="3861815"/>
            <a:ext cx="1679817" cy="659904"/>
            <a:chOff x="2243327" y="3861815"/>
            <a:chExt cx="1587500" cy="403860"/>
          </a:xfrm>
        </p:grpSpPr>
        <p:sp>
          <p:nvSpPr>
            <p:cNvPr id="59" name="object 59"/>
            <p:cNvSpPr/>
            <p:nvPr/>
          </p:nvSpPr>
          <p:spPr>
            <a:xfrm>
              <a:off x="3276600" y="3968495"/>
              <a:ext cx="554355" cy="76200"/>
            </a:xfrm>
            <a:custGeom>
              <a:avLst/>
              <a:gdLst/>
              <a:ahLst/>
              <a:cxnLst/>
              <a:rect l="l" t="t" r="r" b="b"/>
              <a:pathLst>
                <a:path w="554354" h="76200">
                  <a:moveTo>
                    <a:pt x="477774" y="0"/>
                  </a:moveTo>
                  <a:lnTo>
                    <a:pt x="477774" y="76199"/>
                  </a:lnTo>
                  <a:lnTo>
                    <a:pt x="541274" y="44449"/>
                  </a:lnTo>
                  <a:lnTo>
                    <a:pt x="490474" y="44449"/>
                  </a:lnTo>
                  <a:lnTo>
                    <a:pt x="490474" y="31749"/>
                  </a:lnTo>
                  <a:lnTo>
                    <a:pt x="541274" y="31749"/>
                  </a:lnTo>
                  <a:lnTo>
                    <a:pt x="477774" y="0"/>
                  </a:lnTo>
                  <a:close/>
                </a:path>
                <a:path w="554354" h="76200">
                  <a:moveTo>
                    <a:pt x="477774" y="31749"/>
                  </a:moveTo>
                  <a:lnTo>
                    <a:pt x="0" y="31749"/>
                  </a:lnTo>
                  <a:lnTo>
                    <a:pt x="0" y="44449"/>
                  </a:lnTo>
                  <a:lnTo>
                    <a:pt x="477774" y="44449"/>
                  </a:lnTo>
                  <a:lnTo>
                    <a:pt x="477774" y="31749"/>
                  </a:lnTo>
                  <a:close/>
                </a:path>
                <a:path w="554354" h="76200">
                  <a:moveTo>
                    <a:pt x="541274" y="31749"/>
                  </a:moveTo>
                  <a:lnTo>
                    <a:pt x="490474" y="31749"/>
                  </a:lnTo>
                  <a:lnTo>
                    <a:pt x="490474" y="44449"/>
                  </a:lnTo>
                  <a:lnTo>
                    <a:pt x="541274" y="44449"/>
                  </a:lnTo>
                  <a:lnTo>
                    <a:pt x="553974" y="38099"/>
                  </a:lnTo>
                  <a:lnTo>
                    <a:pt x="541274" y="31749"/>
                  </a:lnTo>
                  <a:close/>
                </a:path>
              </a:pathLst>
            </a:custGeom>
            <a:solidFill>
              <a:srgbClr val="006FC0"/>
            </a:solidFill>
          </p:spPr>
          <p:txBody>
            <a:bodyPr wrap="square" lIns="0" tIns="0" rIns="0" bIns="0" rtlCol="0"/>
            <a:lstStyle/>
            <a:p>
              <a:endParaRPr/>
            </a:p>
          </p:txBody>
        </p:sp>
        <p:pic>
          <p:nvPicPr>
            <p:cNvPr id="60" name="object 60"/>
            <p:cNvPicPr/>
            <p:nvPr/>
          </p:nvPicPr>
          <p:blipFill>
            <a:blip r:embed="rId13" cstate="print"/>
            <a:stretch>
              <a:fillRect/>
            </a:stretch>
          </p:blipFill>
          <p:spPr>
            <a:xfrm>
              <a:off x="2243327" y="3861815"/>
              <a:ext cx="1312164" cy="358178"/>
            </a:xfrm>
            <a:prstGeom prst="rect">
              <a:avLst/>
            </a:prstGeom>
          </p:spPr>
        </p:pic>
        <p:pic>
          <p:nvPicPr>
            <p:cNvPr id="61" name="object 61"/>
            <p:cNvPicPr/>
            <p:nvPr/>
          </p:nvPicPr>
          <p:blipFill>
            <a:blip r:embed="rId14" cstate="print"/>
            <a:stretch>
              <a:fillRect/>
            </a:stretch>
          </p:blipFill>
          <p:spPr>
            <a:xfrm>
              <a:off x="2337815" y="3864863"/>
              <a:ext cx="1123175" cy="400773"/>
            </a:xfrm>
            <a:prstGeom prst="rect">
              <a:avLst/>
            </a:prstGeom>
          </p:spPr>
        </p:pic>
        <p:sp>
          <p:nvSpPr>
            <p:cNvPr id="62" name="object 62"/>
            <p:cNvSpPr/>
            <p:nvPr/>
          </p:nvSpPr>
          <p:spPr>
            <a:xfrm>
              <a:off x="2289047" y="3887723"/>
              <a:ext cx="1225550" cy="271780"/>
            </a:xfrm>
            <a:custGeom>
              <a:avLst/>
              <a:gdLst/>
              <a:ahLst/>
              <a:cxnLst/>
              <a:rect l="l" t="t" r="r" b="b"/>
              <a:pathLst>
                <a:path w="1225550" h="271779">
                  <a:moveTo>
                    <a:pt x="1180084" y="0"/>
                  </a:moveTo>
                  <a:lnTo>
                    <a:pt x="45212" y="0"/>
                  </a:lnTo>
                  <a:lnTo>
                    <a:pt x="27592" y="3553"/>
                  </a:lnTo>
                  <a:lnTo>
                    <a:pt x="13223" y="13242"/>
                  </a:lnTo>
                  <a:lnTo>
                    <a:pt x="3546" y="27614"/>
                  </a:lnTo>
                  <a:lnTo>
                    <a:pt x="0" y="45212"/>
                  </a:lnTo>
                  <a:lnTo>
                    <a:pt x="0" y="226059"/>
                  </a:lnTo>
                  <a:lnTo>
                    <a:pt x="3546" y="243657"/>
                  </a:lnTo>
                  <a:lnTo>
                    <a:pt x="13223" y="258029"/>
                  </a:lnTo>
                  <a:lnTo>
                    <a:pt x="27592" y="267718"/>
                  </a:lnTo>
                  <a:lnTo>
                    <a:pt x="45212" y="271272"/>
                  </a:lnTo>
                  <a:lnTo>
                    <a:pt x="1180084" y="271272"/>
                  </a:lnTo>
                  <a:lnTo>
                    <a:pt x="1197703" y="267718"/>
                  </a:lnTo>
                  <a:lnTo>
                    <a:pt x="1212072" y="258029"/>
                  </a:lnTo>
                  <a:lnTo>
                    <a:pt x="1221749" y="243657"/>
                  </a:lnTo>
                  <a:lnTo>
                    <a:pt x="1225296" y="226059"/>
                  </a:lnTo>
                  <a:lnTo>
                    <a:pt x="1225296" y="45212"/>
                  </a:lnTo>
                  <a:lnTo>
                    <a:pt x="1221749" y="27614"/>
                  </a:lnTo>
                  <a:lnTo>
                    <a:pt x="1212072" y="13242"/>
                  </a:lnTo>
                  <a:lnTo>
                    <a:pt x="1197703" y="3553"/>
                  </a:lnTo>
                  <a:lnTo>
                    <a:pt x="1180084" y="0"/>
                  </a:lnTo>
                  <a:close/>
                </a:path>
              </a:pathLst>
            </a:custGeom>
            <a:solidFill>
              <a:srgbClr val="FB4436"/>
            </a:solidFill>
          </p:spPr>
          <p:txBody>
            <a:bodyPr wrap="square" lIns="0" tIns="0" rIns="0" bIns="0" rtlCol="0"/>
            <a:lstStyle/>
            <a:p>
              <a:endParaRPr/>
            </a:p>
          </p:txBody>
        </p:sp>
        <p:sp>
          <p:nvSpPr>
            <p:cNvPr id="63" name="object 63"/>
            <p:cNvSpPr/>
            <p:nvPr/>
          </p:nvSpPr>
          <p:spPr>
            <a:xfrm>
              <a:off x="2289047" y="3887723"/>
              <a:ext cx="1225550" cy="271780"/>
            </a:xfrm>
            <a:custGeom>
              <a:avLst/>
              <a:gdLst/>
              <a:ahLst/>
              <a:cxnLst/>
              <a:rect l="l" t="t" r="r" b="b"/>
              <a:pathLst>
                <a:path w="1225550" h="271779">
                  <a:moveTo>
                    <a:pt x="0" y="45212"/>
                  </a:moveTo>
                  <a:lnTo>
                    <a:pt x="3546" y="27614"/>
                  </a:lnTo>
                  <a:lnTo>
                    <a:pt x="13223" y="13242"/>
                  </a:lnTo>
                  <a:lnTo>
                    <a:pt x="27592" y="3553"/>
                  </a:lnTo>
                  <a:lnTo>
                    <a:pt x="45212" y="0"/>
                  </a:lnTo>
                  <a:lnTo>
                    <a:pt x="1180084" y="0"/>
                  </a:lnTo>
                  <a:lnTo>
                    <a:pt x="1197703" y="3553"/>
                  </a:lnTo>
                  <a:lnTo>
                    <a:pt x="1212072" y="13242"/>
                  </a:lnTo>
                  <a:lnTo>
                    <a:pt x="1221749" y="27614"/>
                  </a:lnTo>
                  <a:lnTo>
                    <a:pt x="1225296" y="45212"/>
                  </a:lnTo>
                  <a:lnTo>
                    <a:pt x="1225296" y="226059"/>
                  </a:lnTo>
                  <a:lnTo>
                    <a:pt x="1221749" y="243657"/>
                  </a:lnTo>
                  <a:lnTo>
                    <a:pt x="1212072" y="258029"/>
                  </a:lnTo>
                  <a:lnTo>
                    <a:pt x="1197703" y="267718"/>
                  </a:lnTo>
                  <a:lnTo>
                    <a:pt x="1180084" y="271272"/>
                  </a:lnTo>
                  <a:lnTo>
                    <a:pt x="45212" y="271272"/>
                  </a:lnTo>
                  <a:lnTo>
                    <a:pt x="27592" y="267718"/>
                  </a:lnTo>
                  <a:lnTo>
                    <a:pt x="13223" y="258029"/>
                  </a:lnTo>
                  <a:lnTo>
                    <a:pt x="3546" y="243657"/>
                  </a:lnTo>
                  <a:lnTo>
                    <a:pt x="0" y="226059"/>
                  </a:lnTo>
                  <a:lnTo>
                    <a:pt x="0" y="45212"/>
                  </a:lnTo>
                  <a:close/>
                </a:path>
              </a:pathLst>
            </a:custGeom>
            <a:ln w="6096">
              <a:solidFill>
                <a:srgbClr val="FFFFFF"/>
              </a:solidFill>
            </a:ln>
          </p:spPr>
          <p:txBody>
            <a:bodyPr wrap="square" lIns="0" tIns="0" rIns="0" bIns="0" rtlCol="0"/>
            <a:lstStyle/>
            <a:p>
              <a:endParaRPr/>
            </a:p>
          </p:txBody>
        </p:sp>
      </p:grpSp>
      <p:sp>
        <p:nvSpPr>
          <p:cNvPr id="64" name="object 64"/>
          <p:cNvSpPr txBox="1"/>
          <p:nvPr/>
        </p:nvSpPr>
        <p:spPr>
          <a:xfrm>
            <a:off x="2298707" y="3911295"/>
            <a:ext cx="1206500" cy="394980"/>
          </a:xfrm>
          <a:prstGeom prst="rect">
            <a:avLst/>
          </a:prstGeom>
        </p:spPr>
        <p:txBody>
          <a:bodyPr vert="horz" wrap="square" lIns="0" tIns="12700" rIns="0" bIns="0" rtlCol="0">
            <a:spAutoFit/>
          </a:bodyPr>
          <a:lstStyle/>
          <a:p>
            <a:pPr marL="173355">
              <a:lnSpc>
                <a:spcPct val="100000"/>
              </a:lnSpc>
              <a:spcBef>
                <a:spcPts val="100"/>
              </a:spcBef>
            </a:pPr>
            <a:r>
              <a:rPr lang="en-US" sz="1200" dirty="0">
                <a:solidFill>
                  <a:srgbClr val="FFFFFF"/>
                </a:solidFill>
                <a:latin typeface="Calibri"/>
                <a:cs typeface="Calibri"/>
              </a:rPr>
              <a:t>0,</a:t>
            </a:r>
            <a:r>
              <a:rPr sz="1200" dirty="0">
                <a:solidFill>
                  <a:srgbClr val="FFFFFF"/>
                </a:solidFill>
                <a:latin typeface="Calibri"/>
                <a:cs typeface="Calibri"/>
              </a:rPr>
              <a:t>Deer</a:t>
            </a:r>
            <a:r>
              <a:rPr sz="1200" spc="-35" dirty="0">
                <a:solidFill>
                  <a:srgbClr val="FFFFFF"/>
                </a:solidFill>
                <a:latin typeface="Calibri"/>
                <a:cs typeface="Calibri"/>
              </a:rPr>
              <a:t> </a:t>
            </a:r>
            <a:r>
              <a:rPr sz="1200" spc="-5" dirty="0">
                <a:solidFill>
                  <a:srgbClr val="FFFFFF"/>
                </a:solidFill>
                <a:latin typeface="Calibri"/>
                <a:cs typeface="Calibri"/>
              </a:rPr>
              <a:t>Car</a:t>
            </a:r>
            <a:r>
              <a:rPr sz="1200" spc="-25" dirty="0">
                <a:solidFill>
                  <a:srgbClr val="FFFFFF"/>
                </a:solidFill>
                <a:latin typeface="Calibri"/>
                <a:cs typeface="Calibri"/>
              </a:rPr>
              <a:t> </a:t>
            </a:r>
            <a:r>
              <a:rPr sz="1200" spc="-5" dirty="0">
                <a:solidFill>
                  <a:srgbClr val="FFFFFF"/>
                </a:solidFill>
                <a:latin typeface="Calibri"/>
                <a:cs typeface="Calibri"/>
              </a:rPr>
              <a:t>Bear</a:t>
            </a:r>
            <a:endParaRPr lang="en-US" sz="1200" spc="-5" dirty="0">
              <a:solidFill>
                <a:srgbClr val="FFFFFF"/>
              </a:solidFill>
              <a:latin typeface="Calibri"/>
              <a:cs typeface="Calibri"/>
            </a:endParaRPr>
          </a:p>
          <a:p>
            <a:pPr marL="173355">
              <a:lnSpc>
                <a:spcPct val="100000"/>
              </a:lnSpc>
              <a:spcBef>
                <a:spcPts val="100"/>
              </a:spcBef>
            </a:pPr>
            <a:r>
              <a:rPr lang="en-IN" sz="1200" spc="-5" dirty="0">
                <a:solidFill>
                  <a:srgbClr val="FFFFFF"/>
                </a:solidFill>
                <a:latin typeface="Calibri"/>
                <a:cs typeface="Calibri"/>
              </a:rPr>
              <a:t>14,Bear River</a:t>
            </a:r>
            <a:endParaRPr sz="1200" dirty="0">
              <a:latin typeface="Calibri"/>
              <a:cs typeface="Calibri"/>
            </a:endParaRPr>
          </a:p>
        </p:txBody>
      </p:sp>
      <p:grpSp>
        <p:nvGrpSpPr>
          <p:cNvPr id="65" name="object 65"/>
          <p:cNvGrpSpPr/>
          <p:nvPr/>
        </p:nvGrpSpPr>
        <p:grpSpPr>
          <a:xfrm>
            <a:off x="6440423" y="1955304"/>
            <a:ext cx="844550" cy="414655"/>
            <a:chOff x="6440423" y="1955304"/>
            <a:chExt cx="844550" cy="414655"/>
          </a:xfrm>
        </p:grpSpPr>
        <p:pic>
          <p:nvPicPr>
            <p:cNvPr id="66" name="object 66"/>
            <p:cNvPicPr/>
            <p:nvPr/>
          </p:nvPicPr>
          <p:blipFill>
            <a:blip r:embed="rId15" cstate="print"/>
            <a:stretch>
              <a:fillRect/>
            </a:stretch>
          </p:blipFill>
          <p:spPr>
            <a:xfrm>
              <a:off x="6440423" y="1955304"/>
              <a:ext cx="844308" cy="380987"/>
            </a:xfrm>
            <a:prstGeom prst="rect">
              <a:avLst/>
            </a:prstGeom>
          </p:spPr>
        </p:pic>
        <p:pic>
          <p:nvPicPr>
            <p:cNvPr id="67" name="object 67"/>
            <p:cNvPicPr/>
            <p:nvPr/>
          </p:nvPicPr>
          <p:blipFill>
            <a:blip r:embed="rId16" cstate="print"/>
            <a:stretch>
              <a:fillRect/>
            </a:stretch>
          </p:blipFill>
          <p:spPr>
            <a:xfrm>
              <a:off x="6519671" y="1969046"/>
              <a:ext cx="685825" cy="400773"/>
            </a:xfrm>
            <a:prstGeom prst="rect">
              <a:avLst/>
            </a:prstGeom>
          </p:spPr>
        </p:pic>
        <p:sp>
          <p:nvSpPr>
            <p:cNvPr id="68" name="object 68"/>
            <p:cNvSpPr/>
            <p:nvPr/>
          </p:nvSpPr>
          <p:spPr>
            <a:xfrm>
              <a:off x="6486143" y="1981199"/>
              <a:ext cx="757555" cy="294640"/>
            </a:xfrm>
            <a:custGeom>
              <a:avLst/>
              <a:gdLst/>
              <a:ahLst/>
              <a:cxnLst/>
              <a:rect l="l" t="t" r="r" b="b"/>
              <a:pathLst>
                <a:path w="757554" h="294639">
                  <a:moveTo>
                    <a:pt x="708405" y="0"/>
                  </a:moveTo>
                  <a:lnTo>
                    <a:pt x="49022" y="0"/>
                  </a:lnTo>
                  <a:lnTo>
                    <a:pt x="29950" y="3855"/>
                  </a:lnTo>
                  <a:lnTo>
                    <a:pt x="14366" y="14366"/>
                  </a:lnTo>
                  <a:lnTo>
                    <a:pt x="3855" y="29950"/>
                  </a:lnTo>
                  <a:lnTo>
                    <a:pt x="0" y="49022"/>
                  </a:lnTo>
                  <a:lnTo>
                    <a:pt x="0" y="245110"/>
                  </a:lnTo>
                  <a:lnTo>
                    <a:pt x="3855" y="264181"/>
                  </a:lnTo>
                  <a:lnTo>
                    <a:pt x="14366" y="279765"/>
                  </a:lnTo>
                  <a:lnTo>
                    <a:pt x="29950" y="290276"/>
                  </a:lnTo>
                  <a:lnTo>
                    <a:pt x="49022" y="294131"/>
                  </a:lnTo>
                  <a:lnTo>
                    <a:pt x="708405" y="294131"/>
                  </a:lnTo>
                  <a:lnTo>
                    <a:pt x="727477" y="290276"/>
                  </a:lnTo>
                  <a:lnTo>
                    <a:pt x="743061" y="279765"/>
                  </a:lnTo>
                  <a:lnTo>
                    <a:pt x="753572" y="264181"/>
                  </a:lnTo>
                  <a:lnTo>
                    <a:pt x="757427" y="245110"/>
                  </a:lnTo>
                  <a:lnTo>
                    <a:pt x="757427" y="49022"/>
                  </a:lnTo>
                  <a:lnTo>
                    <a:pt x="753572" y="29950"/>
                  </a:lnTo>
                  <a:lnTo>
                    <a:pt x="743061" y="14366"/>
                  </a:lnTo>
                  <a:lnTo>
                    <a:pt x="727477" y="3855"/>
                  </a:lnTo>
                  <a:lnTo>
                    <a:pt x="708405" y="0"/>
                  </a:lnTo>
                  <a:close/>
                </a:path>
              </a:pathLst>
            </a:custGeom>
            <a:solidFill>
              <a:srgbClr val="9CB955"/>
            </a:solidFill>
          </p:spPr>
          <p:txBody>
            <a:bodyPr wrap="square" lIns="0" tIns="0" rIns="0" bIns="0" rtlCol="0"/>
            <a:lstStyle/>
            <a:p>
              <a:endParaRPr/>
            </a:p>
          </p:txBody>
        </p:sp>
        <p:sp>
          <p:nvSpPr>
            <p:cNvPr id="69" name="object 69"/>
            <p:cNvSpPr/>
            <p:nvPr/>
          </p:nvSpPr>
          <p:spPr>
            <a:xfrm>
              <a:off x="6486143" y="1981199"/>
              <a:ext cx="757555" cy="294640"/>
            </a:xfrm>
            <a:custGeom>
              <a:avLst/>
              <a:gdLst/>
              <a:ahLst/>
              <a:cxnLst/>
              <a:rect l="l" t="t" r="r" b="b"/>
              <a:pathLst>
                <a:path w="757554" h="294639">
                  <a:moveTo>
                    <a:pt x="0" y="49022"/>
                  </a:moveTo>
                  <a:lnTo>
                    <a:pt x="3855" y="29950"/>
                  </a:lnTo>
                  <a:lnTo>
                    <a:pt x="14366" y="14366"/>
                  </a:lnTo>
                  <a:lnTo>
                    <a:pt x="29950" y="3855"/>
                  </a:lnTo>
                  <a:lnTo>
                    <a:pt x="49022" y="0"/>
                  </a:lnTo>
                  <a:lnTo>
                    <a:pt x="708405" y="0"/>
                  </a:lnTo>
                  <a:lnTo>
                    <a:pt x="727477" y="3855"/>
                  </a:lnTo>
                  <a:lnTo>
                    <a:pt x="743061" y="14366"/>
                  </a:lnTo>
                  <a:lnTo>
                    <a:pt x="753572" y="29950"/>
                  </a:lnTo>
                  <a:lnTo>
                    <a:pt x="757427" y="49022"/>
                  </a:lnTo>
                  <a:lnTo>
                    <a:pt x="757427" y="245110"/>
                  </a:lnTo>
                  <a:lnTo>
                    <a:pt x="753572" y="264181"/>
                  </a:lnTo>
                  <a:lnTo>
                    <a:pt x="743061" y="279765"/>
                  </a:lnTo>
                  <a:lnTo>
                    <a:pt x="727477" y="290276"/>
                  </a:lnTo>
                  <a:lnTo>
                    <a:pt x="708405" y="294131"/>
                  </a:lnTo>
                  <a:lnTo>
                    <a:pt x="49022" y="294131"/>
                  </a:lnTo>
                  <a:lnTo>
                    <a:pt x="29950" y="290276"/>
                  </a:lnTo>
                  <a:lnTo>
                    <a:pt x="14366" y="279765"/>
                  </a:lnTo>
                  <a:lnTo>
                    <a:pt x="3855" y="264181"/>
                  </a:lnTo>
                  <a:lnTo>
                    <a:pt x="0" y="245110"/>
                  </a:lnTo>
                  <a:lnTo>
                    <a:pt x="0" y="49022"/>
                  </a:lnTo>
                  <a:close/>
                </a:path>
              </a:pathLst>
            </a:custGeom>
            <a:ln w="6096">
              <a:solidFill>
                <a:srgbClr val="FFFFFF"/>
              </a:solidFill>
            </a:ln>
          </p:spPr>
          <p:txBody>
            <a:bodyPr wrap="square" lIns="0" tIns="0" rIns="0" bIns="0" rtlCol="0"/>
            <a:lstStyle/>
            <a:p>
              <a:endParaRPr/>
            </a:p>
          </p:txBody>
        </p:sp>
      </p:grpSp>
      <p:sp>
        <p:nvSpPr>
          <p:cNvPr id="70" name="object 70"/>
          <p:cNvSpPr txBox="1"/>
          <p:nvPr/>
        </p:nvSpPr>
        <p:spPr>
          <a:xfrm>
            <a:off x="6642354" y="2015489"/>
            <a:ext cx="447040" cy="197490"/>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B</a:t>
            </a:r>
            <a:r>
              <a:rPr sz="1200" dirty="0">
                <a:solidFill>
                  <a:srgbClr val="FFFFFF"/>
                </a:solidFill>
                <a:latin typeface="Calibri"/>
                <a:cs typeface="Calibri"/>
              </a:rPr>
              <a:t>ea</a:t>
            </a:r>
            <a:r>
              <a:rPr sz="1200" spc="-110" dirty="0">
                <a:solidFill>
                  <a:srgbClr val="FFFFFF"/>
                </a:solidFill>
                <a:latin typeface="Calibri"/>
                <a:cs typeface="Calibri"/>
              </a:rPr>
              <a:t>r</a:t>
            </a:r>
            <a:r>
              <a:rPr sz="1200" dirty="0">
                <a:solidFill>
                  <a:srgbClr val="FFFFFF"/>
                </a:solidFill>
                <a:latin typeface="Calibri"/>
                <a:cs typeface="Calibri"/>
              </a:rPr>
              <a:t>, </a:t>
            </a:r>
            <a:r>
              <a:rPr lang="en-US" sz="1200" dirty="0">
                <a:solidFill>
                  <a:srgbClr val="FFFFFF"/>
                </a:solidFill>
                <a:latin typeface="Calibri"/>
                <a:cs typeface="Calibri"/>
              </a:rPr>
              <a:t>3</a:t>
            </a:r>
            <a:endParaRPr sz="1200" dirty="0">
              <a:latin typeface="Calibri"/>
              <a:cs typeface="Calibri"/>
            </a:endParaRPr>
          </a:p>
        </p:txBody>
      </p:sp>
      <p:grpSp>
        <p:nvGrpSpPr>
          <p:cNvPr id="71" name="object 71"/>
          <p:cNvGrpSpPr/>
          <p:nvPr/>
        </p:nvGrpSpPr>
        <p:grpSpPr>
          <a:xfrm>
            <a:off x="6440423" y="2670048"/>
            <a:ext cx="844550" cy="414655"/>
            <a:chOff x="6440423" y="2670048"/>
            <a:chExt cx="844550" cy="414655"/>
          </a:xfrm>
        </p:grpSpPr>
        <p:pic>
          <p:nvPicPr>
            <p:cNvPr id="72" name="object 72"/>
            <p:cNvPicPr/>
            <p:nvPr/>
          </p:nvPicPr>
          <p:blipFill>
            <a:blip r:embed="rId17" cstate="print"/>
            <a:stretch>
              <a:fillRect/>
            </a:stretch>
          </p:blipFill>
          <p:spPr>
            <a:xfrm>
              <a:off x="6440423" y="2670048"/>
              <a:ext cx="844308" cy="379475"/>
            </a:xfrm>
            <a:prstGeom prst="rect">
              <a:avLst/>
            </a:prstGeom>
          </p:spPr>
        </p:pic>
        <p:pic>
          <p:nvPicPr>
            <p:cNvPr id="73" name="object 73"/>
            <p:cNvPicPr/>
            <p:nvPr/>
          </p:nvPicPr>
          <p:blipFill>
            <a:blip r:embed="rId18" cstate="print"/>
            <a:stretch>
              <a:fillRect/>
            </a:stretch>
          </p:blipFill>
          <p:spPr>
            <a:xfrm>
              <a:off x="6557771" y="2683802"/>
              <a:ext cx="608076" cy="400773"/>
            </a:xfrm>
            <a:prstGeom prst="rect">
              <a:avLst/>
            </a:prstGeom>
          </p:spPr>
        </p:pic>
        <p:sp>
          <p:nvSpPr>
            <p:cNvPr id="74" name="object 74"/>
            <p:cNvSpPr/>
            <p:nvPr/>
          </p:nvSpPr>
          <p:spPr>
            <a:xfrm>
              <a:off x="6486143" y="2695956"/>
              <a:ext cx="757555" cy="292735"/>
            </a:xfrm>
            <a:custGeom>
              <a:avLst/>
              <a:gdLst/>
              <a:ahLst/>
              <a:cxnLst/>
              <a:rect l="l" t="t" r="r" b="b"/>
              <a:pathLst>
                <a:path w="757554" h="292735">
                  <a:moveTo>
                    <a:pt x="708659" y="0"/>
                  </a:moveTo>
                  <a:lnTo>
                    <a:pt x="48767" y="0"/>
                  </a:lnTo>
                  <a:lnTo>
                    <a:pt x="29789" y="3833"/>
                  </a:lnTo>
                  <a:lnTo>
                    <a:pt x="14287" y="14287"/>
                  </a:lnTo>
                  <a:lnTo>
                    <a:pt x="3833" y="29789"/>
                  </a:lnTo>
                  <a:lnTo>
                    <a:pt x="0" y="48768"/>
                  </a:lnTo>
                  <a:lnTo>
                    <a:pt x="0" y="243839"/>
                  </a:lnTo>
                  <a:lnTo>
                    <a:pt x="3833" y="262818"/>
                  </a:lnTo>
                  <a:lnTo>
                    <a:pt x="14287" y="278320"/>
                  </a:lnTo>
                  <a:lnTo>
                    <a:pt x="29789" y="288774"/>
                  </a:lnTo>
                  <a:lnTo>
                    <a:pt x="48767" y="292607"/>
                  </a:lnTo>
                  <a:lnTo>
                    <a:pt x="708659" y="292607"/>
                  </a:lnTo>
                  <a:lnTo>
                    <a:pt x="727638" y="288774"/>
                  </a:lnTo>
                  <a:lnTo>
                    <a:pt x="743140" y="278320"/>
                  </a:lnTo>
                  <a:lnTo>
                    <a:pt x="753594" y="262818"/>
                  </a:lnTo>
                  <a:lnTo>
                    <a:pt x="757427" y="243839"/>
                  </a:lnTo>
                  <a:lnTo>
                    <a:pt x="757427" y="48768"/>
                  </a:lnTo>
                  <a:lnTo>
                    <a:pt x="753594" y="29789"/>
                  </a:lnTo>
                  <a:lnTo>
                    <a:pt x="743140" y="14287"/>
                  </a:lnTo>
                  <a:lnTo>
                    <a:pt x="727638" y="3833"/>
                  </a:lnTo>
                  <a:lnTo>
                    <a:pt x="708659" y="0"/>
                  </a:lnTo>
                  <a:close/>
                </a:path>
              </a:pathLst>
            </a:custGeom>
            <a:solidFill>
              <a:srgbClr val="9CB955"/>
            </a:solidFill>
          </p:spPr>
          <p:txBody>
            <a:bodyPr wrap="square" lIns="0" tIns="0" rIns="0" bIns="0" rtlCol="0"/>
            <a:lstStyle/>
            <a:p>
              <a:endParaRPr/>
            </a:p>
          </p:txBody>
        </p:sp>
        <p:sp>
          <p:nvSpPr>
            <p:cNvPr id="75" name="object 75"/>
            <p:cNvSpPr/>
            <p:nvPr/>
          </p:nvSpPr>
          <p:spPr>
            <a:xfrm>
              <a:off x="6486143" y="2695956"/>
              <a:ext cx="757555" cy="292735"/>
            </a:xfrm>
            <a:custGeom>
              <a:avLst/>
              <a:gdLst/>
              <a:ahLst/>
              <a:cxnLst/>
              <a:rect l="l" t="t" r="r" b="b"/>
              <a:pathLst>
                <a:path w="757554" h="292735">
                  <a:moveTo>
                    <a:pt x="0" y="48768"/>
                  </a:moveTo>
                  <a:lnTo>
                    <a:pt x="3833" y="29789"/>
                  </a:lnTo>
                  <a:lnTo>
                    <a:pt x="14287" y="14287"/>
                  </a:lnTo>
                  <a:lnTo>
                    <a:pt x="29789" y="3833"/>
                  </a:lnTo>
                  <a:lnTo>
                    <a:pt x="48767" y="0"/>
                  </a:lnTo>
                  <a:lnTo>
                    <a:pt x="708659" y="0"/>
                  </a:lnTo>
                  <a:lnTo>
                    <a:pt x="727638" y="3833"/>
                  </a:lnTo>
                  <a:lnTo>
                    <a:pt x="743140" y="14287"/>
                  </a:lnTo>
                  <a:lnTo>
                    <a:pt x="753594" y="29789"/>
                  </a:lnTo>
                  <a:lnTo>
                    <a:pt x="757427" y="48768"/>
                  </a:lnTo>
                  <a:lnTo>
                    <a:pt x="757427" y="243839"/>
                  </a:lnTo>
                  <a:lnTo>
                    <a:pt x="753594" y="262818"/>
                  </a:lnTo>
                  <a:lnTo>
                    <a:pt x="743140" y="278320"/>
                  </a:lnTo>
                  <a:lnTo>
                    <a:pt x="727638" y="288774"/>
                  </a:lnTo>
                  <a:lnTo>
                    <a:pt x="708659" y="292607"/>
                  </a:lnTo>
                  <a:lnTo>
                    <a:pt x="48767" y="292607"/>
                  </a:lnTo>
                  <a:lnTo>
                    <a:pt x="29789" y="288774"/>
                  </a:lnTo>
                  <a:lnTo>
                    <a:pt x="14287" y="278320"/>
                  </a:lnTo>
                  <a:lnTo>
                    <a:pt x="3833" y="262818"/>
                  </a:lnTo>
                  <a:lnTo>
                    <a:pt x="0" y="243839"/>
                  </a:lnTo>
                  <a:lnTo>
                    <a:pt x="0" y="48768"/>
                  </a:lnTo>
                  <a:close/>
                </a:path>
              </a:pathLst>
            </a:custGeom>
            <a:ln w="6096">
              <a:solidFill>
                <a:srgbClr val="FFFFFF"/>
              </a:solidFill>
            </a:ln>
          </p:spPr>
          <p:txBody>
            <a:bodyPr wrap="square" lIns="0" tIns="0" rIns="0" bIns="0" rtlCol="0"/>
            <a:lstStyle/>
            <a:p>
              <a:endParaRPr/>
            </a:p>
          </p:txBody>
        </p:sp>
      </p:grpSp>
      <p:sp>
        <p:nvSpPr>
          <p:cNvPr id="76" name="object 76"/>
          <p:cNvSpPr txBox="1"/>
          <p:nvPr/>
        </p:nvSpPr>
        <p:spPr>
          <a:xfrm>
            <a:off x="6680454" y="2729864"/>
            <a:ext cx="36957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C</a:t>
            </a:r>
            <a:r>
              <a:rPr sz="1200" dirty="0">
                <a:solidFill>
                  <a:srgbClr val="FFFFFF"/>
                </a:solidFill>
                <a:latin typeface="Calibri"/>
                <a:cs typeface="Calibri"/>
              </a:rPr>
              <a:t>a</a:t>
            </a:r>
            <a:r>
              <a:rPr sz="1200" spc="-110" dirty="0">
                <a:solidFill>
                  <a:srgbClr val="FFFFFF"/>
                </a:solidFill>
                <a:latin typeface="Calibri"/>
                <a:cs typeface="Calibri"/>
              </a:rPr>
              <a:t>r</a:t>
            </a:r>
            <a:r>
              <a:rPr sz="1200" dirty="0">
                <a:solidFill>
                  <a:srgbClr val="FFFFFF"/>
                </a:solidFill>
                <a:latin typeface="Calibri"/>
                <a:cs typeface="Calibri"/>
              </a:rPr>
              <a:t>, 3</a:t>
            </a:r>
            <a:endParaRPr sz="1200">
              <a:latin typeface="Calibri"/>
              <a:cs typeface="Calibri"/>
            </a:endParaRPr>
          </a:p>
        </p:txBody>
      </p:sp>
      <p:grpSp>
        <p:nvGrpSpPr>
          <p:cNvPr id="77" name="object 77"/>
          <p:cNvGrpSpPr/>
          <p:nvPr/>
        </p:nvGrpSpPr>
        <p:grpSpPr>
          <a:xfrm>
            <a:off x="6440423" y="3400056"/>
            <a:ext cx="844550" cy="414655"/>
            <a:chOff x="6440423" y="3400056"/>
            <a:chExt cx="844550" cy="414655"/>
          </a:xfrm>
        </p:grpSpPr>
        <p:pic>
          <p:nvPicPr>
            <p:cNvPr id="78" name="object 78"/>
            <p:cNvPicPr/>
            <p:nvPr/>
          </p:nvPicPr>
          <p:blipFill>
            <a:blip r:embed="rId15" cstate="print"/>
            <a:stretch>
              <a:fillRect/>
            </a:stretch>
          </p:blipFill>
          <p:spPr>
            <a:xfrm>
              <a:off x="6440423" y="3400056"/>
              <a:ext cx="844308" cy="380987"/>
            </a:xfrm>
            <a:prstGeom prst="rect">
              <a:avLst/>
            </a:prstGeom>
          </p:spPr>
        </p:pic>
        <p:pic>
          <p:nvPicPr>
            <p:cNvPr id="79" name="object 79"/>
            <p:cNvPicPr/>
            <p:nvPr/>
          </p:nvPicPr>
          <p:blipFill>
            <a:blip r:embed="rId19" cstate="print"/>
            <a:stretch>
              <a:fillRect/>
            </a:stretch>
          </p:blipFill>
          <p:spPr>
            <a:xfrm>
              <a:off x="6512051" y="3413798"/>
              <a:ext cx="699516" cy="400773"/>
            </a:xfrm>
            <a:prstGeom prst="rect">
              <a:avLst/>
            </a:prstGeom>
          </p:spPr>
        </p:pic>
        <p:sp>
          <p:nvSpPr>
            <p:cNvPr id="80" name="object 80"/>
            <p:cNvSpPr/>
            <p:nvPr/>
          </p:nvSpPr>
          <p:spPr>
            <a:xfrm>
              <a:off x="6486143" y="3425952"/>
              <a:ext cx="757555" cy="294640"/>
            </a:xfrm>
            <a:custGeom>
              <a:avLst/>
              <a:gdLst/>
              <a:ahLst/>
              <a:cxnLst/>
              <a:rect l="l" t="t" r="r" b="b"/>
              <a:pathLst>
                <a:path w="757554" h="294639">
                  <a:moveTo>
                    <a:pt x="708405" y="0"/>
                  </a:moveTo>
                  <a:lnTo>
                    <a:pt x="49022" y="0"/>
                  </a:lnTo>
                  <a:lnTo>
                    <a:pt x="29950" y="3855"/>
                  </a:lnTo>
                  <a:lnTo>
                    <a:pt x="14366" y="14366"/>
                  </a:lnTo>
                  <a:lnTo>
                    <a:pt x="3855" y="29950"/>
                  </a:lnTo>
                  <a:lnTo>
                    <a:pt x="0" y="49022"/>
                  </a:lnTo>
                  <a:lnTo>
                    <a:pt x="0" y="245110"/>
                  </a:lnTo>
                  <a:lnTo>
                    <a:pt x="3855" y="264181"/>
                  </a:lnTo>
                  <a:lnTo>
                    <a:pt x="14366" y="279765"/>
                  </a:lnTo>
                  <a:lnTo>
                    <a:pt x="29950" y="290276"/>
                  </a:lnTo>
                  <a:lnTo>
                    <a:pt x="49022" y="294132"/>
                  </a:lnTo>
                  <a:lnTo>
                    <a:pt x="708405" y="294132"/>
                  </a:lnTo>
                  <a:lnTo>
                    <a:pt x="727477" y="290276"/>
                  </a:lnTo>
                  <a:lnTo>
                    <a:pt x="743061" y="279765"/>
                  </a:lnTo>
                  <a:lnTo>
                    <a:pt x="753572" y="264181"/>
                  </a:lnTo>
                  <a:lnTo>
                    <a:pt x="757427" y="245110"/>
                  </a:lnTo>
                  <a:lnTo>
                    <a:pt x="757427" y="49022"/>
                  </a:lnTo>
                  <a:lnTo>
                    <a:pt x="753572" y="29950"/>
                  </a:lnTo>
                  <a:lnTo>
                    <a:pt x="743061" y="14366"/>
                  </a:lnTo>
                  <a:lnTo>
                    <a:pt x="727477" y="3855"/>
                  </a:lnTo>
                  <a:lnTo>
                    <a:pt x="708405" y="0"/>
                  </a:lnTo>
                  <a:close/>
                </a:path>
              </a:pathLst>
            </a:custGeom>
            <a:solidFill>
              <a:srgbClr val="9CB955"/>
            </a:solidFill>
          </p:spPr>
          <p:txBody>
            <a:bodyPr wrap="square" lIns="0" tIns="0" rIns="0" bIns="0" rtlCol="0"/>
            <a:lstStyle/>
            <a:p>
              <a:endParaRPr/>
            </a:p>
          </p:txBody>
        </p:sp>
        <p:sp>
          <p:nvSpPr>
            <p:cNvPr id="81" name="object 81"/>
            <p:cNvSpPr/>
            <p:nvPr/>
          </p:nvSpPr>
          <p:spPr>
            <a:xfrm>
              <a:off x="6486143" y="3425952"/>
              <a:ext cx="757555" cy="294640"/>
            </a:xfrm>
            <a:custGeom>
              <a:avLst/>
              <a:gdLst/>
              <a:ahLst/>
              <a:cxnLst/>
              <a:rect l="l" t="t" r="r" b="b"/>
              <a:pathLst>
                <a:path w="757554" h="294639">
                  <a:moveTo>
                    <a:pt x="0" y="49022"/>
                  </a:moveTo>
                  <a:lnTo>
                    <a:pt x="3855" y="29950"/>
                  </a:lnTo>
                  <a:lnTo>
                    <a:pt x="14366" y="14366"/>
                  </a:lnTo>
                  <a:lnTo>
                    <a:pt x="29950" y="3855"/>
                  </a:lnTo>
                  <a:lnTo>
                    <a:pt x="49022" y="0"/>
                  </a:lnTo>
                  <a:lnTo>
                    <a:pt x="708405" y="0"/>
                  </a:lnTo>
                  <a:lnTo>
                    <a:pt x="727477" y="3855"/>
                  </a:lnTo>
                  <a:lnTo>
                    <a:pt x="743061" y="14366"/>
                  </a:lnTo>
                  <a:lnTo>
                    <a:pt x="753572" y="29950"/>
                  </a:lnTo>
                  <a:lnTo>
                    <a:pt x="757427" y="49022"/>
                  </a:lnTo>
                  <a:lnTo>
                    <a:pt x="757427" y="245110"/>
                  </a:lnTo>
                  <a:lnTo>
                    <a:pt x="753572" y="264181"/>
                  </a:lnTo>
                  <a:lnTo>
                    <a:pt x="743061" y="279765"/>
                  </a:lnTo>
                  <a:lnTo>
                    <a:pt x="727477" y="290276"/>
                  </a:lnTo>
                  <a:lnTo>
                    <a:pt x="708405" y="294132"/>
                  </a:lnTo>
                  <a:lnTo>
                    <a:pt x="49022" y="294132"/>
                  </a:lnTo>
                  <a:lnTo>
                    <a:pt x="29950" y="290276"/>
                  </a:lnTo>
                  <a:lnTo>
                    <a:pt x="14366" y="279765"/>
                  </a:lnTo>
                  <a:lnTo>
                    <a:pt x="3855" y="264181"/>
                  </a:lnTo>
                  <a:lnTo>
                    <a:pt x="0" y="245110"/>
                  </a:lnTo>
                  <a:lnTo>
                    <a:pt x="0" y="49022"/>
                  </a:lnTo>
                  <a:close/>
                </a:path>
              </a:pathLst>
            </a:custGeom>
            <a:ln w="6096">
              <a:solidFill>
                <a:srgbClr val="FFFFFF"/>
              </a:solidFill>
            </a:ln>
          </p:spPr>
          <p:txBody>
            <a:bodyPr wrap="square" lIns="0" tIns="0" rIns="0" bIns="0" rtlCol="0"/>
            <a:lstStyle/>
            <a:p>
              <a:endParaRPr/>
            </a:p>
          </p:txBody>
        </p:sp>
      </p:grpSp>
      <p:sp>
        <p:nvSpPr>
          <p:cNvPr id="82" name="object 82"/>
          <p:cNvSpPr txBox="1"/>
          <p:nvPr/>
        </p:nvSpPr>
        <p:spPr>
          <a:xfrm>
            <a:off x="6634733" y="3460496"/>
            <a:ext cx="461009"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Dee</a:t>
            </a:r>
            <a:r>
              <a:rPr sz="1200" spc="-110" dirty="0">
                <a:solidFill>
                  <a:srgbClr val="FFFFFF"/>
                </a:solidFill>
                <a:latin typeface="Calibri"/>
                <a:cs typeface="Calibri"/>
              </a:rPr>
              <a:t>r</a:t>
            </a:r>
            <a:r>
              <a:rPr sz="1200" dirty="0">
                <a:solidFill>
                  <a:srgbClr val="FFFFFF"/>
                </a:solidFill>
                <a:latin typeface="Calibri"/>
                <a:cs typeface="Calibri"/>
              </a:rPr>
              <a:t>,</a:t>
            </a:r>
            <a:r>
              <a:rPr sz="1200" spc="-10" dirty="0">
                <a:solidFill>
                  <a:srgbClr val="FFFFFF"/>
                </a:solidFill>
                <a:latin typeface="Calibri"/>
                <a:cs typeface="Calibri"/>
              </a:rPr>
              <a:t> </a:t>
            </a:r>
            <a:r>
              <a:rPr sz="1200" dirty="0">
                <a:solidFill>
                  <a:srgbClr val="FFFFFF"/>
                </a:solidFill>
                <a:latin typeface="Calibri"/>
                <a:cs typeface="Calibri"/>
              </a:rPr>
              <a:t>2</a:t>
            </a:r>
            <a:endParaRPr sz="1200">
              <a:latin typeface="Calibri"/>
              <a:cs typeface="Calibri"/>
            </a:endParaRPr>
          </a:p>
        </p:txBody>
      </p:sp>
      <p:grpSp>
        <p:nvGrpSpPr>
          <p:cNvPr id="83" name="object 83"/>
          <p:cNvGrpSpPr/>
          <p:nvPr/>
        </p:nvGrpSpPr>
        <p:grpSpPr>
          <a:xfrm>
            <a:off x="6440423" y="4131564"/>
            <a:ext cx="844550" cy="416559"/>
            <a:chOff x="6440423" y="4131564"/>
            <a:chExt cx="844550" cy="416559"/>
          </a:xfrm>
        </p:grpSpPr>
        <p:pic>
          <p:nvPicPr>
            <p:cNvPr id="84" name="object 84"/>
            <p:cNvPicPr/>
            <p:nvPr/>
          </p:nvPicPr>
          <p:blipFill>
            <a:blip r:embed="rId15" cstate="print"/>
            <a:stretch>
              <a:fillRect/>
            </a:stretch>
          </p:blipFill>
          <p:spPr>
            <a:xfrm>
              <a:off x="6440423" y="4131564"/>
              <a:ext cx="844308" cy="380987"/>
            </a:xfrm>
            <a:prstGeom prst="rect">
              <a:avLst/>
            </a:prstGeom>
          </p:spPr>
        </p:pic>
        <p:pic>
          <p:nvPicPr>
            <p:cNvPr id="85" name="object 85"/>
            <p:cNvPicPr/>
            <p:nvPr/>
          </p:nvPicPr>
          <p:blipFill>
            <a:blip r:embed="rId20" cstate="print"/>
            <a:stretch>
              <a:fillRect/>
            </a:stretch>
          </p:blipFill>
          <p:spPr>
            <a:xfrm>
              <a:off x="6504431" y="4146804"/>
              <a:ext cx="714768" cy="400773"/>
            </a:xfrm>
            <a:prstGeom prst="rect">
              <a:avLst/>
            </a:prstGeom>
          </p:spPr>
        </p:pic>
        <p:sp>
          <p:nvSpPr>
            <p:cNvPr id="86" name="object 86"/>
            <p:cNvSpPr/>
            <p:nvPr/>
          </p:nvSpPr>
          <p:spPr>
            <a:xfrm>
              <a:off x="6486143" y="4157472"/>
              <a:ext cx="757555" cy="294640"/>
            </a:xfrm>
            <a:custGeom>
              <a:avLst/>
              <a:gdLst/>
              <a:ahLst/>
              <a:cxnLst/>
              <a:rect l="l" t="t" r="r" b="b"/>
              <a:pathLst>
                <a:path w="757554" h="294639">
                  <a:moveTo>
                    <a:pt x="708405" y="0"/>
                  </a:moveTo>
                  <a:lnTo>
                    <a:pt x="49022" y="0"/>
                  </a:lnTo>
                  <a:lnTo>
                    <a:pt x="29950" y="3852"/>
                  </a:lnTo>
                  <a:lnTo>
                    <a:pt x="14366" y="14357"/>
                  </a:lnTo>
                  <a:lnTo>
                    <a:pt x="3855" y="29939"/>
                  </a:lnTo>
                  <a:lnTo>
                    <a:pt x="0" y="49021"/>
                  </a:lnTo>
                  <a:lnTo>
                    <a:pt x="0" y="245109"/>
                  </a:lnTo>
                  <a:lnTo>
                    <a:pt x="3855" y="264192"/>
                  </a:lnTo>
                  <a:lnTo>
                    <a:pt x="14366" y="279774"/>
                  </a:lnTo>
                  <a:lnTo>
                    <a:pt x="29950" y="290279"/>
                  </a:lnTo>
                  <a:lnTo>
                    <a:pt x="49022" y="294131"/>
                  </a:lnTo>
                  <a:lnTo>
                    <a:pt x="708405" y="294131"/>
                  </a:lnTo>
                  <a:lnTo>
                    <a:pt x="727477" y="290279"/>
                  </a:lnTo>
                  <a:lnTo>
                    <a:pt x="743061" y="279774"/>
                  </a:lnTo>
                  <a:lnTo>
                    <a:pt x="753572" y="264192"/>
                  </a:lnTo>
                  <a:lnTo>
                    <a:pt x="757427" y="245109"/>
                  </a:lnTo>
                  <a:lnTo>
                    <a:pt x="757427" y="49021"/>
                  </a:lnTo>
                  <a:lnTo>
                    <a:pt x="753572" y="29939"/>
                  </a:lnTo>
                  <a:lnTo>
                    <a:pt x="743061" y="14357"/>
                  </a:lnTo>
                  <a:lnTo>
                    <a:pt x="727477" y="3852"/>
                  </a:lnTo>
                  <a:lnTo>
                    <a:pt x="708405" y="0"/>
                  </a:lnTo>
                  <a:close/>
                </a:path>
              </a:pathLst>
            </a:custGeom>
            <a:solidFill>
              <a:srgbClr val="9CB955"/>
            </a:solidFill>
          </p:spPr>
          <p:txBody>
            <a:bodyPr wrap="square" lIns="0" tIns="0" rIns="0" bIns="0" rtlCol="0"/>
            <a:lstStyle/>
            <a:p>
              <a:endParaRPr/>
            </a:p>
          </p:txBody>
        </p:sp>
        <p:sp>
          <p:nvSpPr>
            <p:cNvPr id="87" name="object 87"/>
            <p:cNvSpPr/>
            <p:nvPr/>
          </p:nvSpPr>
          <p:spPr>
            <a:xfrm>
              <a:off x="6486143" y="4157472"/>
              <a:ext cx="757555" cy="294640"/>
            </a:xfrm>
            <a:custGeom>
              <a:avLst/>
              <a:gdLst/>
              <a:ahLst/>
              <a:cxnLst/>
              <a:rect l="l" t="t" r="r" b="b"/>
              <a:pathLst>
                <a:path w="757554" h="294639">
                  <a:moveTo>
                    <a:pt x="0" y="49021"/>
                  </a:moveTo>
                  <a:lnTo>
                    <a:pt x="3855" y="29939"/>
                  </a:lnTo>
                  <a:lnTo>
                    <a:pt x="14366" y="14357"/>
                  </a:lnTo>
                  <a:lnTo>
                    <a:pt x="29950" y="3852"/>
                  </a:lnTo>
                  <a:lnTo>
                    <a:pt x="49022" y="0"/>
                  </a:lnTo>
                  <a:lnTo>
                    <a:pt x="708405" y="0"/>
                  </a:lnTo>
                  <a:lnTo>
                    <a:pt x="727477" y="3852"/>
                  </a:lnTo>
                  <a:lnTo>
                    <a:pt x="743061" y="14357"/>
                  </a:lnTo>
                  <a:lnTo>
                    <a:pt x="753572" y="29939"/>
                  </a:lnTo>
                  <a:lnTo>
                    <a:pt x="757427" y="49021"/>
                  </a:lnTo>
                  <a:lnTo>
                    <a:pt x="757427" y="245109"/>
                  </a:lnTo>
                  <a:lnTo>
                    <a:pt x="753572" y="264192"/>
                  </a:lnTo>
                  <a:lnTo>
                    <a:pt x="743061" y="279774"/>
                  </a:lnTo>
                  <a:lnTo>
                    <a:pt x="727477" y="290279"/>
                  </a:lnTo>
                  <a:lnTo>
                    <a:pt x="708405" y="294131"/>
                  </a:lnTo>
                  <a:lnTo>
                    <a:pt x="49022" y="294131"/>
                  </a:lnTo>
                  <a:lnTo>
                    <a:pt x="29950" y="290279"/>
                  </a:lnTo>
                  <a:lnTo>
                    <a:pt x="14366" y="279774"/>
                  </a:lnTo>
                  <a:lnTo>
                    <a:pt x="3855" y="264192"/>
                  </a:lnTo>
                  <a:lnTo>
                    <a:pt x="0" y="245109"/>
                  </a:lnTo>
                  <a:lnTo>
                    <a:pt x="0" y="49021"/>
                  </a:lnTo>
                  <a:close/>
                </a:path>
              </a:pathLst>
            </a:custGeom>
            <a:ln w="6096">
              <a:solidFill>
                <a:srgbClr val="FFFFFF"/>
              </a:solidFill>
            </a:ln>
          </p:spPr>
          <p:txBody>
            <a:bodyPr wrap="square" lIns="0" tIns="0" rIns="0" bIns="0" rtlCol="0"/>
            <a:lstStyle/>
            <a:p>
              <a:endParaRPr/>
            </a:p>
          </p:txBody>
        </p:sp>
      </p:grpSp>
      <p:sp>
        <p:nvSpPr>
          <p:cNvPr id="88" name="object 88"/>
          <p:cNvSpPr txBox="1"/>
          <p:nvPr/>
        </p:nvSpPr>
        <p:spPr>
          <a:xfrm>
            <a:off x="6627114" y="4192320"/>
            <a:ext cx="476250" cy="197490"/>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Ri</a:t>
            </a:r>
            <a:r>
              <a:rPr sz="1200" spc="-20" dirty="0">
                <a:solidFill>
                  <a:srgbClr val="FFFFFF"/>
                </a:solidFill>
                <a:latin typeface="Calibri"/>
                <a:cs typeface="Calibri"/>
              </a:rPr>
              <a:t>v</a:t>
            </a:r>
            <a:r>
              <a:rPr sz="1200" dirty="0">
                <a:solidFill>
                  <a:srgbClr val="FFFFFF"/>
                </a:solidFill>
                <a:latin typeface="Calibri"/>
                <a:cs typeface="Calibri"/>
              </a:rPr>
              <a:t>e</a:t>
            </a:r>
            <a:r>
              <a:rPr sz="1200" spc="-105" dirty="0">
                <a:solidFill>
                  <a:srgbClr val="FFFFFF"/>
                </a:solidFill>
                <a:latin typeface="Calibri"/>
                <a:cs typeface="Calibri"/>
              </a:rPr>
              <a:t>r</a:t>
            </a:r>
            <a:r>
              <a:rPr sz="1200" dirty="0">
                <a:solidFill>
                  <a:srgbClr val="FFFFFF"/>
                </a:solidFill>
                <a:latin typeface="Calibri"/>
                <a:cs typeface="Calibri"/>
              </a:rPr>
              <a:t>, </a:t>
            </a:r>
            <a:r>
              <a:rPr lang="en-US" sz="1200" dirty="0">
                <a:solidFill>
                  <a:srgbClr val="FFFFFF"/>
                </a:solidFill>
                <a:latin typeface="Calibri"/>
                <a:cs typeface="Calibri"/>
              </a:rPr>
              <a:t>3</a:t>
            </a:r>
            <a:endParaRPr sz="1200" dirty="0">
              <a:latin typeface="Calibri"/>
              <a:cs typeface="Calibri"/>
            </a:endParaRPr>
          </a:p>
        </p:txBody>
      </p:sp>
      <p:grpSp>
        <p:nvGrpSpPr>
          <p:cNvPr id="89" name="object 89"/>
          <p:cNvGrpSpPr/>
          <p:nvPr/>
        </p:nvGrpSpPr>
        <p:grpSpPr>
          <a:xfrm>
            <a:off x="5219700" y="1958301"/>
            <a:ext cx="1230630" cy="2336800"/>
            <a:chOff x="5219700" y="1958301"/>
            <a:chExt cx="1230630" cy="2336800"/>
          </a:xfrm>
        </p:grpSpPr>
        <p:sp>
          <p:nvSpPr>
            <p:cNvPr id="90" name="object 90"/>
            <p:cNvSpPr/>
            <p:nvPr/>
          </p:nvSpPr>
          <p:spPr>
            <a:xfrm>
              <a:off x="5896356" y="2081783"/>
              <a:ext cx="554355" cy="2212975"/>
            </a:xfrm>
            <a:custGeom>
              <a:avLst/>
              <a:gdLst/>
              <a:ahLst/>
              <a:cxnLst/>
              <a:rect l="l" t="t" r="r" b="b"/>
              <a:pathLst>
                <a:path w="554354" h="2212975">
                  <a:moveTo>
                    <a:pt x="553974" y="2174748"/>
                  </a:moveTo>
                  <a:lnTo>
                    <a:pt x="541274" y="2168398"/>
                  </a:lnTo>
                  <a:lnTo>
                    <a:pt x="477774" y="2136648"/>
                  </a:lnTo>
                  <a:lnTo>
                    <a:pt x="477774" y="2168398"/>
                  </a:lnTo>
                  <a:lnTo>
                    <a:pt x="0" y="2168398"/>
                  </a:lnTo>
                  <a:lnTo>
                    <a:pt x="0" y="2181098"/>
                  </a:lnTo>
                  <a:lnTo>
                    <a:pt x="477774" y="2181098"/>
                  </a:lnTo>
                  <a:lnTo>
                    <a:pt x="477774" y="2212848"/>
                  </a:lnTo>
                  <a:lnTo>
                    <a:pt x="541274" y="2181098"/>
                  </a:lnTo>
                  <a:lnTo>
                    <a:pt x="553974" y="2174748"/>
                  </a:lnTo>
                  <a:close/>
                </a:path>
                <a:path w="554354" h="2212975">
                  <a:moveTo>
                    <a:pt x="553974" y="1469136"/>
                  </a:moveTo>
                  <a:lnTo>
                    <a:pt x="541274" y="1462786"/>
                  </a:lnTo>
                  <a:lnTo>
                    <a:pt x="477774" y="1431036"/>
                  </a:lnTo>
                  <a:lnTo>
                    <a:pt x="477774" y="1462786"/>
                  </a:lnTo>
                  <a:lnTo>
                    <a:pt x="0" y="1462786"/>
                  </a:lnTo>
                  <a:lnTo>
                    <a:pt x="0" y="1475486"/>
                  </a:lnTo>
                  <a:lnTo>
                    <a:pt x="477774" y="1475486"/>
                  </a:lnTo>
                  <a:lnTo>
                    <a:pt x="477774" y="1507236"/>
                  </a:lnTo>
                  <a:lnTo>
                    <a:pt x="541274" y="1475486"/>
                  </a:lnTo>
                  <a:lnTo>
                    <a:pt x="553974" y="1469136"/>
                  </a:lnTo>
                  <a:close/>
                </a:path>
                <a:path w="554354" h="2212975">
                  <a:moveTo>
                    <a:pt x="553974" y="746760"/>
                  </a:moveTo>
                  <a:lnTo>
                    <a:pt x="541274" y="740410"/>
                  </a:lnTo>
                  <a:lnTo>
                    <a:pt x="477774" y="708660"/>
                  </a:lnTo>
                  <a:lnTo>
                    <a:pt x="477774" y="740410"/>
                  </a:lnTo>
                  <a:lnTo>
                    <a:pt x="0" y="740410"/>
                  </a:lnTo>
                  <a:lnTo>
                    <a:pt x="0" y="753110"/>
                  </a:lnTo>
                  <a:lnTo>
                    <a:pt x="477774" y="753110"/>
                  </a:lnTo>
                  <a:lnTo>
                    <a:pt x="477774" y="784860"/>
                  </a:lnTo>
                  <a:lnTo>
                    <a:pt x="541274" y="753110"/>
                  </a:lnTo>
                  <a:lnTo>
                    <a:pt x="553974" y="746760"/>
                  </a:lnTo>
                  <a:close/>
                </a:path>
                <a:path w="554354" h="2212975">
                  <a:moveTo>
                    <a:pt x="553974" y="38100"/>
                  </a:moveTo>
                  <a:lnTo>
                    <a:pt x="541274" y="31750"/>
                  </a:lnTo>
                  <a:lnTo>
                    <a:pt x="477774" y="0"/>
                  </a:lnTo>
                  <a:lnTo>
                    <a:pt x="477774" y="31750"/>
                  </a:lnTo>
                  <a:lnTo>
                    <a:pt x="0" y="31750"/>
                  </a:lnTo>
                  <a:lnTo>
                    <a:pt x="0" y="44450"/>
                  </a:lnTo>
                  <a:lnTo>
                    <a:pt x="477774" y="44450"/>
                  </a:lnTo>
                  <a:lnTo>
                    <a:pt x="477774" y="76200"/>
                  </a:lnTo>
                  <a:lnTo>
                    <a:pt x="541274" y="44450"/>
                  </a:lnTo>
                  <a:lnTo>
                    <a:pt x="553974" y="38100"/>
                  </a:lnTo>
                  <a:close/>
                </a:path>
              </a:pathLst>
            </a:custGeom>
            <a:solidFill>
              <a:srgbClr val="006FC0"/>
            </a:solidFill>
          </p:spPr>
          <p:txBody>
            <a:bodyPr wrap="square" lIns="0" tIns="0" rIns="0" bIns="0" rtlCol="0"/>
            <a:lstStyle/>
            <a:p>
              <a:endParaRPr/>
            </a:p>
          </p:txBody>
        </p:sp>
        <p:pic>
          <p:nvPicPr>
            <p:cNvPr id="91" name="object 91"/>
            <p:cNvPicPr/>
            <p:nvPr/>
          </p:nvPicPr>
          <p:blipFill>
            <a:blip r:embed="rId21" cstate="print"/>
            <a:stretch>
              <a:fillRect/>
            </a:stretch>
          </p:blipFill>
          <p:spPr>
            <a:xfrm>
              <a:off x="5219700" y="1958301"/>
              <a:ext cx="984491" cy="358178"/>
            </a:xfrm>
            <a:prstGeom prst="rect">
              <a:avLst/>
            </a:prstGeom>
          </p:spPr>
        </p:pic>
        <p:pic>
          <p:nvPicPr>
            <p:cNvPr id="92" name="object 92"/>
            <p:cNvPicPr/>
            <p:nvPr/>
          </p:nvPicPr>
          <p:blipFill>
            <a:blip r:embed="rId22" cstate="print"/>
            <a:stretch>
              <a:fillRect/>
            </a:stretch>
          </p:blipFill>
          <p:spPr>
            <a:xfrm>
              <a:off x="5265419" y="1961426"/>
              <a:ext cx="893051" cy="400773"/>
            </a:xfrm>
            <a:prstGeom prst="rect">
              <a:avLst/>
            </a:prstGeom>
          </p:spPr>
        </p:pic>
        <p:sp>
          <p:nvSpPr>
            <p:cNvPr id="93" name="object 93"/>
            <p:cNvSpPr/>
            <p:nvPr/>
          </p:nvSpPr>
          <p:spPr>
            <a:xfrm>
              <a:off x="5265419" y="1984248"/>
              <a:ext cx="897890" cy="271780"/>
            </a:xfrm>
            <a:custGeom>
              <a:avLst/>
              <a:gdLst/>
              <a:ahLst/>
              <a:cxnLst/>
              <a:rect l="l" t="t" r="r" b="b"/>
              <a:pathLst>
                <a:path w="897889" h="271780">
                  <a:moveTo>
                    <a:pt x="852424" y="0"/>
                  </a:moveTo>
                  <a:lnTo>
                    <a:pt x="45212" y="0"/>
                  </a:lnTo>
                  <a:lnTo>
                    <a:pt x="27592" y="3546"/>
                  </a:lnTo>
                  <a:lnTo>
                    <a:pt x="13223" y="13223"/>
                  </a:lnTo>
                  <a:lnTo>
                    <a:pt x="3546" y="27592"/>
                  </a:lnTo>
                  <a:lnTo>
                    <a:pt x="0" y="45212"/>
                  </a:lnTo>
                  <a:lnTo>
                    <a:pt x="0" y="226059"/>
                  </a:lnTo>
                  <a:lnTo>
                    <a:pt x="3546" y="243679"/>
                  </a:lnTo>
                  <a:lnTo>
                    <a:pt x="13223" y="258048"/>
                  </a:lnTo>
                  <a:lnTo>
                    <a:pt x="27592" y="267725"/>
                  </a:lnTo>
                  <a:lnTo>
                    <a:pt x="45212" y="271271"/>
                  </a:lnTo>
                  <a:lnTo>
                    <a:pt x="852424" y="271271"/>
                  </a:lnTo>
                  <a:lnTo>
                    <a:pt x="870043" y="267725"/>
                  </a:lnTo>
                  <a:lnTo>
                    <a:pt x="884412" y="258048"/>
                  </a:lnTo>
                  <a:lnTo>
                    <a:pt x="894089" y="243679"/>
                  </a:lnTo>
                  <a:lnTo>
                    <a:pt x="897635" y="226059"/>
                  </a:lnTo>
                  <a:lnTo>
                    <a:pt x="897635" y="45212"/>
                  </a:lnTo>
                  <a:lnTo>
                    <a:pt x="894089" y="27592"/>
                  </a:lnTo>
                  <a:lnTo>
                    <a:pt x="884412" y="13223"/>
                  </a:lnTo>
                  <a:lnTo>
                    <a:pt x="870043" y="3546"/>
                  </a:lnTo>
                  <a:lnTo>
                    <a:pt x="852424" y="0"/>
                  </a:lnTo>
                  <a:close/>
                </a:path>
              </a:pathLst>
            </a:custGeom>
            <a:solidFill>
              <a:srgbClr val="0D80B8"/>
            </a:solidFill>
          </p:spPr>
          <p:txBody>
            <a:bodyPr wrap="square" lIns="0" tIns="0" rIns="0" bIns="0" rtlCol="0"/>
            <a:lstStyle/>
            <a:p>
              <a:endParaRPr/>
            </a:p>
          </p:txBody>
        </p:sp>
        <p:sp>
          <p:nvSpPr>
            <p:cNvPr id="94" name="object 94"/>
            <p:cNvSpPr/>
            <p:nvPr/>
          </p:nvSpPr>
          <p:spPr>
            <a:xfrm>
              <a:off x="5265419" y="1984248"/>
              <a:ext cx="897890" cy="271780"/>
            </a:xfrm>
            <a:custGeom>
              <a:avLst/>
              <a:gdLst/>
              <a:ahLst/>
              <a:cxnLst/>
              <a:rect l="l" t="t" r="r" b="b"/>
              <a:pathLst>
                <a:path w="897889" h="271780">
                  <a:moveTo>
                    <a:pt x="0" y="45212"/>
                  </a:moveTo>
                  <a:lnTo>
                    <a:pt x="3546" y="27592"/>
                  </a:lnTo>
                  <a:lnTo>
                    <a:pt x="13223" y="13223"/>
                  </a:lnTo>
                  <a:lnTo>
                    <a:pt x="27592" y="3546"/>
                  </a:lnTo>
                  <a:lnTo>
                    <a:pt x="45212" y="0"/>
                  </a:lnTo>
                  <a:lnTo>
                    <a:pt x="852424" y="0"/>
                  </a:lnTo>
                  <a:lnTo>
                    <a:pt x="870043" y="3546"/>
                  </a:lnTo>
                  <a:lnTo>
                    <a:pt x="884412" y="13223"/>
                  </a:lnTo>
                  <a:lnTo>
                    <a:pt x="894089" y="27592"/>
                  </a:lnTo>
                  <a:lnTo>
                    <a:pt x="897635" y="45212"/>
                  </a:lnTo>
                  <a:lnTo>
                    <a:pt x="897635" y="226059"/>
                  </a:lnTo>
                  <a:lnTo>
                    <a:pt x="894089" y="243679"/>
                  </a:lnTo>
                  <a:lnTo>
                    <a:pt x="884412" y="258048"/>
                  </a:lnTo>
                  <a:lnTo>
                    <a:pt x="870043" y="267725"/>
                  </a:lnTo>
                  <a:lnTo>
                    <a:pt x="852424" y="271271"/>
                  </a:lnTo>
                  <a:lnTo>
                    <a:pt x="45212" y="271271"/>
                  </a:lnTo>
                  <a:lnTo>
                    <a:pt x="27592" y="267725"/>
                  </a:lnTo>
                  <a:lnTo>
                    <a:pt x="13223" y="258048"/>
                  </a:lnTo>
                  <a:lnTo>
                    <a:pt x="3546" y="243679"/>
                  </a:lnTo>
                  <a:lnTo>
                    <a:pt x="0" y="226059"/>
                  </a:lnTo>
                  <a:lnTo>
                    <a:pt x="0" y="45212"/>
                  </a:lnTo>
                  <a:close/>
                </a:path>
              </a:pathLst>
            </a:custGeom>
            <a:ln w="6096">
              <a:solidFill>
                <a:srgbClr val="FFFFFF"/>
              </a:solidFill>
            </a:ln>
          </p:spPr>
          <p:txBody>
            <a:bodyPr wrap="square" lIns="0" tIns="0" rIns="0" bIns="0" rtlCol="0"/>
            <a:lstStyle/>
            <a:p>
              <a:endParaRPr/>
            </a:p>
          </p:txBody>
        </p:sp>
      </p:grpSp>
      <p:sp>
        <p:nvSpPr>
          <p:cNvPr id="95" name="object 95"/>
          <p:cNvSpPr txBox="1"/>
          <p:nvPr/>
        </p:nvSpPr>
        <p:spPr>
          <a:xfrm>
            <a:off x="5368290" y="1693932"/>
            <a:ext cx="790180" cy="512320"/>
          </a:xfrm>
          <a:prstGeom prst="rect">
            <a:avLst/>
          </a:prstGeom>
        </p:spPr>
        <p:txBody>
          <a:bodyPr vert="horz" wrap="square" lIns="0" tIns="78105" rIns="0" bIns="0" rtlCol="0">
            <a:spAutoFit/>
          </a:bodyPr>
          <a:lstStyle/>
          <a:p>
            <a:pPr marL="12700">
              <a:lnSpc>
                <a:spcPct val="100000"/>
              </a:lnSpc>
              <a:spcBef>
                <a:spcPts val="615"/>
              </a:spcBef>
            </a:pPr>
            <a:r>
              <a:rPr sz="1200" spc="-5" dirty="0">
                <a:solidFill>
                  <a:srgbClr val="006FC0"/>
                </a:solidFill>
                <a:latin typeface="Calibri"/>
                <a:cs typeface="Calibri"/>
              </a:rPr>
              <a:t>K2,List(V2)</a:t>
            </a:r>
            <a:endParaRPr sz="1200" dirty="0">
              <a:latin typeface="Calibri"/>
              <a:cs typeface="Calibri"/>
            </a:endParaRPr>
          </a:p>
          <a:p>
            <a:pPr marL="31750">
              <a:lnSpc>
                <a:spcPct val="100000"/>
              </a:lnSpc>
              <a:spcBef>
                <a:spcPts val="509"/>
              </a:spcBef>
            </a:pPr>
            <a:r>
              <a:rPr sz="1200" spc="-5" dirty="0">
                <a:solidFill>
                  <a:srgbClr val="FFFFFF"/>
                </a:solidFill>
                <a:latin typeface="Calibri"/>
                <a:cs typeface="Calibri"/>
              </a:rPr>
              <a:t>B</a:t>
            </a:r>
            <a:r>
              <a:rPr sz="1200" dirty="0">
                <a:solidFill>
                  <a:srgbClr val="FFFFFF"/>
                </a:solidFill>
                <a:latin typeface="Calibri"/>
                <a:cs typeface="Calibri"/>
              </a:rPr>
              <a:t>ea</a:t>
            </a:r>
            <a:r>
              <a:rPr sz="1200" spc="-110" dirty="0">
                <a:solidFill>
                  <a:srgbClr val="FFFFFF"/>
                </a:solidFill>
                <a:latin typeface="Calibri"/>
                <a:cs typeface="Calibri"/>
              </a:rPr>
              <a:t>r</a:t>
            </a:r>
            <a:r>
              <a:rPr sz="1200" dirty="0">
                <a:solidFill>
                  <a:srgbClr val="FFFFFF"/>
                </a:solidFill>
                <a:latin typeface="Calibri"/>
                <a:cs typeface="Calibri"/>
              </a:rPr>
              <a:t>, </a:t>
            </a:r>
            <a:r>
              <a:rPr sz="1200" spc="-5" dirty="0">
                <a:solidFill>
                  <a:srgbClr val="FFFFFF"/>
                </a:solidFill>
                <a:latin typeface="Calibri"/>
                <a:cs typeface="Calibri"/>
              </a:rPr>
              <a:t>(1,1</a:t>
            </a:r>
            <a:r>
              <a:rPr lang="en-US" sz="1200" spc="-5" dirty="0">
                <a:solidFill>
                  <a:srgbClr val="FFFFFF"/>
                </a:solidFill>
                <a:latin typeface="Calibri"/>
                <a:cs typeface="Calibri"/>
              </a:rPr>
              <a:t>,1</a:t>
            </a:r>
            <a:r>
              <a:rPr sz="1200" spc="-5" dirty="0">
                <a:solidFill>
                  <a:srgbClr val="FFFFFF"/>
                </a:solidFill>
                <a:latin typeface="Calibri"/>
                <a:cs typeface="Calibri"/>
              </a:rPr>
              <a:t>)</a:t>
            </a:r>
            <a:endParaRPr sz="1200" dirty="0">
              <a:latin typeface="Calibri"/>
              <a:cs typeface="Calibri"/>
            </a:endParaRPr>
          </a:p>
        </p:txBody>
      </p:sp>
      <p:grpSp>
        <p:nvGrpSpPr>
          <p:cNvPr id="96" name="object 96"/>
          <p:cNvGrpSpPr/>
          <p:nvPr/>
        </p:nvGrpSpPr>
        <p:grpSpPr>
          <a:xfrm>
            <a:off x="5219700" y="2670035"/>
            <a:ext cx="982980" cy="404495"/>
            <a:chOff x="5219700" y="2670035"/>
            <a:chExt cx="982980" cy="404495"/>
          </a:xfrm>
        </p:grpSpPr>
        <p:pic>
          <p:nvPicPr>
            <p:cNvPr id="97" name="object 97"/>
            <p:cNvPicPr/>
            <p:nvPr/>
          </p:nvPicPr>
          <p:blipFill>
            <a:blip r:embed="rId23" cstate="print"/>
            <a:stretch>
              <a:fillRect/>
            </a:stretch>
          </p:blipFill>
          <p:spPr>
            <a:xfrm>
              <a:off x="5219700" y="2670035"/>
              <a:ext cx="982979" cy="359676"/>
            </a:xfrm>
            <a:prstGeom prst="rect">
              <a:avLst/>
            </a:prstGeom>
          </p:spPr>
        </p:pic>
        <p:pic>
          <p:nvPicPr>
            <p:cNvPr id="98" name="object 98"/>
            <p:cNvPicPr/>
            <p:nvPr/>
          </p:nvPicPr>
          <p:blipFill>
            <a:blip r:embed="rId24" cstate="print"/>
            <a:stretch>
              <a:fillRect/>
            </a:stretch>
          </p:blipFill>
          <p:spPr>
            <a:xfrm>
              <a:off x="5245607" y="2673134"/>
              <a:ext cx="931151" cy="400773"/>
            </a:xfrm>
            <a:prstGeom prst="rect">
              <a:avLst/>
            </a:prstGeom>
          </p:spPr>
        </p:pic>
        <p:sp>
          <p:nvSpPr>
            <p:cNvPr id="99" name="object 99"/>
            <p:cNvSpPr/>
            <p:nvPr/>
          </p:nvSpPr>
          <p:spPr>
            <a:xfrm>
              <a:off x="5265419" y="2695955"/>
              <a:ext cx="896619" cy="273050"/>
            </a:xfrm>
            <a:custGeom>
              <a:avLst/>
              <a:gdLst/>
              <a:ahLst/>
              <a:cxnLst/>
              <a:rect l="l" t="t" r="r" b="b"/>
              <a:pathLst>
                <a:path w="896620" h="273050">
                  <a:moveTo>
                    <a:pt x="850645" y="0"/>
                  </a:moveTo>
                  <a:lnTo>
                    <a:pt x="45465" y="0"/>
                  </a:lnTo>
                  <a:lnTo>
                    <a:pt x="27753" y="3567"/>
                  </a:lnTo>
                  <a:lnTo>
                    <a:pt x="13303" y="13303"/>
                  </a:lnTo>
                  <a:lnTo>
                    <a:pt x="3567" y="27753"/>
                  </a:lnTo>
                  <a:lnTo>
                    <a:pt x="0" y="45466"/>
                  </a:lnTo>
                  <a:lnTo>
                    <a:pt x="0" y="227330"/>
                  </a:lnTo>
                  <a:lnTo>
                    <a:pt x="3567" y="245042"/>
                  </a:lnTo>
                  <a:lnTo>
                    <a:pt x="13303" y="259492"/>
                  </a:lnTo>
                  <a:lnTo>
                    <a:pt x="27753" y="269228"/>
                  </a:lnTo>
                  <a:lnTo>
                    <a:pt x="45465" y="272795"/>
                  </a:lnTo>
                  <a:lnTo>
                    <a:pt x="850645" y="272795"/>
                  </a:lnTo>
                  <a:lnTo>
                    <a:pt x="868358" y="269228"/>
                  </a:lnTo>
                  <a:lnTo>
                    <a:pt x="882808" y="259492"/>
                  </a:lnTo>
                  <a:lnTo>
                    <a:pt x="892544" y="245042"/>
                  </a:lnTo>
                  <a:lnTo>
                    <a:pt x="896112" y="227330"/>
                  </a:lnTo>
                  <a:lnTo>
                    <a:pt x="896112" y="45466"/>
                  </a:lnTo>
                  <a:lnTo>
                    <a:pt x="892544" y="27753"/>
                  </a:lnTo>
                  <a:lnTo>
                    <a:pt x="882808" y="13303"/>
                  </a:lnTo>
                  <a:lnTo>
                    <a:pt x="868358" y="3567"/>
                  </a:lnTo>
                  <a:lnTo>
                    <a:pt x="850645" y="0"/>
                  </a:lnTo>
                  <a:close/>
                </a:path>
              </a:pathLst>
            </a:custGeom>
            <a:solidFill>
              <a:srgbClr val="0D80B8"/>
            </a:solidFill>
          </p:spPr>
          <p:txBody>
            <a:bodyPr wrap="square" lIns="0" tIns="0" rIns="0" bIns="0" rtlCol="0"/>
            <a:lstStyle/>
            <a:p>
              <a:endParaRPr/>
            </a:p>
          </p:txBody>
        </p:sp>
        <p:sp>
          <p:nvSpPr>
            <p:cNvPr id="100" name="object 100"/>
            <p:cNvSpPr/>
            <p:nvPr/>
          </p:nvSpPr>
          <p:spPr>
            <a:xfrm>
              <a:off x="5265419" y="2695955"/>
              <a:ext cx="896619" cy="273050"/>
            </a:xfrm>
            <a:custGeom>
              <a:avLst/>
              <a:gdLst/>
              <a:ahLst/>
              <a:cxnLst/>
              <a:rect l="l" t="t" r="r" b="b"/>
              <a:pathLst>
                <a:path w="896620" h="273050">
                  <a:moveTo>
                    <a:pt x="0" y="45466"/>
                  </a:moveTo>
                  <a:lnTo>
                    <a:pt x="3567" y="27753"/>
                  </a:lnTo>
                  <a:lnTo>
                    <a:pt x="13303" y="13303"/>
                  </a:lnTo>
                  <a:lnTo>
                    <a:pt x="27753" y="3567"/>
                  </a:lnTo>
                  <a:lnTo>
                    <a:pt x="45465" y="0"/>
                  </a:lnTo>
                  <a:lnTo>
                    <a:pt x="850645" y="0"/>
                  </a:lnTo>
                  <a:lnTo>
                    <a:pt x="868358" y="3567"/>
                  </a:lnTo>
                  <a:lnTo>
                    <a:pt x="882808" y="13303"/>
                  </a:lnTo>
                  <a:lnTo>
                    <a:pt x="892544" y="27753"/>
                  </a:lnTo>
                  <a:lnTo>
                    <a:pt x="896112" y="45466"/>
                  </a:lnTo>
                  <a:lnTo>
                    <a:pt x="896112" y="227330"/>
                  </a:lnTo>
                  <a:lnTo>
                    <a:pt x="892544" y="245042"/>
                  </a:lnTo>
                  <a:lnTo>
                    <a:pt x="882808" y="259492"/>
                  </a:lnTo>
                  <a:lnTo>
                    <a:pt x="868358" y="269228"/>
                  </a:lnTo>
                  <a:lnTo>
                    <a:pt x="850645" y="272795"/>
                  </a:lnTo>
                  <a:lnTo>
                    <a:pt x="45465" y="272795"/>
                  </a:lnTo>
                  <a:lnTo>
                    <a:pt x="27753" y="269228"/>
                  </a:lnTo>
                  <a:lnTo>
                    <a:pt x="13303" y="259492"/>
                  </a:lnTo>
                  <a:lnTo>
                    <a:pt x="3567" y="245042"/>
                  </a:lnTo>
                  <a:lnTo>
                    <a:pt x="0" y="227330"/>
                  </a:lnTo>
                  <a:lnTo>
                    <a:pt x="0" y="45466"/>
                  </a:lnTo>
                  <a:close/>
                </a:path>
              </a:pathLst>
            </a:custGeom>
            <a:ln w="6096">
              <a:solidFill>
                <a:srgbClr val="FFFFFF"/>
              </a:solidFill>
            </a:ln>
          </p:spPr>
          <p:txBody>
            <a:bodyPr wrap="square" lIns="0" tIns="0" rIns="0" bIns="0" rtlCol="0"/>
            <a:lstStyle/>
            <a:p>
              <a:endParaRPr/>
            </a:p>
          </p:txBody>
        </p:sp>
      </p:grpSp>
      <p:sp>
        <p:nvSpPr>
          <p:cNvPr id="101" name="object 101"/>
          <p:cNvSpPr txBox="1"/>
          <p:nvPr/>
        </p:nvSpPr>
        <p:spPr>
          <a:xfrm>
            <a:off x="5367909" y="2719577"/>
            <a:ext cx="69278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C</a:t>
            </a:r>
            <a:r>
              <a:rPr sz="1200" dirty="0">
                <a:solidFill>
                  <a:srgbClr val="FFFFFF"/>
                </a:solidFill>
                <a:latin typeface="Calibri"/>
                <a:cs typeface="Calibri"/>
              </a:rPr>
              <a:t>a</a:t>
            </a:r>
            <a:r>
              <a:rPr sz="1200" spc="-110" dirty="0">
                <a:solidFill>
                  <a:srgbClr val="FFFFFF"/>
                </a:solidFill>
                <a:latin typeface="Calibri"/>
                <a:cs typeface="Calibri"/>
              </a:rPr>
              <a:t>r</a:t>
            </a:r>
            <a:r>
              <a:rPr sz="1200" dirty="0">
                <a:solidFill>
                  <a:srgbClr val="FFFFFF"/>
                </a:solidFill>
                <a:latin typeface="Calibri"/>
                <a:cs typeface="Calibri"/>
              </a:rPr>
              <a:t>, </a:t>
            </a:r>
            <a:r>
              <a:rPr sz="1200" spc="-5" dirty="0">
                <a:solidFill>
                  <a:srgbClr val="FFFFFF"/>
                </a:solidFill>
                <a:latin typeface="Calibri"/>
                <a:cs typeface="Calibri"/>
              </a:rPr>
              <a:t>(1,1,</a:t>
            </a:r>
            <a:r>
              <a:rPr sz="1200" spc="5" dirty="0">
                <a:solidFill>
                  <a:srgbClr val="FFFFFF"/>
                </a:solidFill>
                <a:latin typeface="Calibri"/>
                <a:cs typeface="Calibri"/>
              </a:rPr>
              <a:t>1</a:t>
            </a:r>
            <a:r>
              <a:rPr sz="1200" dirty="0">
                <a:solidFill>
                  <a:srgbClr val="FFFFFF"/>
                </a:solidFill>
                <a:latin typeface="Calibri"/>
                <a:cs typeface="Calibri"/>
              </a:rPr>
              <a:t>)</a:t>
            </a:r>
            <a:endParaRPr sz="1200">
              <a:latin typeface="Calibri"/>
              <a:cs typeface="Calibri"/>
            </a:endParaRPr>
          </a:p>
        </p:txBody>
      </p:sp>
      <p:grpSp>
        <p:nvGrpSpPr>
          <p:cNvPr id="102" name="object 102"/>
          <p:cNvGrpSpPr/>
          <p:nvPr/>
        </p:nvGrpSpPr>
        <p:grpSpPr>
          <a:xfrm>
            <a:off x="5219700" y="3381730"/>
            <a:ext cx="984885" cy="405765"/>
            <a:chOff x="5219700" y="3381730"/>
            <a:chExt cx="984885" cy="405765"/>
          </a:xfrm>
        </p:grpSpPr>
        <p:pic>
          <p:nvPicPr>
            <p:cNvPr id="103" name="object 103"/>
            <p:cNvPicPr/>
            <p:nvPr/>
          </p:nvPicPr>
          <p:blipFill>
            <a:blip r:embed="rId25" cstate="print"/>
            <a:stretch>
              <a:fillRect/>
            </a:stretch>
          </p:blipFill>
          <p:spPr>
            <a:xfrm>
              <a:off x="5219700" y="3381730"/>
              <a:ext cx="984491" cy="359689"/>
            </a:xfrm>
            <a:prstGeom prst="rect">
              <a:avLst/>
            </a:prstGeom>
          </p:spPr>
        </p:pic>
        <p:pic>
          <p:nvPicPr>
            <p:cNvPr id="104" name="object 104"/>
            <p:cNvPicPr/>
            <p:nvPr/>
          </p:nvPicPr>
          <p:blipFill>
            <a:blip r:embed="rId26" cstate="print"/>
            <a:stretch>
              <a:fillRect/>
            </a:stretch>
          </p:blipFill>
          <p:spPr>
            <a:xfrm>
              <a:off x="5257800" y="3386366"/>
              <a:ext cx="906792" cy="400773"/>
            </a:xfrm>
            <a:prstGeom prst="rect">
              <a:avLst/>
            </a:prstGeom>
          </p:spPr>
        </p:pic>
        <p:sp>
          <p:nvSpPr>
            <p:cNvPr id="105" name="object 105"/>
            <p:cNvSpPr/>
            <p:nvPr/>
          </p:nvSpPr>
          <p:spPr>
            <a:xfrm>
              <a:off x="5265419" y="3407664"/>
              <a:ext cx="897890" cy="273050"/>
            </a:xfrm>
            <a:custGeom>
              <a:avLst/>
              <a:gdLst/>
              <a:ahLst/>
              <a:cxnLst/>
              <a:rect l="l" t="t" r="r" b="b"/>
              <a:pathLst>
                <a:path w="897889" h="273050">
                  <a:moveTo>
                    <a:pt x="852169" y="0"/>
                  </a:moveTo>
                  <a:lnTo>
                    <a:pt x="45465" y="0"/>
                  </a:lnTo>
                  <a:lnTo>
                    <a:pt x="27753" y="3567"/>
                  </a:lnTo>
                  <a:lnTo>
                    <a:pt x="13303" y="13303"/>
                  </a:lnTo>
                  <a:lnTo>
                    <a:pt x="3567" y="27753"/>
                  </a:lnTo>
                  <a:lnTo>
                    <a:pt x="0" y="45466"/>
                  </a:lnTo>
                  <a:lnTo>
                    <a:pt x="0" y="227330"/>
                  </a:lnTo>
                  <a:lnTo>
                    <a:pt x="3567" y="245042"/>
                  </a:lnTo>
                  <a:lnTo>
                    <a:pt x="13303" y="259492"/>
                  </a:lnTo>
                  <a:lnTo>
                    <a:pt x="27753" y="269228"/>
                  </a:lnTo>
                  <a:lnTo>
                    <a:pt x="45465" y="272796"/>
                  </a:lnTo>
                  <a:lnTo>
                    <a:pt x="852169" y="272796"/>
                  </a:lnTo>
                  <a:lnTo>
                    <a:pt x="869882" y="269228"/>
                  </a:lnTo>
                  <a:lnTo>
                    <a:pt x="884332" y="259492"/>
                  </a:lnTo>
                  <a:lnTo>
                    <a:pt x="894068" y="245042"/>
                  </a:lnTo>
                  <a:lnTo>
                    <a:pt x="897635" y="227330"/>
                  </a:lnTo>
                  <a:lnTo>
                    <a:pt x="897635" y="45466"/>
                  </a:lnTo>
                  <a:lnTo>
                    <a:pt x="894068" y="27753"/>
                  </a:lnTo>
                  <a:lnTo>
                    <a:pt x="884332" y="13303"/>
                  </a:lnTo>
                  <a:lnTo>
                    <a:pt x="869882" y="3567"/>
                  </a:lnTo>
                  <a:lnTo>
                    <a:pt x="852169" y="0"/>
                  </a:lnTo>
                  <a:close/>
                </a:path>
              </a:pathLst>
            </a:custGeom>
            <a:solidFill>
              <a:srgbClr val="0D80B8"/>
            </a:solidFill>
          </p:spPr>
          <p:txBody>
            <a:bodyPr wrap="square" lIns="0" tIns="0" rIns="0" bIns="0" rtlCol="0"/>
            <a:lstStyle/>
            <a:p>
              <a:endParaRPr/>
            </a:p>
          </p:txBody>
        </p:sp>
        <p:sp>
          <p:nvSpPr>
            <p:cNvPr id="106" name="object 106"/>
            <p:cNvSpPr/>
            <p:nvPr/>
          </p:nvSpPr>
          <p:spPr>
            <a:xfrm>
              <a:off x="5265419" y="3407664"/>
              <a:ext cx="897890" cy="273050"/>
            </a:xfrm>
            <a:custGeom>
              <a:avLst/>
              <a:gdLst/>
              <a:ahLst/>
              <a:cxnLst/>
              <a:rect l="l" t="t" r="r" b="b"/>
              <a:pathLst>
                <a:path w="897889" h="273050">
                  <a:moveTo>
                    <a:pt x="0" y="45466"/>
                  </a:moveTo>
                  <a:lnTo>
                    <a:pt x="3567" y="27753"/>
                  </a:lnTo>
                  <a:lnTo>
                    <a:pt x="13303" y="13303"/>
                  </a:lnTo>
                  <a:lnTo>
                    <a:pt x="27753" y="3567"/>
                  </a:lnTo>
                  <a:lnTo>
                    <a:pt x="45465" y="0"/>
                  </a:lnTo>
                  <a:lnTo>
                    <a:pt x="852169" y="0"/>
                  </a:lnTo>
                  <a:lnTo>
                    <a:pt x="869882" y="3567"/>
                  </a:lnTo>
                  <a:lnTo>
                    <a:pt x="884332" y="13303"/>
                  </a:lnTo>
                  <a:lnTo>
                    <a:pt x="894068" y="27753"/>
                  </a:lnTo>
                  <a:lnTo>
                    <a:pt x="897635" y="45466"/>
                  </a:lnTo>
                  <a:lnTo>
                    <a:pt x="897635" y="227330"/>
                  </a:lnTo>
                  <a:lnTo>
                    <a:pt x="894068" y="245042"/>
                  </a:lnTo>
                  <a:lnTo>
                    <a:pt x="884332" y="259492"/>
                  </a:lnTo>
                  <a:lnTo>
                    <a:pt x="869882" y="269228"/>
                  </a:lnTo>
                  <a:lnTo>
                    <a:pt x="852169" y="272796"/>
                  </a:lnTo>
                  <a:lnTo>
                    <a:pt x="45465" y="272796"/>
                  </a:lnTo>
                  <a:lnTo>
                    <a:pt x="27753" y="269228"/>
                  </a:lnTo>
                  <a:lnTo>
                    <a:pt x="13303" y="259492"/>
                  </a:lnTo>
                  <a:lnTo>
                    <a:pt x="3567" y="245042"/>
                  </a:lnTo>
                  <a:lnTo>
                    <a:pt x="0" y="227330"/>
                  </a:lnTo>
                  <a:lnTo>
                    <a:pt x="0" y="45466"/>
                  </a:lnTo>
                  <a:close/>
                </a:path>
              </a:pathLst>
            </a:custGeom>
            <a:ln w="6096">
              <a:solidFill>
                <a:srgbClr val="FFFFFF"/>
              </a:solidFill>
            </a:ln>
          </p:spPr>
          <p:txBody>
            <a:bodyPr wrap="square" lIns="0" tIns="0" rIns="0" bIns="0" rtlCol="0"/>
            <a:lstStyle/>
            <a:p>
              <a:endParaRPr/>
            </a:p>
          </p:txBody>
        </p:sp>
      </p:grpSp>
      <p:sp>
        <p:nvSpPr>
          <p:cNvPr id="107" name="object 107"/>
          <p:cNvSpPr txBox="1"/>
          <p:nvPr/>
        </p:nvSpPr>
        <p:spPr>
          <a:xfrm>
            <a:off x="5380101" y="3431794"/>
            <a:ext cx="66865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Dee</a:t>
            </a:r>
            <a:r>
              <a:rPr sz="1200" spc="-110" dirty="0">
                <a:solidFill>
                  <a:srgbClr val="FFFFFF"/>
                </a:solidFill>
                <a:latin typeface="Calibri"/>
                <a:cs typeface="Calibri"/>
              </a:rPr>
              <a:t>r</a:t>
            </a:r>
            <a:r>
              <a:rPr sz="1200" dirty="0">
                <a:solidFill>
                  <a:srgbClr val="FFFFFF"/>
                </a:solidFill>
                <a:latin typeface="Calibri"/>
                <a:cs typeface="Calibri"/>
              </a:rPr>
              <a:t>,</a:t>
            </a:r>
            <a:r>
              <a:rPr sz="1200" spc="-10" dirty="0">
                <a:solidFill>
                  <a:srgbClr val="FFFFFF"/>
                </a:solidFill>
                <a:latin typeface="Calibri"/>
                <a:cs typeface="Calibri"/>
              </a:rPr>
              <a:t> </a:t>
            </a:r>
            <a:r>
              <a:rPr sz="1200" spc="-5" dirty="0">
                <a:solidFill>
                  <a:srgbClr val="FFFFFF"/>
                </a:solidFill>
                <a:latin typeface="Calibri"/>
                <a:cs typeface="Calibri"/>
              </a:rPr>
              <a:t>(1,1)</a:t>
            </a:r>
            <a:endParaRPr sz="1200">
              <a:latin typeface="Calibri"/>
              <a:cs typeface="Calibri"/>
            </a:endParaRPr>
          </a:p>
        </p:txBody>
      </p:sp>
      <p:grpSp>
        <p:nvGrpSpPr>
          <p:cNvPr id="108" name="object 108"/>
          <p:cNvGrpSpPr/>
          <p:nvPr/>
        </p:nvGrpSpPr>
        <p:grpSpPr>
          <a:xfrm>
            <a:off x="5219700" y="4093451"/>
            <a:ext cx="984885" cy="405765"/>
            <a:chOff x="5219700" y="4093451"/>
            <a:chExt cx="984885" cy="405765"/>
          </a:xfrm>
        </p:grpSpPr>
        <p:pic>
          <p:nvPicPr>
            <p:cNvPr id="109" name="object 109"/>
            <p:cNvPicPr/>
            <p:nvPr/>
          </p:nvPicPr>
          <p:blipFill>
            <a:blip r:embed="rId25" cstate="print"/>
            <a:stretch>
              <a:fillRect/>
            </a:stretch>
          </p:blipFill>
          <p:spPr>
            <a:xfrm>
              <a:off x="5219700" y="4093451"/>
              <a:ext cx="984491" cy="359689"/>
            </a:xfrm>
            <a:prstGeom prst="rect">
              <a:avLst/>
            </a:prstGeom>
          </p:spPr>
        </p:pic>
        <p:pic>
          <p:nvPicPr>
            <p:cNvPr id="110" name="object 110"/>
            <p:cNvPicPr/>
            <p:nvPr/>
          </p:nvPicPr>
          <p:blipFill>
            <a:blip r:embed="rId27" cstate="print"/>
            <a:stretch>
              <a:fillRect/>
            </a:stretch>
          </p:blipFill>
          <p:spPr>
            <a:xfrm>
              <a:off x="5250180" y="4098036"/>
              <a:ext cx="922007" cy="400773"/>
            </a:xfrm>
            <a:prstGeom prst="rect">
              <a:avLst/>
            </a:prstGeom>
          </p:spPr>
        </p:pic>
        <p:sp>
          <p:nvSpPr>
            <p:cNvPr id="111" name="object 111"/>
            <p:cNvSpPr/>
            <p:nvPr/>
          </p:nvSpPr>
          <p:spPr>
            <a:xfrm>
              <a:off x="5265419" y="4119372"/>
              <a:ext cx="897890" cy="273050"/>
            </a:xfrm>
            <a:custGeom>
              <a:avLst/>
              <a:gdLst/>
              <a:ahLst/>
              <a:cxnLst/>
              <a:rect l="l" t="t" r="r" b="b"/>
              <a:pathLst>
                <a:path w="897889" h="273050">
                  <a:moveTo>
                    <a:pt x="852169" y="0"/>
                  </a:moveTo>
                  <a:lnTo>
                    <a:pt x="45465" y="0"/>
                  </a:lnTo>
                  <a:lnTo>
                    <a:pt x="27753" y="3573"/>
                  </a:lnTo>
                  <a:lnTo>
                    <a:pt x="13303" y="13317"/>
                  </a:lnTo>
                  <a:lnTo>
                    <a:pt x="3567" y="27769"/>
                  </a:lnTo>
                  <a:lnTo>
                    <a:pt x="0" y="45465"/>
                  </a:lnTo>
                  <a:lnTo>
                    <a:pt x="0" y="227329"/>
                  </a:lnTo>
                  <a:lnTo>
                    <a:pt x="3567" y="245026"/>
                  </a:lnTo>
                  <a:lnTo>
                    <a:pt x="13303" y="259478"/>
                  </a:lnTo>
                  <a:lnTo>
                    <a:pt x="27753" y="269222"/>
                  </a:lnTo>
                  <a:lnTo>
                    <a:pt x="45465" y="272795"/>
                  </a:lnTo>
                  <a:lnTo>
                    <a:pt x="852169" y="272795"/>
                  </a:lnTo>
                  <a:lnTo>
                    <a:pt x="869882" y="269222"/>
                  </a:lnTo>
                  <a:lnTo>
                    <a:pt x="884332" y="259478"/>
                  </a:lnTo>
                  <a:lnTo>
                    <a:pt x="894068" y="245026"/>
                  </a:lnTo>
                  <a:lnTo>
                    <a:pt x="897635" y="227329"/>
                  </a:lnTo>
                  <a:lnTo>
                    <a:pt x="897635" y="45465"/>
                  </a:lnTo>
                  <a:lnTo>
                    <a:pt x="894068" y="27769"/>
                  </a:lnTo>
                  <a:lnTo>
                    <a:pt x="884332" y="13317"/>
                  </a:lnTo>
                  <a:lnTo>
                    <a:pt x="869882" y="3573"/>
                  </a:lnTo>
                  <a:lnTo>
                    <a:pt x="852169" y="0"/>
                  </a:lnTo>
                  <a:close/>
                </a:path>
              </a:pathLst>
            </a:custGeom>
            <a:solidFill>
              <a:srgbClr val="0D80B8"/>
            </a:solidFill>
          </p:spPr>
          <p:txBody>
            <a:bodyPr wrap="square" lIns="0" tIns="0" rIns="0" bIns="0" rtlCol="0"/>
            <a:lstStyle/>
            <a:p>
              <a:endParaRPr/>
            </a:p>
          </p:txBody>
        </p:sp>
        <p:sp>
          <p:nvSpPr>
            <p:cNvPr id="112" name="object 112"/>
            <p:cNvSpPr/>
            <p:nvPr/>
          </p:nvSpPr>
          <p:spPr>
            <a:xfrm>
              <a:off x="5265419" y="4119372"/>
              <a:ext cx="897890" cy="273050"/>
            </a:xfrm>
            <a:custGeom>
              <a:avLst/>
              <a:gdLst/>
              <a:ahLst/>
              <a:cxnLst/>
              <a:rect l="l" t="t" r="r" b="b"/>
              <a:pathLst>
                <a:path w="897889" h="273050">
                  <a:moveTo>
                    <a:pt x="0" y="45465"/>
                  </a:moveTo>
                  <a:lnTo>
                    <a:pt x="3567" y="27769"/>
                  </a:lnTo>
                  <a:lnTo>
                    <a:pt x="13303" y="13317"/>
                  </a:lnTo>
                  <a:lnTo>
                    <a:pt x="27753" y="3573"/>
                  </a:lnTo>
                  <a:lnTo>
                    <a:pt x="45465" y="0"/>
                  </a:lnTo>
                  <a:lnTo>
                    <a:pt x="852169" y="0"/>
                  </a:lnTo>
                  <a:lnTo>
                    <a:pt x="869882" y="3573"/>
                  </a:lnTo>
                  <a:lnTo>
                    <a:pt x="884332" y="13317"/>
                  </a:lnTo>
                  <a:lnTo>
                    <a:pt x="894068" y="27769"/>
                  </a:lnTo>
                  <a:lnTo>
                    <a:pt x="897635" y="45465"/>
                  </a:lnTo>
                  <a:lnTo>
                    <a:pt x="897635" y="227329"/>
                  </a:lnTo>
                  <a:lnTo>
                    <a:pt x="894068" y="245026"/>
                  </a:lnTo>
                  <a:lnTo>
                    <a:pt x="884332" y="259478"/>
                  </a:lnTo>
                  <a:lnTo>
                    <a:pt x="869882" y="269222"/>
                  </a:lnTo>
                  <a:lnTo>
                    <a:pt x="852169" y="272795"/>
                  </a:lnTo>
                  <a:lnTo>
                    <a:pt x="45465" y="272795"/>
                  </a:lnTo>
                  <a:lnTo>
                    <a:pt x="27753" y="269222"/>
                  </a:lnTo>
                  <a:lnTo>
                    <a:pt x="13303" y="259478"/>
                  </a:lnTo>
                  <a:lnTo>
                    <a:pt x="3567" y="245026"/>
                  </a:lnTo>
                  <a:lnTo>
                    <a:pt x="0" y="227329"/>
                  </a:lnTo>
                  <a:lnTo>
                    <a:pt x="0" y="45465"/>
                  </a:lnTo>
                  <a:close/>
                </a:path>
              </a:pathLst>
            </a:custGeom>
            <a:ln w="6096">
              <a:solidFill>
                <a:srgbClr val="FFFFFF"/>
              </a:solidFill>
            </a:ln>
          </p:spPr>
          <p:txBody>
            <a:bodyPr wrap="square" lIns="0" tIns="0" rIns="0" bIns="0" rtlCol="0"/>
            <a:lstStyle/>
            <a:p>
              <a:endParaRPr/>
            </a:p>
          </p:txBody>
        </p:sp>
      </p:grpSp>
      <p:sp>
        <p:nvSpPr>
          <p:cNvPr id="113" name="object 113"/>
          <p:cNvSpPr txBox="1"/>
          <p:nvPr/>
        </p:nvSpPr>
        <p:spPr>
          <a:xfrm>
            <a:off x="5372480" y="4143552"/>
            <a:ext cx="806068" cy="197490"/>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FFFFFF"/>
                </a:solidFill>
                <a:latin typeface="Calibri"/>
                <a:cs typeface="Calibri"/>
              </a:rPr>
              <a:t>River,</a:t>
            </a:r>
            <a:r>
              <a:rPr sz="1200" spc="-40" dirty="0">
                <a:solidFill>
                  <a:srgbClr val="FFFFFF"/>
                </a:solidFill>
                <a:latin typeface="Calibri"/>
                <a:cs typeface="Calibri"/>
              </a:rPr>
              <a:t> </a:t>
            </a:r>
            <a:r>
              <a:rPr sz="1200" spc="-5" dirty="0">
                <a:solidFill>
                  <a:srgbClr val="FFFFFF"/>
                </a:solidFill>
                <a:latin typeface="Calibri"/>
                <a:cs typeface="Calibri"/>
              </a:rPr>
              <a:t>(1,1</a:t>
            </a:r>
            <a:r>
              <a:rPr lang="en-US" sz="1200" spc="-5" dirty="0">
                <a:solidFill>
                  <a:srgbClr val="FFFFFF"/>
                </a:solidFill>
                <a:latin typeface="Calibri"/>
                <a:cs typeface="Calibri"/>
              </a:rPr>
              <a:t>,1</a:t>
            </a:r>
            <a:r>
              <a:rPr sz="1200" spc="-5" dirty="0">
                <a:solidFill>
                  <a:srgbClr val="FFFFFF"/>
                </a:solidFill>
                <a:latin typeface="Calibri"/>
                <a:cs typeface="Calibri"/>
              </a:rPr>
              <a:t>)</a:t>
            </a:r>
            <a:endParaRPr sz="1200" dirty="0">
              <a:latin typeface="Calibri"/>
              <a:cs typeface="Calibri"/>
            </a:endParaRPr>
          </a:p>
        </p:txBody>
      </p:sp>
      <p:sp>
        <p:nvSpPr>
          <p:cNvPr id="115" name="object 115"/>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114" name="object 114"/>
          <p:cNvSpPr txBox="1">
            <a:spLocks noGrp="1"/>
          </p:cNvSpPr>
          <p:nvPr>
            <p:ph type="title"/>
          </p:nvPr>
        </p:nvSpPr>
        <p:spPr>
          <a:xfrm>
            <a:off x="471017" y="324053"/>
            <a:ext cx="3274695"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MapReduce</a:t>
            </a:r>
            <a:r>
              <a:rPr spc="-25" dirty="0">
                <a:solidFill>
                  <a:srgbClr val="095A82"/>
                </a:solidFill>
              </a:rPr>
              <a:t> </a:t>
            </a:r>
            <a:r>
              <a:rPr spc="-10" dirty="0">
                <a:solidFill>
                  <a:srgbClr val="095A82"/>
                </a:solidFill>
              </a:rPr>
              <a:t>Paradigm</a:t>
            </a:r>
          </a:p>
        </p:txBody>
      </p:sp>
      <p:sp>
        <p:nvSpPr>
          <p:cNvPr id="116" name="object 3">
            <a:extLst>
              <a:ext uri="{FF2B5EF4-FFF2-40B4-BE49-F238E27FC236}">
                <a16:creationId xmlns:a16="http://schemas.microsoft.com/office/drawing/2014/main" id="{42E21951-201E-DCB7-50C8-64B7DC7A0031}"/>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17" name="Rectangle 116">
            <a:extLst>
              <a:ext uri="{FF2B5EF4-FFF2-40B4-BE49-F238E27FC236}">
                <a16:creationId xmlns:a16="http://schemas.microsoft.com/office/drawing/2014/main" id="{DF4E15FD-78B0-0346-4AD2-5E3C722F82F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20300545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DCE2E3"/>
          </a:solidFill>
        </p:spPr>
        <p:txBody>
          <a:bodyPr wrap="square" lIns="0" tIns="0" rIns="0" bIns="0" rtlCol="0"/>
          <a:lstStyle/>
          <a:p>
            <a:endParaRPr/>
          </a:p>
        </p:txBody>
      </p:sp>
      <p:sp>
        <p:nvSpPr>
          <p:cNvPr id="3" name="object 3"/>
          <p:cNvSpPr/>
          <p:nvPr/>
        </p:nvSpPr>
        <p:spPr>
          <a:xfrm>
            <a:off x="7315200" y="0"/>
            <a:ext cx="1243965" cy="1554480"/>
          </a:xfrm>
          <a:custGeom>
            <a:avLst/>
            <a:gdLst/>
            <a:ahLst/>
            <a:cxnLst/>
            <a:rect l="l" t="t" r="r" b="b"/>
            <a:pathLst>
              <a:path w="1243965" h="1554480">
                <a:moveTo>
                  <a:pt x="1243584" y="0"/>
                </a:moveTo>
                <a:lnTo>
                  <a:pt x="0" y="0"/>
                </a:lnTo>
                <a:lnTo>
                  <a:pt x="0" y="1065276"/>
                </a:lnTo>
                <a:lnTo>
                  <a:pt x="0" y="1095756"/>
                </a:lnTo>
                <a:lnTo>
                  <a:pt x="0" y="1554480"/>
                </a:lnTo>
                <a:lnTo>
                  <a:pt x="621068" y="1096175"/>
                </a:lnTo>
                <a:lnTo>
                  <a:pt x="1243584" y="1554480"/>
                </a:lnTo>
                <a:lnTo>
                  <a:pt x="1243584" y="1095756"/>
                </a:lnTo>
                <a:lnTo>
                  <a:pt x="1243584" y="1065276"/>
                </a:lnTo>
                <a:lnTo>
                  <a:pt x="1243584" y="0"/>
                </a:lnTo>
                <a:close/>
              </a:path>
            </a:pathLst>
          </a:custGeom>
          <a:solidFill>
            <a:srgbClr val="095A82"/>
          </a:solidFill>
        </p:spPr>
        <p:txBody>
          <a:bodyPr wrap="square" lIns="0" tIns="0" rIns="0" bIns="0" rtlCol="0"/>
          <a:lstStyle/>
          <a:p>
            <a:endParaRPr/>
          </a:p>
        </p:txBody>
      </p:sp>
      <p:pic>
        <p:nvPicPr>
          <p:cNvPr id="5" name="object 5"/>
          <p:cNvPicPr/>
          <p:nvPr/>
        </p:nvPicPr>
        <p:blipFill>
          <a:blip r:embed="rId2" cstate="print"/>
          <a:stretch>
            <a:fillRect/>
          </a:stretch>
        </p:blipFill>
        <p:spPr>
          <a:xfrm>
            <a:off x="528827" y="4725927"/>
            <a:ext cx="1138428" cy="417572"/>
          </a:xfrm>
          <a:prstGeom prst="rect">
            <a:avLst/>
          </a:prstGeom>
        </p:spPr>
      </p:pic>
      <p:sp>
        <p:nvSpPr>
          <p:cNvPr id="7" name="object 7"/>
          <p:cNvSpPr txBox="1">
            <a:spLocks noGrp="1"/>
          </p:cNvSpPr>
          <p:nvPr>
            <p:ph type="title"/>
          </p:nvPr>
        </p:nvSpPr>
        <p:spPr>
          <a:xfrm>
            <a:off x="2934460" y="2323591"/>
            <a:ext cx="4456939" cy="1304844"/>
          </a:xfrm>
          <a:prstGeom prst="rect">
            <a:avLst/>
          </a:prstGeom>
        </p:spPr>
        <p:txBody>
          <a:bodyPr vert="horz" wrap="square" lIns="0" tIns="12065" rIns="0" bIns="0" rtlCol="0">
            <a:spAutoFit/>
          </a:bodyPr>
          <a:lstStyle/>
          <a:p>
            <a:pPr marL="12700">
              <a:lnSpc>
                <a:spcPct val="100000"/>
              </a:lnSpc>
              <a:spcBef>
                <a:spcPts val="95"/>
              </a:spcBef>
            </a:pPr>
            <a:r>
              <a:rPr lang="en-US" spc="-10" dirty="0"/>
              <a:t>Scaling Out </a:t>
            </a:r>
            <a:br>
              <a:rPr lang="en-US" spc="-10" dirty="0"/>
            </a:br>
            <a:r>
              <a:rPr lang="en-US" spc="-10" dirty="0"/>
              <a:t>	Data Flow</a:t>
            </a:r>
            <a:br>
              <a:rPr lang="en-US" spc="-10" dirty="0"/>
            </a:br>
            <a:r>
              <a:rPr lang="en-US" spc="-10" dirty="0"/>
              <a:t>	Combiner Functions</a:t>
            </a:r>
            <a:endParaRPr spc="-10" dirty="0"/>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4" name="object 3">
            <a:extLst>
              <a:ext uri="{FF2B5EF4-FFF2-40B4-BE49-F238E27FC236}">
                <a16:creationId xmlns:a16="http://schemas.microsoft.com/office/drawing/2014/main" id="{8CD99CFB-05B8-A5BD-14CA-5F394A54658F}"/>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 name="Rectangle 5">
            <a:extLst>
              <a:ext uri="{FF2B5EF4-FFF2-40B4-BE49-F238E27FC236}">
                <a16:creationId xmlns:a16="http://schemas.microsoft.com/office/drawing/2014/main" id="{2774EF82-E0AC-27A1-144D-8C51AD7A28D2}"/>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9646126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Scaling Out</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TextBox 4">
            <a:extLst>
              <a:ext uri="{FF2B5EF4-FFF2-40B4-BE49-F238E27FC236}">
                <a16:creationId xmlns:a16="http://schemas.microsoft.com/office/drawing/2014/main" id="{3D9DC260-DD35-E1DF-9A65-8C33B859DC11}"/>
              </a:ext>
            </a:extLst>
          </p:cNvPr>
          <p:cNvSpPr txBox="1"/>
          <p:nvPr/>
        </p:nvSpPr>
        <p:spPr>
          <a:xfrm>
            <a:off x="838200" y="1352550"/>
            <a:ext cx="7702337" cy="1938992"/>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solidFill>
                  <a:srgbClr val="000000"/>
                </a:solidFill>
                <a:latin typeface="MinionPro-Regular"/>
              </a:rPr>
              <a:t>However, to scale out, we need to store the data in a distributed filesystem. </a:t>
            </a:r>
          </a:p>
          <a:p>
            <a:pPr marL="342900" indent="-342900" algn="l">
              <a:buFont typeface="Arial" panose="020B0604020202020204" pitchFamily="34" charset="0"/>
              <a:buChar char="•"/>
            </a:pPr>
            <a:r>
              <a:rPr lang="en-US" sz="2400" b="0" i="0" u="none" strike="noStrike" baseline="0" dirty="0">
                <a:solidFill>
                  <a:srgbClr val="000000"/>
                </a:solidFill>
                <a:latin typeface="MinionPro-Regular"/>
              </a:rPr>
              <a:t>This allows Hadoop to move the MapReduce computation to each machine hosting a part of the data, using Hadoop’s resource management system, called YARN. </a:t>
            </a:r>
          </a:p>
        </p:txBody>
      </p:sp>
    </p:spTree>
    <p:extLst>
      <p:ext uri="{BB962C8B-B14F-4D97-AF65-F5344CB8AC3E}">
        <p14:creationId xmlns:p14="http://schemas.microsoft.com/office/powerpoint/2010/main" val="9822969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Data Flow</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TextBox 4">
            <a:extLst>
              <a:ext uri="{FF2B5EF4-FFF2-40B4-BE49-F238E27FC236}">
                <a16:creationId xmlns:a16="http://schemas.microsoft.com/office/drawing/2014/main" id="{3D9DC260-DD35-E1DF-9A65-8C33B859DC11}"/>
              </a:ext>
            </a:extLst>
          </p:cNvPr>
          <p:cNvSpPr txBox="1"/>
          <p:nvPr/>
        </p:nvSpPr>
        <p:spPr>
          <a:xfrm>
            <a:off x="838200" y="950426"/>
            <a:ext cx="7702337" cy="3785652"/>
          </a:xfrm>
          <a:prstGeom prst="rect">
            <a:avLst/>
          </a:prstGeom>
          <a:noFill/>
        </p:spPr>
        <p:txBody>
          <a:bodyPr wrap="square">
            <a:spAutoFit/>
          </a:bodyPr>
          <a:lstStyle/>
          <a:p>
            <a:pPr marL="285750" indent="-285750" algn="l">
              <a:buFont typeface="Arial" panose="020B0604020202020204" pitchFamily="34" charset="0"/>
              <a:buChar char="•"/>
            </a:pPr>
            <a:r>
              <a:rPr lang="en-US" sz="2000" b="0" i="0" u="none" strike="noStrike" baseline="0" dirty="0">
                <a:latin typeface="MinionPro-Regular"/>
              </a:rPr>
              <a:t>A MapReduce </a:t>
            </a:r>
            <a:r>
              <a:rPr lang="en-US" sz="2000" b="0" i="1" u="none" strike="noStrike" baseline="0" dirty="0">
                <a:latin typeface="MinionPro-Italic"/>
              </a:rPr>
              <a:t>job </a:t>
            </a:r>
            <a:r>
              <a:rPr lang="en-US" sz="2000" b="0" i="0" u="none" strike="noStrike" baseline="0" dirty="0">
                <a:latin typeface="MinionPro-Regular"/>
              </a:rPr>
              <a:t>is a unit of work that the client wants to be performed: it consists of </a:t>
            </a:r>
          </a:p>
          <a:p>
            <a:pPr marL="1200150" lvl="2" indent="-285750">
              <a:buFont typeface="Arial" panose="020B0604020202020204" pitchFamily="34" charset="0"/>
              <a:buChar char="•"/>
            </a:pPr>
            <a:r>
              <a:rPr lang="en-US" sz="2000" dirty="0">
                <a:latin typeface="MinionPro-Regular"/>
              </a:rPr>
              <a:t>T</a:t>
            </a:r>
            <a:r>
              <a:rPr lang="en-US" sz="2000" b="0" i="0" u="none" strike="noStrike" baseline="0" dirty="0">
                <a:latin typeface="MinionPro-Regular"/>
              </a:rPr>
              <a:t>he input data, </a:t>
            </a:r>
          </a:p>
          <a:p>
            <a:pPr marL="1200150" lvl="2" indent="-285750">
              <a:buFont typeface="Arial" panose="020B0604020202020204" pitchFamily="34" charset="0"/>
              <a:buChar char="•"/>
            </a:pPr>
            <a:r>
              <a:rPr lang="en-US" sz="2000" dirty="0">
                <a:latin typeface="MinionPro-Regular"/>
              </a:rPr>
              <a:t>T</a:t>
            </a:r>
            <a:r>
              <a:rPr lang="en-US" sz="2000" b="0" i="0" u="none" strike="noStrike" baseline="0" dirty="0">
                <a:latin typeface="MinionPro-Regular"/>
              </a:rPr>
              <a:t>he MapReduce program, and </a:t>
            </a:r>
          </a:p>
          <a:p>
            <a:pPr marL="1200150" lvl="2" indent="-285750">
              <a:buFont typeface="Arial" panose="020B0604020202020204" pitchFamily="34" charset="0"/>
              <a:buChar char="•"/>
            </a:pPr>
            <a:r>
              <a:rPr lang="en-US" sz="2000" dirty="0">
                <a:latin typeface="MinionPro-Regular"/>
              </a:rPr>
              <a:t>C</a:t>
            </a:r>
            <a:r>
              <a:rPr lang="en-US" sz="2000" b="0" i="0" u="none" strike="noStrike" baseline="0" dirty="0">
                <a:latin typeface="MinionPro-Regular"/>
              </a:rPr>
              <a:t>onfiguration information </a:t>
            </a:r>
          </a:p>
          <a:p>
            <a:pPr marL="285750" indent="-285750" algn="l">
              <a:buFont typeface="Arial" panose="020B0604020202020204" pitchFamily="34" charset="0"/>
              <a:buChar char="•"/>
            </a:pPr>
            <a:r>
              <a:rPr lang="en-US" sz="2000" b="0" i="0" u="none" strike="noStrike" baseline="0" dirty="0">
                <a:latin typeface="MinionPro-Regular"/>
              </a:rPr>
              <a:t>Hadoop runs the job by dividing it into </a:t>
            </a:r>
            <a:r>
              <a:rPr lang="en-US" sz="2000" b="0" i="1" u="none" strike="noStrike" baseline="0" dirty="0">
                <a:latin typeface="MinionPro-Italic"/>
              </a:rPr>
              <a:t>tasks</a:t>
            </a:r>
            <a:r>
              <a:rPr lang="en-US" sz="2000" b="0" i="0" u="none" strike="noStrike" baseline="0" dirty="0">
                <a:latin typeface="MinionPro-Regular"/>
              </a:rPr>
              <a:t>, of which there are two types:	</a:t>
            </a:r>
          </a:p>
          <a:p>
            <a:pPr marL="1200150" lvl="2" indent="-285750">
              <a:buFont typeface="Arial" panose="020B0604020202020204" pitchFamily="34" charset="0"/>
              <a:buChar char="•"/>
            </a:pPr>
            <a:r>
              <a:rPr lang="en-US" sz="2000" b="0" i="1" u="none" strike="noStrike" baseline="0" dirty="0">
                <a:latin typeface="MinionPro-Italic"/>
              </a:rPr>
              <a:t>Map tasks </a:t>
            </a:r>
            <a:r>
              <a:rPr lang="en-US" sz="2000" b="0" i="0" u="none" strike="noStrike" baseline="0" dirty="0">
                <a:latin typeface="MinionPro-Regular"/>
              </a:rPr>
              <a:t>and </a:t>
            </a:r>
          </a:p>
          <a:p>
            <a:pPr marL="1200150" lvl="2" indent="-285750">
              <a:buFont typeface="Arial" panose="020B0604020202020204" pitchFamily="34" charset="0"/>
              <a:buChar char="•"/>
            </a:pPr>
            <a:r>
              <a:rPr lang="en-US" sz="2000" i="1" dirty="0">
                <a:latin typeface="MinionPro-Italic"/>
              </a:rPr>
              <a:t>R</a:t>
            </a:r>
            <a:r>
              <a:rPr lang="en-US" sz="2000" b="0" i="1" u="none" strike="noStrike" baseline="0" dirty="0">
                <a:latin typeface="MinionPro-Italic"/>
              </a:rPr>
              <a:t>educe tasks</a:t>
            </a:r>
            <a:r>
              <a:rPr lang="en-US" sz="2000" b="0" i="0" u="none" strike="noStrike" baseline="0" dirty="0">
                <a:latin typeface="MinionPro-Regular"/>
              </a:rPr>
              <a:t> </a:t>
            </a:r>
          </a:p>
          <a:p>
            <a:pPr marL="285750" indent="-285750" algn="l">
              <a:buFont typeface="Arial" panose="020B0604020202020204" pitchFamily="34" charset="0"/>
              <a:buChar char="•"/>
            </a:pPr>
            <a:r>
              <a:rPr lang="en-US" sz="2000" b="0" i="0" u="none" strike="noStrike" baseline="0" dirty="0">
                <a:latin typeface="MinionPro-Regular"/>
              </a:rPr>
              <a:t>The tasks are scheduled using YARN and run on nodes in the cluster. </a:t>
            </a:r>
          </a:p>
          <a:p>
            <a:pPr marL="285750" indent="-285750" algn="l">
              <a:buFont typeface="Arial" panose="020B0604020202020204" pitchFamily="34" charset="0"/>
              <a:buChar char="•"/>
            </a:pPr>
            <a:r>
              <a:rPr lang="en-US" sz="2000" b="0" i="0" u="none" strike="noStrike" baseline="0" dirty="0">
                <a:latin typeface="MinionPro-Regular"/>
              </a:rPr>
              <a:t>If a task fails, it will be automatically rescheduled to run on a different node.</a:t>
            </a:r>
            <a:endParaRPr lang="en-US" sz="2800" b="0" i="0" u="none" strike="noStrike" baseline="0" dirty="0">
              <a:solidFill>
                <a:srgbClr val="000000"/>
              </a:solidFill>
              <a:latin typeface="MinionPro-Regular"/>
            </a:endParaRPr>
          </a:p>
        </p:txBody>
      </p:sp>
    </p:spTree>
    <p:extLst>
      <p:ext uri="{BB962C8B-B14F-4D97-AF65-F5344CB8AC3E}">
        <p14:creationId xmlns:p14="http://schemas.microsoft.com/office/powerpoint/2010/main" val="5996955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grpSp>
        <p:nvGrpSpPr>
          <p:cNvPr id="3" name="object 3"/>
          <p:cNvGrpSpPr/>
          <p:nvPr/>
        </p:nvGrpSpPr>
        <p:grpSpPr>
          <a:xfrm>
            <a:off x="1371600" y="2799333"/>
            <a:ext cx="2751455" cy="1136650"/>
            <a:chOff x="1330452" y="1953514"/>
            <a:chExt cx="2751455" cy="1136650"/>
          </a:xfrm>
        </p:grpSpPr>
        <p:sp>
          <p:nvSpPr>
            <p:cNvPr id="4" name="object 4"/>
            <p:cNvSpPr/>
            <p:nvPr/>
          </p:nvSpPr>
          <p:spPr>
            <a:xfrm>
              <a:off x="2918460" y="1959864"/>
              <a:ext cx="1156970" cy="1123950"/>
            </a:xfrm>
            <a:custGeom>
              <a:avLst/>
              <a:gdLst/>
              <a:ahLst/>
              <a:cxnLst/>
              <a:rect l="l" t="t" r="r" b="b"/>
              <a:pathLst>
                <a:path w="1156970" h="1123950">
                  <a:moveTo>
                    <a:pt x="0" y="611251"/>
                  </a:moveTo>
                  <a:lnTo>
                    <a:pt x="1079500" y="0"/>
                  </a:lnTo>
                </a:path>
                <a:path w="1156970" h="1123950">
                  <a:moveTo>
                    <a:pt x="13715" y="611124"/>
                  </a:moveTo>
                  <a:lnTo>
                    <a:pt x="1156715" y="1123823"/>
                  </a:lnTo>
                </a:path>
              </a:pathLst>
            </a:custGeom>
            <a:ln w="12192">
              <a:solidFill>
                <a:srgbClr val="5F5F5F"/>
              </a:solidFill>
            </a:ln>
          </p:spPr>
          <p:txBody>
            <a:bodyPr wrap="square" lIns="0" tIns="0" rIns="0" bIns="0" rtlCol="0"/>
            <a:lstStyle/>
            <a:p>
              <a:endParaRPr/>
            </a:p>
          </p:txBody>
        </p:sp>
        <p:pic>
          <p:nvPicPr>
            <p:cNvPr id="5" name="object 5"/>
            <p:cNvPicPr/>
            <p:nvPr/>
          </p:nvPicPr>
          <p:blipFill>
            <a:blip r:embed="rId2" cstate="print"/>
            <a:stretch>
              <a:fillRect/>
            </a:stretch>
          </p:blipFill>
          <p:spPr>
            <a:xfrm>
              <a:off x="1330452" y="2116823"/>
              <a:ext cx="1808988" cy="944892"/>
            </a:xfrm>
            <a:prstGeom prst="rect">
              <a:avLst/>
            </a:prstGeom>
          </p:spPr>
        </p:pic>
        <p:pic>
          <p:nvPicPr>
            <p:cNvPr id="6" name="object 6"/>
            <p:cNvPicPr/>
            <p:nvPr/>
          </p:nvPicPr>
          <p:blipFill>
            <a:blip r:embed="rId3" cstate="print"/>
            <a:stretch>
              <a:fillRect/>
            </a:stretch>
          </p:blipFill>
          <p:spPr>
            <a:xfrm>
              <a:off x="1731264" y="2414054"/>
              <a:ext cx="1007376" cy="400773"/>
            </a:xfrm>
            <a:prstGeom prst="rect">
              <a:avLst/>
            </a:prstGeom>
          </p:spPr>
        </p:pic>
        <p:sp>
          <p:nvSpPr>
            <p:cNvPr id="7" name="object 7"/>
            <p:cNvSpPr/>
            <p:nvPr/>
          </p:nvSpPr>
          <p:spPr>
            <a:xfrm>
              <a:off x="1373124" y="2139696"/>
              <a:ext cx="1728470" cy="864235"/>
            </a:xfrm>
            <a:custGeom>
              <a:avLst/>
              <a:gdLst/>
              <a:ahLst/>
              <a:cxnLst/>
              <a:rect l="l" t="t" r="r" b="b"/>
              <a:pathLst>
                <a:path w="1728470" h="864235">
                  <a:moveTo>
                    <a:pt x="1584198" y="0"/>
                  </a:moveTo>
                  <a:lnTo>
                    <a:pt x="144017" y="0"/>
                  </a:lnTo>
                  <a:lnTo>
                    <a:pt x="98511" y="7345"/>
                  </a:lnTo>
                  <a:lnTo>
                    <a:pt x="58978" y="27797"/>
                  </a:lnTo>
                  <a:lnTo>
                    <a:pt x="27797" y="58978"/>
                  </a:lnTo>
                  <a:lnTo>
                    <a:pt x="7345" y="98511"/>
                  </a:lnTo>
                  <a:lnTo>
                    <a:pt x="0" y="144018"/>
                  </a:lnTo>
                  <a:lnTo>
                    <a:pt x="0" y="720090"/>
                  </a:lnTo>
                  <a:lnTo>
                    <a:pt x="7345" y="765596"/>
                  </a:lnTo>
                  <a:lnTo>
                    <a:pt x="27797" y="805129"/>
                  </a:lnTo>
                  <a:lnTo>
                    <a:pt x="58978" y="836310"/>
                  </a:lnTo>
                  <a:lnTo>
                    <a:pt x="98511" y="856762"/>
                  </a:lnTo>
                  <a:lnTo>
                    <a:pt x="144017" y="864108"/>
                  </a:lnTo>
                  <a:lnTo>
                    <a:pt x="1584198" y="864108"/>
                  </a:lnTo>
                  <a:lnTo>
                    <a:pt x="1629704" y="856762"/>
                  </a:lnTo>
                  <a:lnTo>
                    <a:pt x="1669237" y="836310"/>
                  </a:lnTo>
                  <a:lnTo>
                    <a:pt x="1700418" y="805129"/>
                  </a:lnTo>
                  <a:lnTo>
                    <a:pt x="1720870" y="765596"/>
                  </a:lnTo>
                  <a:lnTo>
                    <a:pt x="1728215" y="720090"/>
                  </a:lnTo>
                  <a:lnTo>
                    <a:pt x="1728215" y="144018"/>
                  </a:lnTo>
                  <a:lnTo>
                    <a:pt x="1720870" y="98511"/>
                  </a:lnTo>
                  <a:lnTo>
                    <a:pt x="1700418" y="58978"/>
                  </a:lnTo>
                  <a:lnTo>
                    <a:pt x="1669237" y="27797"/>
                  </a:lnTo>
                  <a:lnTo>
                    <a:pt x="1629704" y="7345"/>
                  </a:lnTo>
                  <a:lnTo>
                    <a:pt x="1584198" y="0"/>
                  </a:lnTo>
                  <a:close/>
                </a:path>
              </a:pathLst>
            </a:custGeom>
            <a:solidFill>
              <a:srgbClr val="0D80B8"/>
            </a:solidFill>
          </p:spPr>
          <p:txBody>
            <a:bodyPr wrap="square" lIns="0" tIns="0" rIns="0" bIns="0" rtlCol="0"/>
            <a:lstStyle/>
            <a:p>
              <a:endParaRPr/>
            </a:p>
          </p:txBody>
        </p:sp>
      </p:grpSp>
      <p:sp>
        <p:nvSpPr>
          <p:cNvPr id="8" name="object 8"/>
          <p:cNvSpPr txBox="1"/>
          <p:nvPr/>
        </p:nvSpPr>
        <p:spPr>
          <a:xfrm>
            <a:off x="1894077" y="3304792"/>
            <a:ext cx="76898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INPUT</a:t>
            </a:r>
            <a:r>
              <a:rPr sz="1200" spc="-70" dirty="0">
                <a:solidFill>
                  <a:srgbClr val="FFFFFF"/>
                </a:solidFill>
                <a:latin typeface="Calibri"/>
                <a:cs typeface="Calibri"/>
              </a:rPr>
              <a:t> </a:t>
            </a:r>
            <a:r>
              <a:rPr sz="1200" spc="-50" dirty="0">
                <a:solidFill>
                  <a:srgbClr val="FFFFFF"/>
                </a:solidFill>
                <a:latin typeface="Calibri"/>
                <a:cs typeface="Calibri"/>
              </a:rPr>
              <a:t>DATA</a:t>
            </a:r>
            <a:endParaRPr sz="1200">
              <a:latin typeface="Calibri"/>
              <a:cs typeface="Calibri"/>
            </a:endParaRPr>
          </a:p>
        </p:txBody>
      </p:sp>
      <p:grpSp>
        <p:nvGrpSpPr>
          <p:cNvPr id="9" name="object 9"/>
          <p:cNvGrpSpPr/>
          <p:nvPr/>
        </p:nvGrpSpPr>
        <p:grpSpPr>
          <a:xfrm>
            <a:off x="5039613" y="2432315"/>
            <a:ext cx="2606675" cy="1423670"/>
            <a:chOff x="4998465" y="1586496"/>
            <a:chExt cx="2606675" cy="1423670"/>
          </a:xfrm>
        </p:grpSpPr>
        <p:sp>
          <p:nvSpPr>
            <p:cNvPr id="10" name="object 10"/>
            <p:cNvSpPr/>
            <p:nvPr/>
          </p:nvSpPr>
          <p:spPr>
            <a:xfrm>
              <a:off x="5077967" y="1969007"/>
              <a:ext cx="1440180" cy="0"/>
            </a:xfrm>
            <a:custGeom>
              <a:avLst/>
              <a:gdLst/>
              <a:ahLst/>
              <a:cxnLst/>
              <a:rect l="l" t="t" r="r" b="b"/>
              <a:pathLst>
                <a:path w="1440179">
                  <a:moveTo>
                    <a:pt x="0" y="0"/>
                  </a:moveTo>
                  <a:lnTo>
                    <a:pt x="1439926" y="0"/>
                  </a:lnTo>
                </a:path>
              </a:pathLst>
            </a:custGeom>
            <a:ln w="12192">
              <a:solidFill>
                <a:srgbClr val="5F5F5F"/>
              </a:solidFill>
            </a:ln>
          </p:spPr>
          <p:txBody>
            <a:bodyPr wrap="square" lIns="0" tIns="0" rIns="0" bIns="0" rtlCol="0"/>
            <a:lstStyle/>
            <a:p>
              <a:endParaRPr/>
            </a:p>
          </p:txBody>
        </p:sp>
        <p:pic>
          <p:nvPicPr>
            <p:cNvPr id="11" name="object 11"/>
            <p:cNvPicPr/>
            <p:nvPr/>
          </p:nvPicPr>
          <p:blipFill>
            <a:blip r:embed="rId4" cstate="print"/>
            <a:stretch>
              <a:fillRect/>
            </a:stretch>
          </p:blipFill>
          <p:spPr>
            <a:xfrm>
              <a:off x="6115811" y="1586496"/>
              <a:ext cx="1488947" cy="784847"/>
            </a:xfrm>
            <a:prstGeom prst="rect">
              <a:avLst/>
            </a:prstGeom>
          </p:spPr>
        </p:pic>
        <p:pic>
          <p:nvPicPr>
            <p:cNvPr id="12" name="object 12"/>
            <p:cNvPicPr/>
            <p:nvPr/>
          </p:nvPicPr>
          <p:blipFill>
            <a:blip r:embed="rId5" cstate="print"/>
            <a:stretch>
              <a:fillRect/>
            </a:stretch>
          </p:blipFill>
          <p:spPr>
            <a:xfrm>
              <a:off x="6481571" y="1711477"/>
              <a:ext cx="752868" cy="583666"/>
            </a:xfrm>
            <a:prstGeom prst="rect">
              <a:avLst/>
            </a:prstGeom>
          </p:spPr>
        </p:pic>
        <p:sp>
          <p:nvSpPr>
            <p:cNvPr id="13" name="object 13"/>
            <p:cNvSpPr/>
            <p:nvPr/>
          </p:nvSpPr>
          <p:spPr>
            <a:xfrm>
              <a:off x="6158483" y="1609343"/>
              <a:ext cx="1408430" cy="704215"/>
            </a:xfrm>
            <a:custGeom>
              <a:avLst/>
              <a:gdLst/>
              <a:ahLst/>
              <a:cxnLst/>
              <a:rect l="l" t="t" r="r" b="b"/>
              <a:pathLst>
                <a:path w="1408429" h="704214">
                  <a:moveTo>
                    <a:pt x="1290827" y="0"/>
                  </a:moveTo>
                  <a:lnTo>
                    <a:pt x="117348" y="0"/>
                  </a:lnTo>
                  <a:lnTo>
                    <a:pt x="71687" y="9227"/>
                  </a:lnTo>
                  <a:lnTo>
                    <a:pt x="34385" y="34385"/>
                  </a:lnTo>
                  <a:lnTo>
                    <a:pt x="9227" y="71687"/>
                  </a:lnTo>
                  <a:lnTo>
                    <a:pt x="0" y="117347"/>
                  </a:lnTo>
                  <a:lnTo>
                    <a:pt x="0" y="586739"/>
                  </a:lnTo>
                  <a:lnTo>
                    <a:pt x="9227" y="632400"/>
                  </a:lnTo>
                  <a:lnTo>
                    <a:pt x="34385" y="669702"/>
                  </a:lnTo>
                  <a:lnTo>
                    <a:pt x="71687" y="694860"/>
                  </a:lnTo>
                  <a:lnTo>
                    <a:pt x="117348" y="704087"/>
                  </a:lnTo>
                  <a:lnTo>
                    <a:pt x="1290827" y="704087"/>
                  </a:lnTo>
                  <a:lnTo>
                    <a:pt x="1336488" y="694860"/>
                  </a:lnTo>
                  <a:lnTo>
                    <a:pt x="1373790" y="669702"/>
                  </a:lnTo>
                  <a:lnTo>
                    <a:pt x="1398948" y="632400"/>
                  </a:lnTo>
                  <a:lnTo>
                    <a:pt x="1408175" y="586739"/>
                  </a:lnTo>
                  <a:lnTo>
                    <a:pt x="1408175" y="117347"/>
                  </a:lnTo>
                  <a:lnTo>
                    <a:pt x="1398948" y="71687"/>
                  </a:lnTo>
                  <a:lnTo>
                    <a:pt x="1373790" y="34385"/>
                  </a:lnTo>
                  <a:lnTo>
                    <a:pt x="1336488" y="9227"/>
                  </a:lnTo>
                  <a:lnTo>
                    <a:pt x="1290827" y="0"/>
                  </a:lnTo>
                  <a:close/>
                </a:path>
              </a:pathLst>
            </a:custGeom>
            <a:solidFill>
              <a:srgbClr val="16A995"/>
            </a:solidFill>
          </p:spPr>
          <p:txBody>
            <a:bodyPr wrap="square" lIns="0" tIns="0" rIns="0" bIns="0" rtlCol="0"/>
            <a:lstStyle/>
            <a:p>
              <a:endParaRPr/>
            </a:p>
          </p:txBody>
        </p:sp>
        <p:sp>
          <p:nvSpPr>
            <p:cNvPr id="14" name="object 14"/>
            <p:cNvSpPr/>
            <p:nvPr/>
          </p:nvSpPr>
          <p:spPr>
            <a:xfrm>
              <a:off x="5004815" y="3003803"/>
              <a:ext cx="1440180" cy="0"/>
            </a:xfrm>
            <a:custGeom>
              <a:avLst/>
              <a:gdLst/>
              <a:ahLst/>
              <a:cxnLst/>
              <a:rect l="l" t="t" r="r" b="b"/>
              <a:pathLst>
                <a:path w="1440179">
                  <a:moveTo>
                    <a:pt x="0" y="0"/>
                  </a:moveTo>
                  <a:lnTo>
                    <a:pt x="1439926" y="0"/>
                  </a:lnTo>
                </a:path>
              </a:pathLst>
            </a:custGeom>
            <a:ln w="12192">
              <a:solidFill>
                <a:srgbClr val="5F5F5F"/>
              </a:solidFill>
            </a:ln>
          </p:spPr>
          <p:txBody>
            <a:bodyPr wrap="square" lIns="0" tIns="0" rIns="0" bIns="0" rtlCol="0"/>
            <a:lstStyle/>
            <a:p>
              <a:endParaRPr/>
            </a:p>
          </p:txBody>
        </p:sp>
      </p:grpSp>
      <p:sp>
        <p:nvSpPr>
          <p:cNvPr id="15" name="object 15"/>
          <p:cNvSpPr txBox="1"/>
          <p:nvPr/>
        </p:nvSpPr>
        <p:spPr>
          <a:xfrm>
            <a:off x="6645909" y="2602736"/>
            <a:ext cx="514984" cy="391160"/>
          </a:xfrm>
          <a:prstGeom prst="rect">
            <a:avLst/>
          </a:prstGeom>
        </p:spPr>
        <p:txBody>
          <a:bodyPr vert="horz" wrap="square" lIns="0" tIns="12700" rIns="0" bIns="0" rtlCol="0">
            <a:spAutoFit/>
          </a:bodyPr>
          <a:lstStyle/>
          <a:p>
            <a:pPr marL="12700" marR="5080">
              <a:lnSpc>
                <a:spcPct val="100000"/>
              </a:lnSpc>
              <a:spcBef>
                <a:spcPts val="100"/>
              </a:spcBef>
            </a:pPr>
            <a:r>
              <a:rPr sz="1200" dirty="0">
                <a:solidFill>
                  <a:srgbClr val="FFFFFF"/>
                </a:solidFill>
                <a:latin typeface="Calibri"/>
                <a:cs typeface="Calibri"/>
              </a:rPr>
              <a:t>P</a:t>
            </a:r>
            <a:r>
              <a:rPr sz="1200" spc="-15" dirty="0">
                <a:solidFill>
                  <a:srgbClr val="FFFFFF"/>
                </a:solidFill>
                <a:latin typeface="Calibri"/>
                <a:cs typeface="Calibri"/>
              </a:rPr>
              <a:t>h</a:t>
            </a:r>
            <a:r>
              <a:rPr sz="1200" spc="-20" dirty="0">
                <a:solidFill>
                  <a:srgbClr val="FFFFFF"/>
                </a:solidFill>
                <a:latin typeface="Calibri"/>
                <a:cs typeface="Calibri"/>
              </a:rPr>
              <a:t>y</a:t>
            </a:r>
            <a:r>
              <a:rPr sz="1200" spc="-5" dirty="0">
                <a:solidFill>
                  <a:srgbClr val="FFFFFF"/>
                </a:solidFill>
                <a:latin typeface="Calibri"/>
                <a:cs typeface="Calibri"/>
              </a:rPr>
              <a:t>si</a:t>
            </a:r>
            <a:r>
              <a:rPr sz="1200" spc="-20" dirty="0">
                <a:solidFill>
                  <a:srgbClr val="FFFFFF"/>
                </a:solidFill>
                <a:latin typeface="Calibri"/>
                <a:cs typeface="Calibri"/>
              </a:rPr>
              <a:t>c</a:t>
            </a:r>
            <a:r>
              <a:rPr sz="1200" dirty="0">
                <a:solidFill>
                  <a:srgbClr val="FFFFFF"/>
                </a:solidFill>
                <a:latin typeface="Calibri"/>
                <a:cs typeface="Calibri"/>
              </a:rPr>
              <a:t>al  Divi</a:t>
            </a:r>
            <a:r>
              <a:rPr sz="1200" spc="-5" dirty="0">
                <a:solidFill>
                  <a:srgbClr val="FFFFFF"/>
                </a:solidFill>
                <a:latin typeface="Calibri"/>
                <a:cs typeface="Calibri"/>
              </a:rPr>
              <a:t>s</a:t>
            </a:r>
            <a:r>
              <a:rPr sz="1200" dirty="0">
                <a:solidFill>
                  <a:srgbClr val="FFFFFF"/>
                </a:solidFill>
                <a:latin typeface="Calibri"/>
                <a:cs typeface="Calibri"/>
              </a:rPr>
              <a:t>ion</a:t>
            </a:r>
            <a:endParaRPr sz="1200">
              <a:latin typeface="Calibri"/>
              <a:cs typeface="Calibri"/>
            </a:endParaRPr>
          </a:p>
        </p:txBody>
      </p:sp>
      <p:grpSp>
        <p:nvGrpSpPr>
          <p:cNvPr id="16" name="object 16"/>
          <p:cNvGrpSpPr/>
          <p:nvPr/>
        </p:nvGrpSpPr>
        <p:grpSpPr>
          <a:xfrm>
            <a:off x="6160007" y="3473169"/>
            <a:ext cx="1489075" cy="786765"/>
            <a:chOff x="6118859" y="2627350"/>
            <a:chExt cx="1489075" cy="786765"/>
          </a:xfrm>
        </p:grpSpPr>
        <p:pic>
          <p:nvPicPr>
            <p:cNvPr id="17" name="object 17"/>
            <p:cNvPicPr/>
            <p:nvPr/>
          </p:nvPicPr>
          <p:blipFill>
            <a:blip r:embed="rId6" cstate="print"/>
            <a:stretch>
              <a:fillRect/>
            </a:stretch>
          </p:blipFill>
          <p:spPr>
            <a:xfrm>
              <a:off x="6118859" y="2627350"/>
              <a:ext cx="1488947" cy="786409"/>
            </a:xfrm>
            <a:prstGeom prst="rect">
              <a:avLst/>
            </a:prstGeom>
          </p:spPr>
        </p:pic>
        <p:pic>
          <p:nvPicPr>
            <p:cNvPr id="18" name="object 18"/>
            <p:cNvPicPr/>
            <p:nvPr/>
          </p:nvPicPr>
          <p:blipFill>
            <a:blip r:embed="rId7" cstate="print"/>
            <a:stretch>
              <a:fillRect/>
            </a:stretch>
          </p:blipFill>
          <p:spPr>
            <a:xfrm>
              <a:off x="6486143" y="2753893"/>
              <a:ext cx="752868" cy="583666"/>
            </a:xfrm>
            <a:prstGeom prst="rect">
              <a:avLst/>
            </a:prstGeom>
          </p:spPr>
        </p:pic>
        <p:sp>
          <p:nvSpPr>
            <p:cNvPr id="19" name="object 19"/>
            <p:cNvSpPr/>
            <p:nvPr/>
          </p:nvSpPr>
          <p:spPr>
            <a:xfrm>
              <a:off x="6161531" y="2650236"/>
              <a:ext cx="1408430" cy="706120"/>
            </a:xfrm>
            <a:custGeom>
              <a:avLst/>
              <a:gdLst/>
              <a:ahLst/>
              <a:cxnLst/>
              <a:rect l="l" t="t" r="r" b="b"/>
              <a:pathLst>
                <a:path w="1408429" h="706120">
                  <a:moveTo>
                    <a:pt x="1290573" y="0"/>
                  </a:moveTo>
                  <a:lnTo>
                    <a:pt x="117601" y="0"/>
                  </a:lnTo>
                  <a:lnTo>
                    <a:pt x="71848" y="9249"/>
                  </a:lnTo>
                  <a:lnTo>
                    <a:pt x="34464" y="34464"/>
                  </a:lnTo>
                  <a:lnTo>
                    <a:pt x="9249" y="71848"/>
                  </a:lnTo>
                  <a:lnTo>
                    <a:pt x="0" y="117601"/>
                  </a:lnTo>
                  <a:lnTo>
                    <a:pt x="0" y="588009"/>
                  </a:lnTo>
                  <a:lnTo>
                    <a:pt x="9249" y="633763"/>
                  </a:lnTo>
                  <a:lnTo>
                    <a:pt x="34464" y="671147"/>
                  </a:lnTo>
                  <a:lnTo>
                    <a:pt x="71848" y="696362"/>
                  </a:lnTo>
                  <a:lnTo>
                    <a:pt x="117601" y="705612"/>
                  </a:lnTo>
                  <a:lnTo>
                    <a:pt x="1290573" y="705612"/>
                  </a:lnTo>
                  <a:lnTo>
                    <a:pt x="1336327" y="696362"/>
                  </a:lnTo>
                  <a:lnTo>
                    <a:pt x="1373711" y="671147"/>
                  </a:lnTo>
                  <a:lnTo>
                    <a:pt x="1398926" y="633763"/>
                  </a:lnTo>
                  <a:lnTo>
                    <a:pt x="1408175" y="588009"/>
                  </a:lnTo>
                  <a:lnTo>
                    <a:pt x="1408175" y="117601"/>
                  </a:lnTo>
                  <a:lnTo>
                    <a:pt x="1398926" y="71848"/>
                  </a:lnTo>
                  <a:lnTo>
                    <a:pt x="1373711" y="34464"/>
                  </a:lnTo>
                  <a:lnTo>
                    <a:pt x="1336327" y="9249"/>
                  </a:lnTo>
                  <a:lnTo>
                    <a:pt x="1290573" y="0"/>
                  </a:lnTo>
                  <a:close/>
                </a:path>
              </a:pathLst>
            </a:custGeom>
            <a:solidFill>
              <a:srgbClr val="16A995"/>
            </a:solidFill>
          </p:spPr>
          <p:txBody>
            <a:bodyPr wrap="square" lIns="0" tIns="0" rIns="0" bIns="0" rtlCol="0"/>
            <a:lstStyle/>
            <a:p>
              <a:endParaRPr/>
            </a:p>
          </p:txBody>
        </p:sp>
      </p:grpSp>
      <p:sp>
        <p:nvSpPr>
          <p:cNvPr id="20" name="object 20"/>
          <p:cNvSpPr txBox="1"/>
          <p:nvPr/>
        </p:nvSpPr>
        <p:spPr>
          <a:xfrm>
            <a:off x="6648957" y="3645152"/>
            <a:ext cx="514984" cy="391795"/>
          </a:xfrm>
          <a:prstGeom prst="rect">
            <a:avLst/>
          </a:prstGeom>
        </p:spPr>
        <p:txBody>
          <a:bodyPr vert="horz" wrap="square" lIns="0" tIns="12700" rIns="0" bIns="0" rtlCol="0">
            <a:spAutoFit/>
          </a:bodyPr>
          <a:lstStyle/>
          <a:p>
            <a:pPr marL="45720">
              <a:lnSpc>
                <a:spcPct val="100000"/>
              </a:lnSpc>
              <a:spcBef>
                <a:spcPts val="100"/>
              </a:spcBef>
            </a:pPr>
            <a:r>
              <a:rPr sz="1200" spc="-5" dirty="0">
                <a:solidFill>
                  <a:srgbClr val="FFFFFF"/>
                </a:solidFill>
                <a:latin typeface="Calibri"/>
                <a:cs typeface="Calibri"/>
              </a:rPr>
              <a:t>Logical</a:t>
            </a:r>
            <a:endParaRPr sz="1200">
              <a:latin typeface="Calibri"/>
              <a:cs typeface="Calibri"/>
            </a:endParaRPr>
          </a:p>
          <a:p>
            <a:pPr marL="12700">
              <a:lnSpc>
                <a:spcPct val="100000"/>
              </a:lnSpc>
            </a:pPr>
            <a:r>
              <a:rPr sz="1200" dirty="0">
                <a:solidFill>
                  <a:srgbClr val="FFFFFF"/>
                </a:solidFill>
                <a:latin typeface="Calibri"/>
                <a:cs typeface="Calibri"/>
              </a:rPr>
              <a:t>Di</a:t>
            </a:r>
            <a:r>
              <a:rPr sz="1200" spc="-5" dirty="0">
                <a:solidFill>
                  <a:srgbClr val="FFFFFF"/>
                </a:solidFill>
                <a:latin typeface="Calibri"/>
                <a:cs typeface="Calibri"/>
              </a:rPr>
              <a:t>v</a:t>
            </a:r>
            <a:r>
              <a:rPr sz="1200" dirty="0">
                <a:solidFill>
                  <a:srgbClr val="FFFFFF"/>
                </a:solidFill>
                <a:latin typeface="Calibri"/>
                <a:cs typeface="Calibri"/>
              </a:rPr>
              <a:t>ision</a:t>
            </a:r>
            <a:endParaRPr sz="1200">
              <a:latin typeface="Calibri"/>
              <a:cs typeface="Calibri"/>
            </a:endParaRPr>
          </a:p>
        </p:txBody>
      </p:sp>
      <p:grpSp>
        <p:nvGrpSpPr>
          <p:cNvPr id="21" name="object 21"/>
          <p:cNvGrpSpPr/>
          <p:nvPr/>
        </p:nvGrpSpPr>
        <p:grpSpPr>
          <a:xfrm>
            <a:off x="3843527" y="2438373"/>
            <a:ext cx="1489075" cy="786765"/>
            <a:chOff x="3802379" y="1592554"/>
            <a:chExt cx="1489075" cy="786765"/>
          </a:xfrm>
        </p:grpSpPr>
        <p:pic>
          <p:nvPicPr>
            <p:cNvPr id="22" name="object 22"/>
            <p:cNvPicPr/>
            <p:nvPr/>
          </p:nvPicPr>
          <p:blipFill>
            <a:blip r:embed="rId6" cstate="print"/>
            <a:stretch>
              <a:fillRect/>
            </a:stretch>
          </p:blipFill>
          <p:spPr>
            <a:xfrm>
              <a:off x="3802379" y="1592554"/>
              <a:ext cx="1488948" cy="786409"/>
            </a:xfrm>
            <a:prstGeom prst="rect">
              <a:avLst/>
            </a:prstGeom>
          </p:spPr>
        </p:pic>
        <p:pic>
          <p:nvPicPr>
            <p:cNvPr id="23" name="object 23"/>
            <p:cNvPicPr/>
            <p:nvPr/>
          </p:nvPicPr>
          <p:blipFill>
            <a:blip r:embed="rId8" cstate="print"/>
            <a:stretch>
              <a:fillRect/>
            </a:stretch>
          </p:blipFill>
          <p:spPr>
            <a:xfrm>
              <a:off x="4219955" y="1719097"/>
              <a:ext cx="652284" cy="583666"/>
            </a:xfrm>
            <a:prstGeom prst="rect">
              <a:avLst/>
            </a:prstGeom>
          </p:spPr>
        </p:pic>
        <p:sp>
          <p:nvSpPr>
            <p:cNvPr id="24" name="object 24"/>
            <p:cNvSpPr/>
            <p:nvPr/>
          </p:nvSpPr>
          <p:spPr>
            <a:xfrm>
              <a:off x="3845051" y="1615440"/>
              <a:ext cx="1408430" cy="706120"/>
            </a:xfrm>
            <a:custGeom>
              <a:avLst/>
              <a:gdLst/>
              <a:ahLst/>
              <a:cxnLst/>
              <a:rect l="l" t="t" r="r" b="b"/>
              <a:pathLst>
                <a:path w="1408429" h="706119">
                  <a:moveTo>
                    <a:pt x="1290574" y="0"/>
                  </a:moveTo>
                  <a:lnTo>
                    <a:pt x="117601" y="0"/>
                  </a:lnTo>
                  <a:lnTo>
                    <a:pt x="71848" y="9249"/>
                  </a:lnTo>
                  <a:lnTo>
                    <a:pt x="34464" y="34464"/>
                  </a:lnTo>
                  <a:lnTo>
                    <a:pt x="9249" y="71848"/>
                  </a:lnTo>
                  <a:lnTo>
                    <a:pt x="0" y="117601"/>
                  </a:lnTo>
                  <a:lnTo>
                    <a:pt x="0" y="588010"/>
                  </a:lnTo>
                  <a:lnTo>
                    <a:pt x="9249" y="633763"/>
                  </a:lnTo>
                  <a:lnTo>
                    <a:pt x="34464" y="671147"/>
                  </a:lnTo>
                  <a:lnTo>
                    <a:pt x="71848" y="696362"/>
                  </a:lnTo>
                  <a:lnTo>
                    <a:pt x="117601" y="705612"/>
                  </a:lnTo>
                  <a:lnTo>
                    <a:pt x="1290574" y="705612"/>
                  </a:lnTo>
                  <a:lnTo>
                    <a:pt x="1336327" y="696362"/>
                  </a:lnTo>
                  <a:lnTo>
                    <a:pt x="1373711" y="671147"/>
                  </a:lnTo>
                  <a:lnTo>
                    <a:pt x="1398926" y="633763"/>
                  </a:lnTo>
                  <a:lnTo>
                    <a:pt x="1408176" y="588010"/>
                  </a:lnTo>
                  <a:lnTo>
                    <a:pt x="1408176" y="117601"/>
                  </a:lnTo>
                  <a:lnTo>
                    <a:pt x="1398926" y="71848"/>
                  </a:lnTo>
                  <a:lnTo>
                    <a:pt x="1373711" y="34464"/>
                  </a:lnTo>
                  <a:lnTo>
                    <a:pt x="1336327" y="9249"/>
                  </a:lnTo>
                  <a:lnTo>
                    <a:pt x="1290574" y="0"/>
                  </a:lnTo>
                  <a:close/>
                </a:path>
              </a:pathLst>
            </a:custGeom>
            <a:solidFill>
              <a:srgbClr val="9CB955"/>
            </a:solidFill>
          </p:spPr>
          <p:txBody>
            <a:bodyPr wrap="square" lIns="0" tIns="0" rIns="0" bIns="0" rtlCol="0"/>
            <a:lstStyle/>
            <a:p>
              <a:endParaRPr/>
            </a:p>
          </p:txBody>
        </p:sp>
      </p:grpSp>
      <p:sp>
        <p:nvSpPr>
          <p:cNvPr id="25" name="object 25"/>
          <p:cNvSpPr txBox="1"/>
          <p:nvPr/>
        </p:nvSpPr>
        <p:spPr>
          <a:xfrm>
            <a:off x="4382769" y="2610102"/>
            <a:ext cx="414655" cy="391160"/>
          </a:xfrm>
          <a:prstGeom prst="rect">
            <a:avLst/>
          </a:prstGeom>
        </p:spPr>
        <p:txBody>
          <a:bodyPr vert="horz" wrap="square" lIns="0" tIns="12700" rIns="0" bIns="0" rtlCol="0">
            <a:spAutoFit/>
          </a:bodyPr>
          <a:lstStyle/>
          <a:p>
            <a:pPr marL="42545">
              <a:lnSpc>
                <a:spcPct val="100000"/>
              </a:lnSpc>
              <a:spcBef>
                <a:spcPts val="100"/>
              </a:spcBef>
            </a:pPr>
            <a:r>
              <a:rPr sz="1200" spc="-5" dirty="0">
                <a:solidFill>
                  <a:srgbClr val="FFFFFF"/>
                </a:solidFill>
                <a:latin typeface="Calibri"/>
                <a:cs typeface="Calibri"/>
              </a:rPr>
              <a:t>HDFS</a:t>
            </a:r>
            <a:endParaRPr sz="1200">
              <a:latin typeface="Calibri"/>
              <a:cs typeface="Calibri"/>
            </a:endParaRPr>
          </a:p>
          <a:p>
            <a:pPr marL="12700">
              <a:lnSpc>
                <a:spcPct val="100000"/>
              </a:lnSpc>
            </a:pPr>
            <a:r>
              <a:rPr sz="1200" spc="-5" dirty="0">
                <a:solidFill>
                  <a:srgbClr val="FFFFFF"/>
                </a:solidFill>
                <a:latin typeface="Calibri"/>
                <a:cs typeface="Calibri"/>
              </a:rPr>
              <a:t>B</a:t>
            </a:r>
            <a:r>
              <a:rPr sz="1200" dirty="0">
                <a:solidFill>
                  <a:srgbClr val="FFFFFF"/>
                </a:solidFill>
                <a:latin typeface="Calibri"/>
                <a:cs typeface="Calibri"/>
              </a:rPr>
              <a:t>loc</a:t>
            </a:r>
            <a:r>
              <a:rPr sz="1200" spc="-20" dirty="0">
                <a:solidFill>
                  <a:srgbClr val="FFFFFF"/>
                </a:solidFill>
                <a:latin typeface="Calibri"/>
                <a:cs typeface="Calibri"/>
              </a:rPr>
              <a:t>k</a:t>
            </a:r>
            <a:r>
              <a:rPr sz="1200" dirty="0">
                <a:solidFill>
                  <a:srgbClr val="FFFFFF"/>
                </a:solidFill>
                <a:latin typeface="Calibri"/>
                <a:cs typeface="Calibri"/>
              </a:rPr>
              <a:t>s</a:t>
            </a:r>
            <a:endParaRPr sz="1200">
              <a:latin typeface="Calibri"/>
              <a:cs typeface="Calibri"/>
            </a:endParaRPr>
          </a:p>
        </p:txBody>
      </p:sp>
      <p:grpSp>
        <p:nvGrpSpPr>
          <p:cNvPr id="26" name="object 26"/>
          <p:cNvGrpSpPr/>
          <p:nvPr/>
        </p:nvGrpSpPr>
        <p:grpSpPr>
          <a:xfrm>
            <a:off x="3884676" y="3473169"/>
            <a:ext cx="1489075" cy="786765"/>
            <a:chOff x="3843528" y="2627350"/>
            <a:chExt cx="1489075" cy="786765"/>
          </a:xfrm>
        </p:grpSpPr>
        <p:pic>
          <p:nvPicPr>
            <p:cNvPr id="27" name="object 27"/>
            <p:cNvPicPr/>
            <p:nvPr/>
          </p:nvPicPr>
          <p:blipFill>
            <a:blip r:embed="rId6" cstate="print"/>
            <a:stretch>
              <a:fillRect/>
            </a:stretch>
          </p:blipFill>
          <p:spPr>
            <a:xfrm>
              <a:off x="3843528" y="2627350"/>
              <a:ext cx="1488948" cy="786409"/>
            </a:xfrm>
            <a:prstGeom prst="rect">
              <a:avLst/>
            </a:prstGeom>
          </p:spPr>
        </p:pic>
        <p:pic>
          <p:nvPicPr>
            <p:cNvPr id="28" name="object 28"/>
            <p:cNvPicPr/>
            <p:nvPr/>
          </p:nvPicPr>
          <p:blipFill>
            <a:blip r:embed="rId9" cstate="print"/>
            <a:stretch>
              <a:fillRect/>
            </a:stretch>
          </p:blipFill>
          <p:spPr>
            <a:xfrm>
              <a:off x="4290060" y="2753893"/>
              <a:ext cx="595909" cy="583666"/>
            </a:xfrm>
            <a:prstGeom prst="rect">
              <a:avLst/>
            </a:prstGeom>
          </p:spPr>
        </p:pic>
        <p:sp>
          <p:nvSpPr>
            <p:cNvPr id="29" name="object 29"/>
            <p:cNvSpPr/>
            <p:nvPr/>
          </p:nvSpPr>
          <p:spPr>
            <a:xfrm>
              <a:off x="3886200" y="2650236"/>
              <a:ext cx="1408430" cy="706120"/>
            </a:xfrm>
            <a:custGeom>
              <a:avLst/>
              <a:gdLst/>
              <a:ahLst/>
              <a:cxnLst/>
              <a:rect l="l" t="t" r="r" b="b"/>
              <a:pathLst>
                <a:path w="1408429" h="706120">
                  <a:moveTo>
                    <a:pt x="1290574" y="0"/>
                  </a:moveTo>
                  <a:lnTo>
                    <a:pt x="117601" y="0"/>
                  </a:lnTo>
                  <a:lnTo>
                    <a:pt x="71848" y="9249"/>
                  </a:lnTo>
                  <a:lnTo>
                    <a:pt x="34464" y="34464"/>
                  </a:lnTo>
                  <a:lnTo>
                    <a:pt x="9249" y="71848"/>
                  </a:lnTo>
                  <a:lnTo>
                    <a:pt x="0" y="117601"/>
                  </a:lnTo>
                  <a:lnTo>
                    <a:pt x="0" y="588009"/>
                  </a:lnTo>
                  <a:lnTo>
                    <a:pt x="9249" y="633763"/>
                  </a:lnTo>
                  <a:lnTo>
                    <a:pt x="34464" y="671147"/>
                  </a:lnTo>
                  <a:lnTo>
                    <a:pt x="71848" y="696362"/>
                  </a:lnTo>
                  <a:lnTo>
                    <a:pt x="117601" y="705612"/>
                  </a:lnTo>
                  <a:lnTo>
                    <a:pt x="1290574" y="705612"/>
                  </a:lnTo>
                  <a:lnTo>
                    <a:pt x="1336327" y="696362"/>
                  </a:lnTo>
                  <a:lnTo>
                    <a:pt x="1373711" y="671147"/>
                  </a:lnTo>
                  <a:lnTo>
                    <a:pt x="1398926" y="633763"/>
                  </a:lnTo>
                  <a:lnTo>
                    <a:pt x="1408176" y="588009"/>
                  </a:lnTo>
                  <a:lnTo>
                    <a:pt x="1408176" y="117601"/>
                  </a:lnTo>
                  <a:lnTo>
                    <a:pt x="1398926" y="71848"/>
                  </a:lnTo>
                  <a:lnTo>
                    <a:pt x="1373711" y="34464"/>
                  </a:lnTo>
                  <a:lnTo>
                    <a:pt x="1336327" y="9249"/>
                  </a:lnTo>
                  <a:lnTo>
                    <a:pt x="1290574" y="0"/>
                  </a:lnTo>
                  <a:close/>
                </a:path>
              </a:pathLst>
            </a:custGeom>
            <a:solidFill>
              <a:srgbClr val="9CB955"/>
            </a:solidFill>
          </p:spPr>
          <p:txBody>
            <a:bodyPr wrap="square" lIns="0" tIns="0" rIns="0" bIns="0" rtlCol="0"/>
            <a:lstStyle/>
            <a:p>
              <a:endParaRPr/>
            </a:p>
          </p:txBody>
        </p:sp>
      </p:grpSp>
      <p:sp>
        <p:nvSpPr>
          <p:cNvPr id="30" name="object 30"/>
          <p:cNvSpPr txBox="1"/>
          <p:nvPr/>
        </p:nvSpPr>
        <p:spPr>
          <a:xfrm>
            <a:off x="4452874" y="3645152"/>
            <a:ext cx="358140" cy="39179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Input</a:t>
            </a:r>
            <a:endParaRPr sz="1200">
              <a:latin typeface="Calibri"/>
              <a:cs typeface="Calibri"/>
            </a:endParaRPr>
          </a:p>
          <a:p>
            <a:pPr marL="12700">
              <a:lnSpc>
                <a:spcPct val="100000"/>
              </a:lnSpc>
            </a:pPr>
            <a:r>
              <a:rPr sz="1200" spc="-5" dirty="0">
                <a:solidFill>
                  <a:srgbClr val="FFFFFF"/>
                </a:solidFill>
                <a:latin typeface="Calibri"/>
                <a:cs typeface="Calibri"/>
              </a:rPr>
              <a:t>S</a:t>
            </a:r>
            <a:r>
              <a:rPr sz="1200" dirty="0">
                <a:solidFill>
                  <a:srgbClr val="FFFFFF"/>
                </a:solidFill>
                <a:latin typeface="Calibri"/>
                <a:cs typeface="Calibri"/>
              </a:rPr>
              <a:t>plits</a:t>
            </a:r>
            <a:endParaRPr sz="1200">
              <a:latin typeface="Calibri"/>
              <a:cs typeface="Calibri"/>
            </a:endParaRPr>
          </a:p>
        </p:txBody>
      </p:sp>
      <p:sp>
        <p:nvSpPr>
          <p:cNvPr id="32" name="object 32"/>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31" name="object 31"/>
          <p:cNvSpPr txBox="1">
            <a:spLocks noGrp="1"/>
          </p:cNvSpPr>
          <p:nvPr>
            <p:ph type="title"/>
          </p:nvPr>
        </p:nvSpPr>
        <p:spPr>
          <a:xfrm>
            <a:off x="471017" y="324053"/>
            <a:ext cx="1694814"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Input</a:t>
            </a:r>
            <a:r>
              <a:rPr spc="-55" dirty="0">
                <a:solidFill>
                  <a:srgbClr val="095A82"/>
                </a:solidFill>
              </a:rPr>
              <a:t> </a:t>
            </a:r>
            <a:r>
              <a:rPr spc="-5" dirty="0">
                <a:solidFill>
                  <a:srgbClr val="095A82"/>
                </a:solidFill>
              </a:rPr>
              <a:t>Splits</a:t>
            </a:r>
          </a:p>
        </p:txBody>
      </p:sp>
      <p:sp>
        <p:nvSpPr>
          <p:cNvPr id="33" name="object 3">
            <a:extLst>
              <a:ext uri="{FF2B5EF4-FFF2-40B4-BE49-F238E27FC236}">
                <a16:creationId xmlns:a16="http://schemas.microsoft.com/office/drawing/2014/main" id="{105CD35A-72D0-1F4B-7551-0CED38144720}"/>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34" name="Rectangle 33">
            <a:extLst>
              <a:ext uri="{FF2B5EF4-FFF2-40B4-BE49-F238E27FC236}">
                <a16:creationId xmlns:a16="http://schemas.microsoft.com/office/drawing/2014/main" id="{9BFD843F-1CB0-75ED-2344-5C43252E2D2F}"/>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36" name="TextBox 35">
            <a:extLst>
              <a:ext uri="{FF2B5EF4-FFF2-40B4-BE49-F238E27FC236}">
                <a16:creationId xmlns:a16="http://schemas.microsoft.com/office/drawing/2014/main" id="{3787C4BD-4857-FC7F-80DF-7125AB2E1D95}"/>
              </a:ext>
            </a:extLst>
          </p:cNvPr>
          <p:cNvSpPr txBox="1"/>
          <p:nvPr/>
        </p:nvSpPr>
        <p:spPr>
          <a:xfrm>
            <a:off x="467104" y="1008327"/>
            <a:ext cx="8295895" cy="1200329"/>
          </a:xfrm>
          <a:prstGeom prst="rect">
            <a:avLst/>
          </a:prstGeom>
          <a:noFill/>
        </p:spPr>
        <p:txBody>
          <a:bodyPr wrap="square">
            <a:spAutoFit/>
          </a:bodyPr>
          <a:lstStyle/>
          <a:p>
            <a:pPr marL="285750" indent="-285750" algn="l">
              <a:buFont typeface="Arial" panose="020B0604020202020204" pitchFamily="34" charset="0"/>
              <a:buChar char="•"/>
            </a:pPr>
            <a:r>
              <a:rPr lang="en-US" sz="1800" b="0" i="0" u="none" strike="noStrike" baseline="0" dirty="0">
                <a:latin typeface="MinionPro-Regular"/>
              </a:rPr>
              <a:t>Hadoop divides the input to a MapReduce job into fixed-size pieces called </a:t>
            </a:r>
            <a:r>
              <a:rPr lang="en-US" sz="1800" b="0" i="1" u="none" strike="noStrike" baseline="0" dirty="0">
                <a:latin typeface="MinionPro-Italic"/>
              </a:rPr>
              <a:t>input splits</a:t>
            </a:r>
            <a:r>
              <a:rPr lang="en-US" sz="1800" b="0" i="0" u="none" strike="noStrike" baseline="0" dirty="0">
                <a:latin typeface="MinionPro-Regular"/>
              </a:rPr>
              <a:t>, or just </a:t>
            </a:r>
            <a:r>
              <a:rPr lang="en-US" sz="1800" b="0" i="1" u="none" strike="noStrike" baseline="0" dirty="0">
                <a:latin typeface="MinionPro-Italic"/>
              </a:rPr>
              <a:t>splits</a:t>
            </a:r>
            <a:r>
              <a:rPr lang="en-US" sz="1800" b="0" i="0" u="none" strike="noStrike" baseline="0" dirty="0">
                <a:latin typeface="MinionPro-Regular"/>
              </a:rPr>
              <a:t>. </a:t>
            </a:r>
          </a:p>
          <a:p>
            <a:pPr marL="285750" indent="-285750" algn="l">
              <a:buFont typeface="Arial" panose="020B0604020202020204" pitchFamily="34" charset="0"/>
              <a:buChar char="•"/>
            </a:pPr>
            <a:r>
              <a:rPr lang="en-US" sz="1800" b="0" i="0" u="none" strike="noStrike" baseline="0" dirty="0">
                <a:latin typeface="MinionPro-Regular"/>
              </a:rPr>
              <a:t>Hadoop creates one map task for each split, which runs the user-defined map function for each </a:t>
            </a:r>
            <a:r>
              <a:rPr lang="en-US" sz="1800" b="0" i="1" u="none" strike="noStrike" baseline="0" dirty="0">
                <a:latin typeface="MinionPro-Italic"/>
              </a:rPr>
              <a:t>record </a:t>
            </a:r>
            <a:r>
              <a:rPr lang="en-US" sz="1800" b="0" i="0" u="none" strike="noStrike" baseline="0" dirty="0">
                <a:latin typeface="MinionPro-Regular"/>
              </a:rPr>
              <a:t>in the split.</a:t>
            </a:r>
            <a:endParaRPr lang="en-IN" dirty="0"/>
          </a:p>
        </p:txBody>
      </p:sp>
    </p:spTree>
    <p:extLst>
      <p:ext uri="{BB962C8B-B14F-4D97-AF65-F5344CB8AC3E}">
        <p14:creationId xmlns:p14="http://schemas.microsoft.com/office/powerpoint/2010/main" val="41211972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grpSp>
        <p:nvGrpSpPr>
          <p:cNvPr id="3" name="object 3"/>
          <p:cNvGrpSpPr/>
          <p:nvPr/>
        </p:nvGrpSpPr>
        <p:grpSpPr>
          <a:xfrm>
            <a:off x="307832" y="2916935"/>
            <a:ext cx="5276215" cy="1562735"/>
            <a:chOff x="307832" y="2916935"/>
            <a:chExt cx="5276215" cy="1562735"/>
          </a:xfrm>
        </p:grpSpPr>
        <p:pic>
          <p:nvPicPr>
            <p:cNvPr id="4" name="object 4"/>
            <p:cNvPicPr/>
            <p:nvPr/>
          </p:nvPicPr>
          <p:blipFill>
            <a:blip r:embed="rId2" cstate="print"/>
            <a:stretch>
              <a:fillRect/>
            </a:stretch>
          </p:blipFill>
          <p:spPr>
            <a:xfrm>
              <a:off x="307832" y="2919931"/>
              <a:ext cx="5276119" cy="1559130"/>
            </a:xfrm>
            <a:prstGeom prst="rect">
              <a:avLst/>
            </a:prstGeom>
          </p:spPr>
        </p:pic>
        <p:sp>
          <p:nvSpPr>
            <p:cNvPr id="5" name="object 5"/>
            <p:cNvSpPr/>
            <p:nvPr/>
          </p:nvSpPr>
          <p:spPr>
            <a:xfrm>
              <a:off x="352043" y="2916935"/>
              <a:ext cx="5192395" cy="1484630"/>
            </a:xfrm>
            <a:custGeom>
              <a:avLst/>
              <a:gdLst/>
              <a:ahLst/>
              <a:cxnLst/>
              <a:rect l="l" t="t" r="r" b="b"/>
              <a:pathLst>
                <a:path w="5192395" h="1484629">
                  <a:moveTo>
                    <a:pt x="5192268" y="0"/>
                  </a:moveTo>
                  <a:lnTo>
                    <a:pt x="247396" y="0"/>
                  </a:lnTo>
                  <a:lnTo>
                    <a:pt x="197538" y="5025"/>
                  </a:lnTo>
                  <a:lnTo>
                    <a:pt x="151101" y="19438"/>
                  </a:lnTo>
                  <a:lnTo>
                    <a:pt x="109077" y="42246"/>
                  </a:lnTo>
                  <a:lnTo>
                    <a:pt x="72463" y="72453"/>
                  </a:lnTo>
                  <a:lnTo>
                    <a:pt x="42253" y="109066"/>
                  </a:lnTo>
                  <a:lnTo>
                    <a:pt x="19442" y="151090"/>
                  </a:lnTo>
                  <a:lnTo>
                    <a:pt x="5026" y="197531"/>
                  </a:lnTo>
                  <a:lnTo>
                    <a:pt x="0" y="247395"/>
                  </a:lnTo>
                  <a:lnTo>
                    <a:pt x="0" y="1484376"/>
                  </a:lnTo>
                  <a:lnTo>
                    <a:pt x="4944872" y="1484376"/>
                  </a:lnTo>
                  <a:lnTo>
                    <a:pt x="4994736" y="1479349"/>
                  </a:lnTo>
                  <a:lnTo>
                    <a:pt x="5041177" y="1464933"/>
                  </a:lnTo>
                  <a:lnTo>
                    <a:pt x="5083201" y="1442122"/>
                  </a:lnTo>
                  <a:lnTo>
                    <a:pt x="5119814" y="1411912"/>
                  </a:lnTo>
                  <a:lnTo>
                    <a:pt x="5150021" y="1375298"/>
                  </a:lnTo>
                  <a:lnTo>
                    <a:pt x="5172829" y="1333274"/>
                  </a:lnTo>
                  <a:lnTo>
                    <a:pt x="5187242" y="1286837"/>
                  </a:lnTo>
                  <a:lnTo>
                    <a:pt x="5192268" y="1236980"/>
                  </a:lnTo>
                  <a:lnTo>
                    <a:pt x="5192268" y="0"/>
                  </a:lnTo>
                  <a:close/>
                </a:path>
              </a:pathLst>
            </a:custGeom>
            <a:solidFill>
              <a:srgbClr val="D6E2BA"/>
            </a:solidFill>
          </p:spPr>
          <p:txBody>
            <a:bodyPr wrap="square" lIns="0" tIns="0" rIns="0" bIns="0" rtlCol="0"/>
            <a:lstStyle/>
            <a:p>
              <a:endParaRPr/>
            </a:p>
          </p:txBody>
        </p:sp>
      </p:grpSp>
      <p:grpSp>
        <p:nvGrpSpPr>
          <p:cNvPr id="6" name="object 6"/>
          <p:cNvGrpSpPr/>
          <p:nvPr/>
        </p:nvGrpSpPr>
        <p:grpSpPr>
          <a:xfrm>
            <a:off x="833564" y="1226819"/>
            <a:ext cx="6152515" cy="1212850"/>
            <a:chOff x="833564" y="1226819"/>
            <a:chExt cx="6152515" cy="1212850"/>
          </a:xfrm>
        </p:grpSpPr>
        <p:sp>
          <p:nvSpPr>
            <p:cNvPr id="7" name="object 7"/>
            <p:cNvSpPr/>
            <p:nvPr/>
          </p:nvSpPr>
          <p:spPr>
            <a:xfrm>
              <a:off x="6957060" y="1687068"/>
              <a:ext cx="0" cy="157480"/>
            </a:xfrm>
            <a:custGeom>
              <a:avLst/>
              <a:gdLst/>
              <a:ahLst/>
              <a:cxnLst/>
              <a:rect l="l" t="t" r="r" b="b"/>
              <a:pathLst>
                <a:path h="157480">
                  <a:moveTo>
                    <a:pt x="0" y="0"/>
                  </a:moveTo>
                  <a:lnTo>
                    <a:pt x="0" y="157353"/>
                  </a:lnTo>
                </a:path>
              </a:pathLst>
            </a:custGeom>
            <a:ln w="18287">
              <a:solidFill>
                <a:srgbClr val="77913A"/>
              </a:solidFill>
              <a:prstDash val="lgDash"/>
            </a:ln>
          </p:spPr>
          <p:txBody>
            <a:bodyPr wrap="square" lIns="0" tIns="0" rIns="0" bIns="0" rtlCol="0"/>
            <a:lstStyle/>
            <a:p>
              <a:endParaRPr/>
            </a:p>
          </p:txBody>
        </p:sp>
        <p:sp>
          <p:nvSpPr>
            <p:cNvPr id="8" name="object 8"/>
            <p:cNvSpPr/>
            <p:nvPr/>
          </p:nvSpPr>
          <p:spPr>
            <a:xfrm>
              <a:off x="3771137" y="1245869"/>
              <a:ext cx="3195955" cy="1174750"/>
            </a:xfrm>
            <a:custGeom>
              <a:avLst/>
              <a:gdLst/>
              <a:ahLst/>
              <a:cxnLst/>
              <a:rect l="l" t="t" r="r" b="b"/>
              <a:pathLst>
                <a:path w="3195954" h="1174750">
                  <a:moveTo>
                    <a:pt x="3195828" y="0"/>
                  </a:moveTo>
                  <a:lnTo>
                    <a:pt x="3195828" y="441197"/>
                  </a:lnTo>
                </a:path>
                <a:path w="3195954" h="1174750">
                  <a:moveTo>
                    <a:pt x="3023616" y="802385"/>
                  </a:moveTo>
                  <a:lnTo>
                    <a:pt x="3023616" y="1148587"/>
                  </a:lnTo>
                </a:path>
                <a:path w="3195954" h="1174750">
                  <a:moveTo>
                    <a:pt x="170687" y="24383"/>
                  </a:moveTo>
                  <a:lnTo>
                    <a:pt x="170687" y="441197"/>
                  </a:lnTo>
                </a:path>
                <a:path w="3195954" h="1174750">
                  <a:moveTo>
                    <a:pt x="0" y="802385"/>
                  </a:moveTo>
                  <a:lnTo>
                    <a:pt x="0" y="1174495"/>
                  </a:lnTo>
                </a:path>
              </a:pathLst>
            </a:custGeom>
            <a:ln w="38100">
              <a:solidFill>
                <a:srgbClr val="77913A"/>
              </a:solidFill>
              <a:prstDash val="lgDash"/>
            </a:ln>
          </p:spPr>
          <p:txBody>
            <a:bodyPr wrap="square" lIns="0" tIns="0" rIns="0" bIns="0" rtlCol="0"/>
            <a:lstStyle/>
            <a:p>
              <a:endParaRPr/>
            </a:p>
          </p:txBody>
        </p:sp>
        <p:sp>
          <p:nvSpPr>
            <p:cNvPr id="9" name="object 9"/>
            <p:cNvSpPr/>
            <p:nvPr/>
          </p:nvSpPr>
          <p:spPr>
            <a:xfrm>
              <a:off x="846582" y="1669541"/>
              <a:ext cx="647700" cy="398145"/>
            </a:xfrm>
            <a:custGeom>
              <a:avLst/>
              <a:gdLst/>
              <a:ahLst/>
              <a:cxnLst/>
              <a:rect l="l" t="t" r="r" b="b"/>
              <a:pathLst>
                <a:path w="647700" h="398144">
                  <a:moveTo>
                    <a:pt x="0" y="397764"/>
                  </a:moveTo>
                  <a:lnTo>
                    <a:pt x="647700" y="397764"/>
                  </a:lnTo>
                  <a:lnTo>
                    <a:pt x="647700" y="0"/>
                  </a:lnTo>
                  <a:lnTo>
                    <a:pt x="0" y="0"/>
                  </a:lnTo>
                  <a:lnTo>
                    <a:pt x="0" y="397764"/>
                  </a:lnTo>
                  <a:close/>
                </a:path>
              </a:pathLst>
            </a:custGeom>
            <a:ln w="25908">
              <a:solidFill>
                <a:srgbClr val="FFFFFF"/>
              </a:solidFill>
            </a:ln>
          </p:spPr>
          <p:txBody>
            <a:bodyPr wrap="square" lIns="0" tIns="0" rIns="0" bIns="0" rtlCol="0"/>
            <a:lstStyle/>
            <a:p>
              <a:endParaRPr/>
            </a:p>
          </p:txBody>
        </p:sp>
      </p:grpSp>
      <p:sp>
        <p:nvSpPr>
          <p:cNvPr id="10" name="object 10"/>
          <p:cNvSpPr txBox="1"/>
          <p:nvPr/>
        </p:nvSpPr>
        <p:spPr>
          <a:xfrm>
            <a:off x="865632" y="1687067"/>
            <a:ext cx="628015" cy="361315"/>
          </a:xfrm>
          <a:prstGeom prst="rect">
            <a:avLst/>
          </a:prstGeom>
          <a:solidFill>
            <a:srgbClr val="095A82"/>
          </a:solidFill>
        </p:spPr>
        <p:txBody>
          <a:bodyPr vert="horz" wrap="square" lIns="0" tIns="97155" rIns="0" bIns="0" rtlCol="0">
            <a:spAutoFit/>
          </a:bodyPr>
          <a:lstStyle/>
          <a:p>
            <a:pPr marR="13335" algn="ctr">
              <a:lnSpc>
                <a:spcPct val="100000"/>
              </a:lnSpc>
              <a:spcBef>
                <a:spcPts val="765"/>
              </a:spcBef>
            </a:pPr>
            <a:r>
              <a:rPr sz="1000" dirty="0">
                <a:solidFill>
                  <a:srgbClr val="FFFFFF"/>
                </a:solidFill>
                <a:latin typeface="Calibri"/>
                <a:cs typeface="Calibri"/>
              </a:rPr>
              <a:t>1</a:t>
            </a:r>
            <a:endParaRPr sz="1000">
              <a:latin typeface="Calibri"/>
              <a:cs typeface="Calibri"/>
            </a:endParaRPr>
          </a:p>
        </p:txBody>
      </p:sp>
      <p:grpSp>
        <p:nvGrpSpPr>
          <p:cNvPr id="11" name="object 11"/>
          <p:cNvGrpSpPr/>
          <p:nvPr/>
        </p:nvGrpSpPr>
        <p:grpSpPr>
          <a:xfrm>
            <a:off x="1488757" y="1682305"/>
            <a:ext cx="728980" cy="370840"/>
            <a:chOff x="1488757" y="1682305"/>
            <a:chExt cx="728980" cy="370840"/>
          </a:xfrm>
        </p:grpSpPr>
        <p:sp>
          <p:nvSpPr>
            <p:cNvPr id="12" name="object 12"/>
            <p:cNvSpPr/>
            <p:nvPr/>
          </p:nvSpPr>
          <p:spPr>
            <a:xfrm>
              <a:off x="1493519" y="1687067"/>
              <a:ext cx="719455" cy="361315"/>
            </a:xfrm>
            <a:custGeom>
              <a:avLst/>
              <a:gdLst/>
              <a:ahLst/>
              <a:cxnLst/>
              <a:rect l="l" t="t" r="r" b="b"/>
              <a:pathLst>
                <a:path w="719455" h="361314">
                  <a:moveTo>
                    <a:pt x="719328" y="0"/>
                  </a:moveTo>
                  <a:lnTo>
                    <a:pt x="0" y="0"/>
                  </a:lnTo>
                  <a:lnTo>
                    <a:pt x="0" y="361188"/>
                  </a:lnTo>
                  <a:lnTo>
                    <a:pt x="719328" y="361188"/>
                  </a:lnTo>
                  <a:lnTo>
                    <a:pt x="719328" y="0"/>
                  </a:lnTo>
                  <a:close/>
                </a:path>
              </a:pathLst>
            </a:custGeom>
            <a:solidFill>
              <a:srgbClr val="095A82"/>
            </a:solidFill>
          </p:spPr>
          <p:txBody>
            <a:bodyPr wrap="square" lIns="0" tIns="0" rIns="0" bIns="0" rtlCol="0"/>
            <a:lstStyle/>
            <a:p>
              <a:endParaRPr/>
            </a:p>
          </p:txBody>
        </p:sp>
        <p:sp>
          <p:nvSpPr>
            <p:cNvPr id="13" name="object 13"/>
            <p:cNvSpPr/>
            <p:nvPr/>
          </p:nvSpPr>
          <p:spPr>
            <a:xfrm>
              <a:off x="1493519" y="1687067"/>
              <a:ext cx="719455" cy="361315"/>
            </a:xfrm>
            <a:custGeom>
              <a:avLst/>
              <a:gdLst/>
              <a:ahLst/>
              <a:cxnLst/>
              <a:rect l="l" t="t" r="r" b="b"/>
              <a:pathLst>
                <a:path w="719455" h="361314">
                  <a:moveTo>
                    <a:pt x="0" y="361188"/>
                  </a:moveTo>
                  <a:lnTo>
                    <a:pt x="719328" y="361188"/>
                  </a:lnTo>
                  <a:lnTo>
                    <a:pt x="719328" y="0"/>
                  </a:lnTo>
                  <a:lnTo>
                    <a:pt x="0" y="0"/>
                  </a:lnTo>
                  <a:lnTo>
                    <a:pt x="0" y="361188"/>
                  </a:lnTo>
                  <a:close/>
                </a:path>
              </a:pathLst>
            </a:custGeom>
            <a:ln w="9144">
              <a:solidFill>
                <a:srgbClr val="FFFFFF"/>
              </a:solidFill>
            </a:ln>
          </p:spPr>
          <p:txBody>
            <a:bodyPr wrap="square" lIns="0" tIns="0" rIns="0" bIns="0" rtlCol="0"/>
            <a:lstStyle/>
            <a:p>
              <a:endParaRPr/>
            </a:p>
          </p:txBody>
        </p:sp>
      </p:grpSp>
      <p:sp>
        <p:nvSpPr>
          <p:cNvPr id="14" name="object 14"/>
          <p:cNvSpPr txBox="1"/>
          <p:nvPr/>
        </p:nvSpPr>
        <p:spPr>
          <a:xfrm>
            <a:off x="1808226" y="1770633"/>
            <a:ext cx="90805" cy="179070"/>
          </a:xfrm>
          <a:prstGeom prst="rect">
            <a:avLst/>
          </a:prstGeom>
        </p:spPr>
        <p:txBody>
          <a:bodyPr vert="horz" wrap="square" lIns="0" tIns="13335" rIns="0" bIns="0" rtlCol="0">
            <a:spAutoFit/>
          </a:bodyPr>
          <a:lstStyle/>
          <a:p>
            <a:pPr marL="12700">
              <a:lnSpc>
                <a:spcPct val="100000"/>
              </a:lnSpc>
              <a:spcBef>
                <a:spcPts val="105"/>
              </a:spcBef>
            </a:pPr>
            <a:r>
              <a:rPr sz="1000" dirty="0">
                <a:solidFill>
                  <a:srgbClr val="FFFFFF"/>
                </a:solidFill>
                <a:latin typeface="Calibri"/>
                <a:cs typeface="Calibri"/>
              </a:rPr>
              <a:t>2</a:t>
            </a:r>
            <a:endParaRPr sz="1000">
              <a:latin typeface="Calibri"/>
              <a:cs typeface="Calibri"/>
            </a:endParaRPr>
          </a:p>
        </p:txBody>
      </p:sp>
      <p:grpSp>
        <p:nvGrpSpPr>
          <p:cNvPr id="15" name="object 15"/>
          <p:cNvGrpSpPr/>
          <p:nvPr/>
        </p:nvGrpSpPr>
        <p:grpSpPr>
          <a:xfrm>
            <a:off x="2208085" y="1682305"/>
            <a:ext cx="640715" cy="370840"/>
            <a:chOff x="2208085" y="1682305"/>
            <a:chExt cx="640715" cy="370840"/>
          </a:xfrm>
        </p:grpSpPr>
        <p:sp>
          <p:nvSpPr>
            <p:cNvPr id="16" name="object 16"/>
            <p:cNvSpPr/>
            <p:nvPr/>
          </p:nvSpPr>
          <p:spPr>
            <a:xfrm>
              <a:off x="2212848" y="1687067"/>
              <a:ext cx="631190" cy="361315"/>
            </a:xfrm>
            <a:custGeom>
              <a:avLst/>
              <a:gdLst/>
              <a:ahLst/>
              <a:cxnLst/>
              <a:rect l="l" t="t" r="r" b="b"/>
              <a:pathLst>
                <a:path w="631189" h="361314">
                  <a:moveTo>
                    <a:pt x="630936" y="0"/>
                  </a:moveTo>
                  <a:lnTo>
                    <a:pt x="0" y="0"/>
                  </a:lnTo>
                  <a:lnTo>
                    <a:pt x="0" y="361188"/>
                  </a:lnTo>
                  <a:lnTo>
                    <a:pt x="630936" y="361188"/>
                  </a:lnTo>
                  <a:lnTo>
                    <a:pt x="630936" y="0"/>
                  </a:lnTo>
                  <a:close/>
                </a:path>
              </a:pathLst>
            </a:custGeom>
            <a:solidFill>
              <a:srgbClr val="095A82"/>
            </a:solidFill>
          </p:spPr>
          <p:txBody>
            <a:bodyPr wrap="square" lIns="0" tIns="0" rIns="0" bIns="0" rtlCol="0"/>
            <a:lstStyle/>
            <a:p>
              <a:endParaRPr/>
            </a:p>
          </p:txBody>
        </p:sp>
        <p:sp>
          <p:nvSpPr>
            <p:cNvPr id="17" name="object 17"/>
            <p:cNvSpPr/>
            <p:nvPr/>
          </p:nvSpPr>
          <p:spPr>
            <a:xfrm>
              <a:off x="2212848" y="1687067"/>
              <a:ext cx="631190" cy="361315"/>
            </a:xfrm>
            <a:custGeom>
              <a:avLst/>
              <a:gdLst/>
              <a:ahLst/>
              <a:cxnLst/>
              <a:rect l="l" t="t" r="r" b="b"/>
              <a:pathLst>
                <a:path w="631189" h="361314">
                  <a:moveTo>
                    <a:pt x="0" y="361188"/>
                  </a:moveTo>
                  <a:lnTo>
                    <a:pt x="630936" y="361188"/>
                  </a:lnTo>
                  <a:lnTo>
                    <a:pt x="630936" y="0"/>
                  </a:lnTo>
                  <a:lnTo>
                    <a:pt x="0" y="0"/>
                  </a:lnTo>
                  <a:lnTo>
                    <a:pt x="0" y="361188"/>
                  </a:lnTo>
                  <a:close/>
                </a:path>
              </a:pathLst>
            </a:custGeom>
            <a:ln w="9144">
              <a:solidFill>
                <a:srgbClr val="FFFFFF"/>
              </a:solidFill>
            </a:ln>
          </p:spPr>
          <p:txBody>
            <a:bodyPr wrap="square" lIns="0" tIns="0" rIns="0" bIns="0" rtlCol="0"/>
            <a:lstStyle/>
            <a:p>
              <a:endParaRPr/>
            </a:p>
          </p:txBody>
        </p:sp>
      </p:grpSp>
      <p:sp>
        <p:nvSpPr>
          <p:cNvPr id="18" name="object 18"/>
          <p:cNvSpPr txBox="1"/>
          <p:nvPr/>
        </p:nvSpPr>
        <p:spPr>
          <a:xfrm>
            <a:off x="2483357" y="1770633"/>
            <a:ext cx="90805" cy="179070"/>
          </a:xfrm>
          <a:prstGeom prst="rect">
            <a:avLst/>
          </a:prstGeom>
        </p:spPr>
        <p:txBody>
          <a:bodyPr vert="horz" wrap="square" lIns="0" tIns="13335" rIns="0" bIns="0" rtlCol="0">
            <a:spAutoFit/>
          </a:bodyPr>
          <a:lstStyle/>
          <a:p>
            <a:pPr marL="12700">
              <a:lnSpc>
                <a:spcPct val="100000"/>
              </a:lnSpc>
              <a:spcBef>
                <a:spcPts val="105"/>
              </a:spcBef>
            </a:pPr>
            <a:r>
              <a:rPr sz="1000" dirty="0">
                <a:solidFill>
                  <a:srgbClr val="FFFFFF"/>
                </a:solidFill>
                <a:latin typeface="Calibri"/>
                <a:cs typeface="Calibri"/>
              </a:rPr>
              <a:t>3</a:t>
            </a:r>
            <a:endParaRPr sz="1000">
              <a:latin typeface="Calibri"/>
              <a:cs typeface="Calibri"/>
            </a:endParaRPr>
          </a:p>
        </p:txBody>
      </p:sp>
      <p:grpSp>
        <p:nvGrpSpPr>
          <p:cNvPr id="19" name="object 19"/>
          <p:cNvGrpSpPr/>
          <p:nvPr/>
        </p:nvGrpSpPr>
        <p:grpSpPr>
          <a:xfrm>
            <a:off x="2839021" y="1682305"/>
            <a:ext cx="659130" cy="370840"/>
            <a:chOff x="2839021" y="1682305"/>
            <a:chExt cx="659130" cy="370840"/>
          </a:xfrm>
        </p:grpSpPr>
        <p:sp>
          <p:nvSpPr>
            <p:cNvPr id="20" name="object 20"/>
            <p:cNvSpPr/>
            <p:nvPr/>
          </p:nvSpPr>
          <p:spPr>
            <a:xfrm>
              <a:off x="2843783" y="1687067"/>
              <a:ext cx="649605" cy="361315"/>
            </a:xfrm>
            <a:custGeom>
              <a:avLst/>
              <a:gdLst/>
              <a:ahLst/>
              <a:cxnLst/>
              <a:rect l="l" t="t" r="r" b="b"/>
              <a:pathLst>
                <a:path w="649604" h="361314">
                  <a:moveTo>
                    <a:pt x="649223" y="0"/>
                  </a:moveTo>
                  <a:lnTo>
                    <a:pt x="0" y="0"/>
                  </a:lnTo>
                  <a:lnTo>
                    <a:pt x="0" y="361188"/>
                  </a:lnTo>
                  <a:lnTo>
                    <a:pt x="649223" y="361188"/>
                  </a:lnTo>
                  <a:lnTo>
                    <a:pt x="649223" y="0"/>
                  </a:lnTo>
                  <a:close/>
                </a:path>
              </a:pathLst>
            </a:custGeom>
            <a:solidFill>
              <a:srgbClr val="095A82"/>
            </a:solidFill>
          </p:spPr>
          <p:txBody>
            <a:bodyPr wrap="square" lIns="0" tIns="0" rIns="0" bIns="0" rtlCol="0"/>
            <a:lstStyle/>
            <a:p>
              <a:endParaRPr/>
            </a:p>
          </p:txBody>
        </p:sp>
        <p:sp>
          <p:nvSpPr>
            <p:cNvPr id="21" name="object 21"/>
            <p:cNvSpPr/>
            <p:nvPr/>
          </p:nvSpPr>
          <p:spPr>
            <a:xfrm>
              <a:off x="2843783" y="1687067"/>
              <a:ext cx="649605" cy="361315"/>
            </a:xfrm>
            <a:custGeom>
              <a:avLst/>
              <a:gdLst/>
              <a:ahLst/>
              <a:cxnLst/>
              <a:rect l="l" t="t" r="r" b="b"/>
              <a:pathLst>
                <a:path w="649604" h="361314">
                  <a:moveTo>
                    <a:pt x="0" y="361188"/>
                  </a:moveTo>
                  <a:lnTo>
                    <a:pt x="649223" y="361188"/>
                  </a:lnTo>
                  <a:lnTo>
                    <a:pt x="649223" y="0"/>
                  </a:lnTo>
                  <a:lnTo>
                    <a:pt x="0" y="0"/>
                  </a:lnTo>
                  <a:lnTo>
                    <a:pt x="0" y="361188"/>
                  </a:lnTo>
                  <a:close/>
                </a:path>
              </a:pathLst>
            </a:custGeom>
            <a:ln w="9144">
              <a:solidFill>
                <a:srgbClr val="FFFFFF"/>
              </a:solidFill>
            </a:ln>
          </p:spPr>
          <p:txBody>
            <a:bodyPr wrap="square" lIns="0" tIns="0" rIns="0" bIns="0" rtlCol="0"/>
            <a:lstStyle/>
            <a:p>
              <a:endParaRPr/>
            </a:p>
          </p:txBody>
        </p:sp>
      </p:grpSp>
      <p:sp>
        <p:nvSpPr>
          <p:cNvPr id="22" name="object 22"/>
          <p:cNvSpPr txBox="1"/>
          <p:nvPr/>
        </p:nvSpPr>
        <p:spPr>
          <a:xfrm>
            <a:off x="3122802" y="1770633"/>
            <a:ext cx="90805" cy="179070"/>
          </a:xfrm>
          <a:prstGeom prst="rect">
            <a:avLst/>
          </a:prstGeom>
        </p:spPr>
        <p:txBody>
          <a:bodyPr vert="horz" wrap="square" lIns="0" tIns="13335" rIns="0" bIns="0" rtlCol="0">
            <a:spAutoFit/>
          </a:bodyPr>
          <a:lstStyle/>
          <a:p>
            <a:pPr marL="12700">
              <a:lnSpc>
                <a:spcPct val="100000"/>
              </a:lnSpc>
              <a:spcBef>
                <a:spcPts val="105"/>
              </a:spcBef>
            </a:pPr>
            <a:r>
              <a:rPr sz="1000" dirty="0">
                <a:solidFill>
                  <a:srgbClr val="FFFFFF"/>
                </a:solidFill>
                <a:latin typeface="Calibri"/>
                <a:cs typeface="Calibri"/>
              </a:rPr>
              <a:t>4</a:t>
            </a:r>
            <a:endParaRPr sz="1000">
              <a:latin typeface="Calibri"/>
              <a:cs typeface="Calibri"/>
            </a:endParaRPr>
          </a:p>
        </p:txBody>
      </p:sp>
      <p:grpSp>
        <p:nvGrpSpPr>
          <p:cNvPr id="23" name="object 23"/>
          <p:cNvGrpSpPr/>
          <p:nvPr/>
        </p:nvGrpSpPr>
        <p:grpSpPr>
          <a:xfrm>
            <a:off x="3473005" y="1682305"/>
            <a:ext cx="544830" cy="370840"/>
            <a:chOff x="3473005" y="1682305"/>
            <a:chExt cx="544830" cy="370840"/>
          </a:xfrm>
        </p:grpSpPr>
        <p:sp>
          <p:nvSpPr>
            <p:cNvPr id="24" name="object 24"/>
            <p:cNvSpPr/>
            <p:nvPr/>
          </p:nvSpPr>
          <p:spPr>
            <a:xfrm>
              <a:off x="3477767" y="1687067"/>
              <a:ext cx="535305" cy="361315"/>
            </a:xfrm>
            <a:custGeom>
              <a:avLst/>
              <a:gdLst/>
              <a:ahLst/>
              <a:cxnLst/>
              <a:rect l="l" t="t" r="r" b="b"/>
              <a:pathLst>
                <a:path w="535304" h="361314">
                  <a:moveTo>
                    <a:pt x="534924" y="0"/>
                  </a:moveTo>
                  <a:lnTo>
                    <a:pt x="0" y="0"/>
                  </a:lnTo>
                  <a:lnTo>
                    <a:pt x="0" y="361188"/>
                  </a:lnTo>
                  <a:lnTo>
                    <a:pt x="534924" y="361188"/>
                  </a:lnTo>
                  <a:lnTo>
                    <a:pt x="534924" y="0"/>
                  </a:lnTo>
                  <a:close/>
                </a:path>
              </a:pathLst>
            </a:custGeom>
            <a:solidFill>
              <a:srgbClr val="095A82"/>
            </a:solidFill>
          </p:spPr>
          <p:txBody>
            <a:bodyPr wrap="square" lIns="0" tIns="0" rIns="0" bIns="0" rtlCol="0"/>
            <a:lstStyle/>
            <a:p>
              <a:endParaRPr/>
            </a:p>
          </p:txBody>
        </p:sp>
        <p:sp>
          <p:nvSpPr>
            <p:cNvPr id="25" name="object 25"/>
            <p:cNvSpPr/>
            <p:nvPr/>
          </p:nvSpPr>
          <p:spPr>
            <a:xfrm>
              <a:off x="3477767" y="1687067"/>
              <a:ext cx="535305" cy="361315"/>
            </a:xfrm>
            <a:custGeom>
              <a:avLst/>
              <a:gdLst/>
              <a:ahLst/>
              <a:cxnLst/>
              <a:rect l="l" t="t" r="r" b="b"/>
              <a:pathLst>
                <a:path w="535304" h="361314">
                  <a:moveTo>
                    <a:pt x="0" y="361188"/>
                  </a:moveTo>
                  <a:lnTo>
                    <a:pt x="534924" y="361188"/>
                  </a:lnTo>
                  <a:lnTo>
                    <a:pt x="534924" y="0"/>
                  </a:lnTo>
                  <a:lnTo>
                    <a:pt x="0" y="0"/>
                  </a:lnTo>
                  <a:lnTo>
                    <a:pt x="0" y="361188"/>
                  </a:lnTo>
                  <a:close/>
                </a:path>
              </a:pathLst>
            </a:custGeom>
            <a:ln w="9144">
              <a:solidFill>
                <a:srgbClr val="FFFFFF"/>
              </a:solidFill>
            </a:ln>
          </p:spPr>
          <p:txBody>
            <a:bodyPr wrap="square" lIns="0" tIns="0" rIns="0" bIns="0" rtlCol="0"/>
            <a:lstStyle/>
            <a:p>
              <a:endParaRPr/>
            </a:p>
          </p:txBody>
        </p:sp>
      </p:grpSp>
      <p:sp>
        <p:nvSpPr>
          <p:cNvPr id="26" name="object 26"/>
          <p:cNvSpPr txBox="1"/>
          <p:nvPr/>
        </p:nvSpPr>
        <p:spPr>
          <a:xfrm>
            <a:off x="3700017" y="1770633"/>
            <a:ext cx="90805" cy="179070"/>
          </a:xfrm>
          <a:prstGeom prst="rect">
            <a:avLst/>
          </a:prstGeom>
        </p:spPr>
        <p:txBody>
          <a:bodyPr vert="horz" wrap="square" lIns="0" tIns="13335" rIns="0" bIns="0" rtlCol="0">
            <a:spAutoFit/>
          </a:bodyPr>
          <a:lstStyle/>
          <a:p>
            <a:pPr marL="12700">
              <a:lnSpc>
                <a:spcPct val="100000"/>
              </a:lnSpc>
              <a:spcBef>
                <a:spcPts val="105"/>
              </a:spcBef>
            </a:pPr>
            <a:r>
              <a:rPr sz="1000" dirty="0">
                <a:solidFill>
                  <a:srgbClr val="FFFFFF"/>
                </a:solidFill>
                <a:latin typeface="Calibri"/>
                <a:cs typeface="Calibri"/>
              </a:rPr>
              <a:t>5</a:t>
            </a:r>
            <a:endParaRPr sz="1000">
              <a:latin typeface="Calibri"/>
              <a:cs typeface="Calibri"/>
            </a:endParaRPr>
          </a:p>
        </p:txBody>
      </p:sp>
      <p:grpSp>
        <p:nvGrpSpPr>
          <p:cNvPr id="27" name="object 27"/>
          <p:cNvGrpSpPr/>
          <p:nvPr/>
        </p:nvGrpSpPr>
        <p:grpSpPr>
          <a:xfrm>
            <a:off x="3936301" y="1682305"/>
            <a:ext cx="873760" cy="370840"/>
            <a:chOff x="3936301" y="1682305"/>
            <a:chExt cx="873760" cy="370840"/>
          </a:xfrm>
        </p:grpSpPr>
        <p:sp>
          <p:nvSpPr>
            <p:cNvPr id="28" name="object 28"/>
            <p:cNvSpPr/>
            <p:nvPr/>
          </p:nvSpPr>
          <p:spPr>
            <a:xfrm>
              <a:off x="3941064" y="1687067"/>
              <a:ext cx="864235" cy="361315"/>
            </a:xfrm>
            <a:custGeom>
              <a:avLst/>
              <a:gdLst/>
              <a:ahLst/>
              <a:cxnLst/>
              <a:rect l="l" t="t" r="r" b="b"/>
              <a:pathLst>
                <a:path w="864235" h="361314">
                  <a:moveTo>
                    <a:pt x="864108" y="0"/>
                  </a:moveTo>
                  <a:lnTo>
                    <a:pt x="0" y="0"/>
                  </a:lnTo>
                  <a:lnTo>
                    <a:pt x="0" y="361188"/>
                  </a:lnTo>
                  <a:lnTo>
                    <a:pt x="864108" y="361188"/>
                  </a:lnTo>
                  <a:lnTo>
                    <a:pt x="864108" y="0"/>
                  </a:lnTo>
                  <a:close/>
                </a:path>
              </a:pathLst>
            </a:custGeom>
            <a:solidFill>
              <a:srgbClr val="095A82"/>
            </a:solidFill>
          </p:spPr>
          <p:txBody>
            <a:bodyPr wrap="square" lIns="0" tIns="0" rIns="0" bIns="0" rtlCol="0"/>
            <a:lstStyle/>
            <a:p>
              <a:endParaRPr/>
            </a:p>
          </p:txBody>
        </p:sp>
        <p:sp>
          <p:nvSpPr>
            <p:cNvPr id="29" name="object 29"/>
            <p:cNvSpPr/>
            <p:nvPr/>
          </p:nvSpPr>
          <p:spPr>
            <a:xfrm>
              <a:off x="3941064" y="1687067"/>
              <a:ext cx="864235" cy="361315"/>
            </a:xfrm>
            <a:custGeom>
              <a:avLst/>
              <a:gdLst/>
              <a:ahLst/>
              <a:cxnLst/>
              <a:rect l="l" t="t" r="r" b="b"/>
              <a:pathLst>
                <a:path w="864235" h="361314">
                  <a:moveTo>
                    <a:pt x="0" y="361188"/>
                  </a:moveTo>
                  <a:lnTo>
                    <a:pt x="864108" y="361188"/>
                  </a:lnTo>
                  <a:lnTo>
                    <a:pt x="864108" y="0"/>
                  </a:lnTo>
                  <a:lnTo>
                    <a:pt x="0" y="0"/>
                  </a:lnTo>
                  <a:lnTo>
                    <a:pt x="0" y="361188"/>
                  </a:lnTo>
                  <a:close/>
                </a:path>
              </a:pathLst>
            </a:custGeom>
            <a:ln w="9144">
              <a:solidFill>
                <a:srgbClr val="FFFFFF"/>
              </a:solidFill>
            </a:ln>
          </p:spPr>
          <p:txBody>
            <a:bodyPr wrap="square" lIns="0" tIns="0" rIns="0" bIns="0" rtlCol="0"/>
            <a:lstStyle/>
            <a:p>
              <a:endParaRPr/>
            </a:p>
          </p:txBody>
        </p:sp>
      </p:grpSp>
      <p:sp>
        <p:nvSpPr>
          <p:cNvPr id="30" name="object 30"/>
          <p:cNvSpPr txBox="1"/>
          <p:nvPr/>
        </p:nvSpPr>
        <p:spPr>
          <a:xfrm>
            <a:off x="4328286" y="1770633"/>
            <a:ext cx="90805" cy="179070"/>
          </a:xfrm>
          <a:prstGeom prst="rect">
            <a:avLst/>
          </a:prstGeom>
        </p:spPr>
        <p:txBody>
          <a:bodyPr vert="horz" wrap="square" lIns="0" tIns="13335" rIns="0" bIns="0" rtlCol="0">
            <a:spAutoFit/>
          </a:bodyPr>
          <a:lstStyle/>
          <a:p>
            <a:pPr marL="12700">
              <a:lnSpc>
                <a:spcPct val="100000"/>
              </a:lnSpc>
              <a:spcBef>
                <a:spcPts val="105"/>
              </a:spcBef>
            </a:pPr>
            <a:r>
              <a:rPr sz="1000" dirty="0">
                <a:solidFill>
                  <a:srgbClr val="FFFFFF"/>
                </a:solidFill>
                <a:latin typeface="Calibri"/>
                <a:cs typeface="Calibri"/>
              </a:rPr>
              <a:t>6</a:t>
            </a:r>
            <a:endParaRPr sz="1000">
              <a:latin typeface="Calibri"/>
              <a:cs typeface="Calibri"/>
            </a:endParaRPr>
          </a:p>
        </p:txBody>
      </p:sp>
      <p:grpSp>
        <p:nvGrpSpPr>
          <p:cNvPr id="31" name="object 31"/>
          <p:cNvGrpSpPr/>
          <p:nvPr/>
        </p:nvGrpSpPr>
        <p:grpSpPr>
          <a:xfrm>
            <a:off x="4800409" y="1682305"/>
            <a:ext cx="730885" cy="370840"/>
            <a:chOff x="4800409" y="1682305"/>
            <a:chExt cx="730885" cy="370840"/>
          </a:xfrm>
        </p:grpSpPr>
        <p:sp>
          <p:nvSpPr>
            <p:cNvPr id="32" name="object 32"/>
            <p:cNvSpPr/>
            <p:nvPr/>
          </p:nvSpPr>
          <p:spPr>
            <a:xfrm>
              <a:off x="4805171" y="1687067"/>
              <a:ext cx="721360" cy="361315"/>
            </a:xfrm>
            <a:custGeom>
              <a:avLst/>
              <a:gdLst/>
              <a:ahLst/>
              <a:cxnLst/>
              <a:rect l="l" t="t" r="r" b="b"/>
              <a:pathLst>
                <a:path w="721360" h="361314">
                  <a:moveTo>
                    <a:pt x="720851" y="0"/>
                  </a:moveTo>
                  <a:lnTo>
                    <a:pt x="0" y="0"/>
                  </a:lnTo>
                  <a:lnTo>
                    <a:pt x="0" y="361188"/>
                  </a:lnTo>
                  <a:lnTo>
                    <a:pt x="720851" y="361188"/>
                  </a:lnTo>
                  <a:lnTo>
                    <a:pt x="720851" y="0"/>
                  </a:lnTo>
                  <a:close/>
                </a:path>
              </a:pathLst>
            </a:custGeom>
            <a:solidFill>
              <a:srgbClr val="095A82"/>
            </a:solidFill>
          </p:spPr>
          <p:txBody>
            <a:bodyPr wrap="square" lIns="0" tIns="0" rIns="0" bIns="0" rtlCol="0"/>
            <a:lstStyle/>
            <a:p>
              <a:endParaRPr/>
            </a:p>
          </p:txBody>
        </p:sp>
        <p:sp>
          <p:nvSpPr>
            <p:cNvPr id="33" name="object 33"/>
            <p:cNvSpPr/>
            <p:nvPr/>
          </p:nvSpPr>
          <p:spPr>
            <a:xfrm>
              <a:off x="4805171" y="1687067"/>
              <a:ext cx="721360" cy="361315"/>
            </a:xfrm>
            <a:custGeom>
              <a:avLst/>
              <a:gdLst/>
              <a:ahLst/>
              <a:cxnLst/>
              <a:rect l="l" t="t" r="r" b="b"/>
              <a:pathLst>
                <a:path w="721360" h="361314">
                  <a:moveTo>
                    <a:pt x="0" y="361188"/>
                  </a:moveTo>
                  <a:lnTo>
                    <a:pt x="720851" y="361188"/>
                  </a:lnTo>
                  <a:lnTo>
                    <a:pt x="720851" y="0"/>
                  </a:lnTo>
                  <a:lnTo>
                    <a:pt x="0" y="0"/>
                  </a:lnTo>
                  <a:lnTo>
                    <a:pt x="0" y="361188"/>
                  </a:lnTo>
                  <a:close/>
                </a:path>
              </a:pathLst>
            </a:custGeom>
            <a:ln w="9144">
              <a:solidFill>
                <a:srgbClr val="FFFFFF"/>
              </a:solidFill>
            </a:ln>
          </p:spPr>
          <p:txBody>
            <a:bodyPr wrap="square" lIns="0" tIns="0" rIns="0" bIns="0" rtlCol="0"/>
            <a:lstStyle/>
            <a:p>
              <a:endParaRPr/>
            </a:p>
          </p:txBody>
        </p:sp>
      </p:grpSp>
      <p:sp>
        <p:nvSpPr>
          <p:cNvPr id="34" name="object 34"/>
          <p:cNvSpPr txBox="1"/>
          <p:nvPr/>
        </p:nvSpPr>
        <p:spPr>
          <a:xfrm>
            <a:off x="5120385" y="1770633"/>
            <a:ext cx="90805" cy="179070"/>
          </a:xfrm>
          <a:prstGeom prst="rect">
            <a:avLst/>
          </a:prstGeom>
        </p:spPr>
        <p:txBody>
          <a:bodyPr vert="horz" wrap="square" lIns="0" tIns="13335" rIns="0" bIns="0" rtlCol="0">
            <a:spAutoFit/>
          </a:bodyPr>
          <a:lstStyle/>
          <a:p>
            <a:pPr marL="12700">
              <a:lnSpc>
                <a:spcPct val="100000"/>
              </a:lnSpc>
              <a:spcBef>
                <a:spcPts val="105"/>
              </a:spcBef>
            </a:pPr>
            <a:r>
              <a:rPr sz="1000" dirty="0">
                <a:solidFill>
                  <a:srgbClr val="FFFFFF"/>
                </a:solidFill>
                <a:latin typeface="Calibri"/>
                <a:cs typeface="Calibri"/>
              </a:rPr>
              <a:t>7</a:t>
            </a:r>
            <a:endParaRPr sz="1000">
              <a:latin typeface="Calibri"/>
              <a:cs typeface="Calibri"/>
            </a:endParaRPr>
          </a:p>
        </p:txBody>
      </p:sp>
      <p:grpSp>
        <p:nvGrpSpPr>
          <p:cNvPr id="35" name="object 35"/>
          <p:cNvGrpSpPr/>
          <p:nvPr/>
        </p:nvGrpSpPr>
        <p:grpSpPr>
          <a:xfrm>
            <a:off x="5521261" y="1682305"/>
            <a:ext cx="512445" cy="370840"/>
            <a:chOff x="5521261" y="1682305"/>
            <a:chExt cx="512445" cy="370840"/>
          </a:xfrm>
        </p:grpSpPr>
        <p:sp>
          <p:nvSpPr>
            <p:cNvPr id="36" name="object 36"/>
            <p:cNvSpPr/>
            <p:nvPr/>
          </p:nvSpPr>
          <p:spPr>
            <a:xfrm>
              <a:off x="5526023" y="1687067"/>
              <a:ext cx="502920" cy="361315"/>
            </a:xfrm>
            <a:custGeom>
              <a:avLst/>
              <a:gdLst/>
              <a:ahLst/>
              <a:cxnLst/>
              <a:rect l="l" t="t" r="r" b="b"/>
              <a:pathLst>
                <a:path w="502920" h="361314">
                  <a:moveTo>
                    <a:pt x="502920" y="0"/>
                  </a:moveTo>
                  <a:lnTo>
                    <a:pt x="0" y="0"/>
                  </a:lnTo>
                  <a:lnTo>
                    <a:pt x="0" y="361188"/>
                  </a:lnTo>
                  <a:lnTo>
                    <a:pt x="502920" y="361188"/>
                  </a:lnTo>
                  <a:lnTo>
                    <a:pt x="502920" y="0"/>
                  </a:lnTo>
                  <a:close/>
                </a:path>
              </a:pathLst>
            </a:custGeom>
            <a:solidFill>
              <a:srgbClr val="095A82"/>
            </a:solidFill>
          </p:spPr>
          <p:txBody>
            <a:bodyPr wrap="square" lIns="0" tIns="0" rIns="0" bIns="0" rtlCol="0"/>
            <a:lstStyle/>
            <a:p>
              <a:endParaRPr/>
            </a:p>
          </p:txBody>
        </p:sp>
        <p:sp>
          <p:nvSpPr>
            <p:cNvPr id="37" name="object 37"/>
            <p:cNvSpPr/>
            <p:nvPr/>
          </p:nvSpPr>
          <p:spPr>
            <a:xfrm>
              <a:off x="5526023" y="1687067"/>
              <a:ext cx="502920" cy="361315"/>
            </a:xfrm>
            <a:custGeom>
              <a:avLst/>
              <a:gdLst/>
              <a:ahLst/>
              <a:cxnLst/>
              <a:rect l="l" t="t" r="r" b="b"/>
              <a:pathLst>
                <a:path w="502920" h="361314">
                  <a:moveTo>
                    <a:pt x="0" y="361188"/>
                  </a:moveTo>
                  <a:lnTo>
                    <a:pt x="502920" y="361188"/>
                  </a:lnTo>
                  <a:lnTo>
                    <a:pt x="502920" y="0"/>
                  </a:lnTo>
                  <a:lnTo>
                    <a:pt x="0" y="0"/>
                  </a:lnTo>
                  <a:lnTo>
                    <a:pt x="0" y="361188"/>
                  </a:lnTo>
                  <a:close/>
                </a:path>
              </a:pathLst>
            </a:custGeom>
            <a:ln w="9144">
              <a:solidFill>
                <a:srgbClr val="FFFFFF"/>
              </a:solidFill>
            </a:ln>
          </p:spPr>
          <p:txBody>
            <a:bodyPr wrap="square" lIns="0" tIns="0" rIns="0" bIns="0" rtlCol="0"/>
            <a:lstStyle/>
            <a:p>
              <a:endParaRPr/>
            </a:p>
          </p:txBody>
        </p:sp>
      </p:grpSp>
      <p:sp>
        <p:nvSpPr>
          <p:cNvPr id="38" name="object 38"/>
          <p:cNvSpPr txBox="1"/>
          <p:nvPr/>
        </p:nvSpPr>
        <p:spPr>
          <a:xfrm>
            <a:off x="5732779" y="1770633"/>
            <a:ext cx="90805" cy="179070"/>
          </a:xfrm>
          <a:prstGeom prst="rect">
            <a:avLst/>
          </a:prstGeom>
        </p:spPr>
        <p:txBody>
          <a:bodyPr vert="horz" wrap="square" lIns="0" tIns="13335" rIns="0" bIns="0" rtlCol="0">
            <a:spAutoFit/>
          </a:bodyPr>
          <a:lstStyle/>
          <a:p>
            <a:pPr marL="12700">
              <a:lnSpc>
                <a:spcPct val="100000"/>
              </a:lnSpc>
              <a:spcBef>
                <a:spcPts val="105"/>
              </a:spcBef>
            </a:pPr>
            <a:r>
              <a:rPr sz="1000" dirty="0">
                <a:solidFill>
                  <a:srgbClr val="FFFFFF"/>
                </a:solidFill>
                <a:latin typeface="Calibri"/>
                <a:cs typeface="Calibri"/>
              </a:rPr>
              <a:t>8</a:t>
            </a:r>
            <a:endParaRPr sz="1000">
              <a:latin typeface="Calibri"/>
              <a:cs typeface="Calibri"/>
            </a:endParaRPr>
          </a:p>
        </p:txBody>
      </p:sp>
      <p:grpSp>
        <p:nvGrpSpPr>
          <p:cNvPr id="39" name="object 39"/>
          <p:cNvGrpSpPr/>
          <p:nvPr/>
        </p:nvGrpSpPr>
        <p:grpSpPr>
          <a:xfrm>
            <a:off x="6024181" y="1682305"/>
            <a:ext cx="946785" cy="370840"/>
            <a:chOff x="6024181" y="1682305"/>
            <a:chExt cx="946785" cy="370840"/>
          </a:xfrm>
        </p:grpSpPr>
        <p:sp>
          <p:nvSpPr>
            <p:cNvPr id="40" name="object 40"/>
            <p:cNvSpPr/>
            <p:nvPr/>
          </p:nvSpPr>
          <p:spPr>
            <a:xfrm>
              <a:off x="6028944" y="1687067"/>
              <a:ext cx="937260" cy="361315"/>
            </a:xfrm>
            <a:custGeom>
              <a:avLst/>
              <a:gdLst/>
              <a:ahLst/>
              <a:cxnLst/>
              <a:rect l="l" t="t" r="r" b="b"/>
              <a:pathLst>
                <a:path w="937259" h="361314">
                  <a:moveTo>
                    <a:pt x="937259" y="0"/>
                  </a:moveTo>
                  <a:lnTo>
                    <a:pt x="0" y="0"/>
                  </a:lnTo>
                  <a:lnTo>
                    <a:pt x="0" y="361188"/>
                  </a:lnTo>
                  <a:lnTo>
                    <a:pt x="937259" y="361188"/>
                  </a:lnTo>
                  <a:lnTo>
                    <a:pt x="937259" y="0"/>
                  </a:lnTo>
                  <a:close/>
                </a:path>
              </a:pathLst>
            </a:custGeom>
            <a:solidFill>
              <a:srgbClr val="095A82"/>
            </a:solidFill>
          </p:spPr>
          <p:txBody>
            <a:bodyPr wrap="square" lIns="0" tIns="0" rIns="0" bIns="0" rtlCol="0"/>
            <a:lstStyle/>
            <a:p>
              <a:endParaRPr/>
            </a:p>
          </p:txBody>
        </p:sp>
        <p:sp>
          <p:nvSpPr>
            <p:cNvPr id="41" name="object 41"/>
            <p:cNvSpPr/>
            <p:nvPr/>
          </p:nvSpPr>
          <p:spPr>
            <a:xfrm>
              <a:off x="6028944" y="1687067"/>
              <a:ext cx="937260" cy="361315"/>
            </a:xfrm>
            <a:custGeom>
              <a:avLst/>
              <a:gdLst/>
              <a:ahLst/>
              <a:cxnLst/>
              <a:rect l="l" t="t" r="r" b="b"/>
              <a:pathLst>
                <a:path w="937259" h="361314">
                  <a:moveTo>
                    <a:pt x="0" y="361188"/>
                  </a:moveTo>
                  <a:lnTo>
                    <a:pt x="937259" y="361188"/>
                  </a:lnTo>
                  <a:lnTo>
                    <a:pt x="937259" y="0"/>
                  </a:lnTo>
                  <a:lnTo>
                    <a:pt x="0" y="0"/>
                  </a:lnTo>
                  <a:lnTo>
                    <a:pt x="0" y="361188"/>
                  </a:lnTo>
                  <a:close/>
                </a:path>
              </a:pathLst>
            </a:custGeom>
            <a:ln w="9144">
              <a:solidFill>
                <a:srgbClr val="FFFFFF"/>
              </a:solidFill>
            </a:ln>
          </p:spPr>
          <p:txBody>
            <a:bodyPr wrap="square" lIns="0" tIns="0" rIns="0" bIns="0" rtlCol="0"/>
            <a:lstStyle/>
            <a:p>
              <a:endParaRPr/>
            </a:p>
          </p:txBody>
        </p:sp>
      </p:grpSp>
      <p:sp>
        <p:nvSpPr>
          <p:cNvPr id="42" name="object 42"/>
          <p:cNvSpPr txBox="1"/>
          <p:nvPr/>
        </p:nvSpPr>
        <p:spPr>
          <a:xfrm>
            <a:off x="6452742" y="1770633"/>
            <a:ext cx="90805" cy="179070"/>
          </a:xfrm>
          <a:prstGeom prst="rect">
            <a:avLst/>
          </a:prstGeom>
        </p:spPr>
        <p:txBody>
          <a:bodyPr vert="horz" wrap="square" lIns="0" tIns="13335" rIns="0" bIns="0" rtlCol="0">
            <a:spAutoFit/>
          </a:bodyPr>
          <a:lstStyle/>
          <a:p>
            <a:pPr marL="12700">
              <a:lnSpc>
                <a:spcPct val="100000"/>
              </a:lnSpc>
              <a:spcBef>
                <a:spcPts val="105"/>
              </a:spcBef>
            </a:pPr>
            <a:r>
              <a:rPr sz="1000" dirty="0">
                <a:solidFill>
                  <a:srgbClr val="FFFFFF"/>
                </a:solidFill>
                <a:latin typeface="Calibri"/>
                <a:cs typeface="Calibri"/>
              </a:rPr>
              <a:t>9</a:t>
            </a:r>
            <a:endParaRPr sz="1000">
              <a:latin typeface="Calibri"/>
              <a:cs typeface="Calibri"/>
            </a:endParaRPr>
          </a:p>
        </p:txBody>
      </p:sp>
      <p:grpSp>
        <p:nvGrpSpPr>
          <p:cNvPr id="43" name="object 43"/>
          <p:cNvGrpSpPr/>
          <p:nvPr/>
        </p:nvGrpSpPr>
        <p:grpSpPr>
          <a:xfrm>
            <a:off x="6961441" y="1682305"/>
            <a:ext cx="802005" cy="370840"/>
            <a:chOff x="6961441" y="1682305"/>
            <a:chExt cx="802005" cy="370840"/>
          </a:xfrm>
        </p:grpSpPr>
        <p:sp>
          <p:nvSpPr>
            <p:cNvPr id="44" name="object 44"/>
            <p:cNvSpPr/>
            <p:nvPr/>
          </p:nvSpPr>
          <p:spPr>
            <a:xfrm>
              <a:off x="6966204" y="1687067"/>
              <a:ext cx="792480" cy="361315"/>
            </a:xfrm>
            <a:custGeom>
              <a:avLst/>
              <a:gdLst/>
              <a:ahLst/>
              <a:cxnLst/>
              <a:rect l="l" t="t" r="r" b="b"/>
              <a:pathLst>
                <a:path w="792479" h="361314">
                  <a:moveTo>
                    <a:pt x="792479" y="0"/>
                  </a:moveTo>
                  <a:lnTo>
                    <a:pt x="0" y="0"/>
                  </a:lnTo>
                  <a:lnTo>
                    <a:pt x="0" y="361188"/>
                  </a:lnTo>
                  <a:lnTo>
                    <a:pt x="792479" y="361188"/>
                  </a:lnTo>
                  <a:lnTo>
                    <a:pt x="792479" y="0"/>
                  </a:lnTo>
                  <a:close/>
                </a:path>
              </a:pathLst>
            </a:custGeom>
            <a:solidFill>
              <a:srgbClr val="095A82"/>
            </a:solidFill>
          </p:spPr>
          <p:txBody>
            <a:bodyPr wrap="square" lIns="0" tIns="0" rIns="0" bIns="0" rtlCol="0"/>
            <a:lstStyle/>
            <a:p>
              <a:endParaRPr/>
            </a:p>
          </p:txBody>
        </p:sp>
        <p:sp>
          <p:nvSpPr>
            <p:cNvPr id="45" name="object 45"/>
            <p:cNvSpPr/>
            <p:nvPr/>
          </p:nvSpPr>
          <p:spPr>
            <a:xfrm>
              <a:off x="6966204" y="1687067"/>
              <a:ext cx="792480" cy="361315"/>
            </a:xfrm>
            <a:custGeom>
              <a:avLst/>
              <a:gdLst/>
              <a:ahLst/>
              <a:cxnLst/>
              <a:rect l="l" t="t" r="r" b="b"/>
              <a:pathLst>
                <a:path w="792479" h="361314">
                  <a:moveTo>
                    <a:pt x="0" y="361188"/>
                  </a:moveTo>
                  <a:lnTo>
                    <a:pt x="792479" y="361188"/>
                  </a:lnTo>
                  <a:lnTo>
                    <a:pt x="792479" y="0"/>
                  </a:lnTo>
                  <a:lnTo>
                    <a:pt x="0" y="0"/>
                  </a:lnTo>
                  <a:lnTo>
                    <a:pt x="0" y="361188"/>
                  </a:lnTo>
                  <a:close/>
                </a:path>
              </a:pathLst>
            </a:custGeom>
            <a:ln w="9144">
              <a:solidFill>
                <a:srgbClr val="FFFFFF"/>
              </a:solidFill>
            </a:ln>
          </p:spPr>
          <p:txBody>
            <a:bodyPr wrap="square" lIns="0" tIns="0" rIns="0" bIns="0" rtlCol="0"/>
            <a:lstStyle/>
            <a:p>
              <a:endParaRPr/>
            </a:p>
          </p:txBody>
        </p:sp>
      </p:grpSp>
      <p:sp>
        <p:nvSpPr>
          <p:cNvPr id="46" name="object 46"/>
          <p:cNvSpPr txBox="1"/>
          <p:nvPr/>
        </p:nvSpPr>
        <p:spPr>
          <a:xfrm>
            <a:off x="7284211" y="1770633"/>
            <a:ext cx="156845" cy="179070"/>
          </a:xfrm>
          <a:prstGeom prst="rect">
            <a:avLst/>
          </a:prstGeom>
        </p:spPr>
        <p:txBody>
          <a:bodyPr vert="horz" wrap="square" lIns="0" tIns="13335" rIns="0" bIns="0" rtlCol="0">
            <a:spAutoFit/>
          </a:bodyPr>
          <a:lstStyle/>
          <a:p>
            <a:pPr marL="12700">
              <a:lnSpc>
                <a:spcPct val="100000"/>
              </a:lnSpc>
              <a:spcBef>
                <a:spcPts val="105"/>
              </a:spcBef>
            </a:pPr>
            <a:r>
              <a:rPr sz="1000" spc="5" dirty="0">
                <a:solidFill>
                  <a:srgbClr val="FFFFFF"/>
                </a:solidFill>
                <a:latin typeface="Calibri"/>
                <a:cs typeface="Calibri"/>
              </a:rPr>
              <a:t>10</a:t>
            </a:r>
            <a:endParaRPr sz="1000">
              <a:latin typeface="Calibri"/>
              <a:cs typeface="Calibri"/>
            </a:endParaRPr>
          </a:p>
        </p:txBody>
      </p:sp>
      <p:grpSp>
        <p:nvGrpSpPr>
          <p:cNvPr id="47" name="object 47"/>
          <p:cNvGrpSpPr/>
          <p:nvPr/>
        </p:nvGrpSpPr>
        <p:grpSpPr>
          <a:xfrm>
            <a:off x="7737157" y="1682305"/>
            <a:ext cx="747395" cy="370840"/>
            <a:chOff x="7737157" y="1682305"/>
            <a:chExt cx="747395" cy="370840"/>
          </a:xfrm>
        </p:grpSpPr>
        <p:sp>
          <p:nvSpPr>
            <p:cNvPr id="48" name="object 48"/>
            <p:cNvSpPr/>
            <p:nvPr/>
          </p:nvSpPr>
          <p:spPr>
            <a:xfrm>
              <a:off x="7741919" y="1687067"/>
              <a:ext cx="737870" cy="361315"/>
            </a:xfrm>
            <a:custGeom>
              <a:avLst/>
              <a:gdLst/>
              <a:ahLst/>
              <a:cxnLst/>
              <a:rect l="l" t="t" r="r" b="b"/>
              <a:pathLst>
                <a:path w="737870" h="361314">
                  <a:moveTo>
                    <a:pt x="737616" y="0"/>
                  </a:moveTo>
                  <a:lnTo>
                    <a:pt x="0" y="0"/>
                  </a:lnTo>
                  <a:lnTo>
                    <a:pt x="0" y="361188"/>
                  </a:lnTo>
                  <a:lnTo>
                    <a:pt x="737616" y="361188"/>
                  </a:lnTo>
                  <a:lnTo>
                    <a:pt x="737616" y="0"/>
                  </a:lnTo>
                  <a:close/>
                </a:path>
              </a:pathLst>
            </a:custGeom>
            <a:solidFill>
              <a:srgbClr val="095A82"/>
            </a:solidFill>
          </p:spPr>
          <p:txBody>
            <a:bodyPr wrap="square" lIns="0" tIns="0" rIns="0" bIns="0" rtlCol="0"/>
            <a:lstStyle/>
            <a:p>
              <a:endParaRPr/>
            </a:p>
          </p:txBody>
        </p:sp>
        <p:sp>
          <p:nvSpPr>
            <p:cNvPr id="49" name="object 49"/>
            <p:cNvSpPr/>
            <p:nvPr/>
          </p:nvSpPr>
          <p:spPr>
            <a:xfrm>
              <a:off x="7741919" y="1687067"/>
              <a:ext cx="737870" cy="361315"/>
            </a:xfrm>
            <a:custGeom>
              <a:avLst/>
              <a:gdLst/>
              <a:ahLst/>
              <a:cxnLst/>
              <a:rect l="l" t="t" r="r" b="b"/>
              <a:pathLst>
                <a:path w="737870" h="361314">
                  <a:moveTo>
                    <a:pt x="0" y="361188"/>
                  </a:moveTo>
                  <a:lnTo>
                    <a:pt x="737616" y="361188"/>
                  </a:lnTo>
                  <a:lnTo>
                    <a:pt x="737616" y="0"/>
                  </a:lnTo>
                  <a:lnTo>
                    <a:pt x="0" y="0"/>
                  </a:lnTo>
                  <a:lnTo>
                    <a:pt x="0" y="361188"/>
                  </a:lnTo>
                  <a:close/>
                </a:path>
              </a:pathLst>
            </a:custGeom>
            <a:ln w="9144">
              <a:solidFill>
                <a:srgbClr val="FFFFFF"/>
              </a:solidFill>
            </a:ln>
          </p:spPr>
          <p:txBody>
            <a:bodyPr wrap="square" lIns="0" tIns="0" rIns="0" bIns="0" rtlCol="0"/>
            <a:lstStyle/>
            <a:p>
              <a:endParaRPr/>
            </a:p>
          </p:txBody>
        </p:sp>
      </p:grpSp>
      <p:sp>
        <p:nvSpPr>
          <p:cNvPr id="50" name="object 50"/>
          <p:cNvSpPr txBox="1"/>
          <p:nvPr/>
        </p:nvSpPr>
        <p:spPr>
          <a:xfrm>
            <a:off x="8033131" y="1770633"/>
            <a:ext cx="156845" cy="179070"/>
          </a:xfrm>
          <a:prstGeom prst="rect">
            <a:avLst/>
          </a:prstGeom>
        </p:spPr>
        <p:txBody>
          <a:bodyPr vert="horz" wrap="square" lIns="0" tIns="13335" rIns="0" bIns="0" rtlCol="0">
            <a:spAutoFit/>
          </a:bodyPr>
          <a:lstStyle/>
          <a:p>
            <a:pPr marL="12700">
              <a:lnSpc>
                <a:spcPct val="100000"/>
              </a:lnSpc>
              <a:spcBef>
                <a:spcPts val="105"/>
              </a:spcBef>
            </a:pPr>
            <a:r>
              <a:rPr sz="1000" spc="5" dirty="0">
                <a:solidFill>
                  <a:srgbClr val="FFFFFF"/>
                </a:solidFill>
                <a:latin typeface="Calibri"/>
                <a:cs typeface="Calibri"/>
              </a:rPr>
              <a:t>11</a:t>
            </a:r>
            <a:endParaRPr sz="1000">
              <a:latin typeface="Calibri"/>
              <a:cs typeface="Calibri"/>
            </a:endParaRPr>
          </a:p>
        </p:txBody>
      </p:sp>
      <p:sp>
        <p:nvSpPr>
          <p:cNvPr id="51" name="object 51"/>
          <p:cNvSpPr txBox="1"/>
          <p:nvPr/>
        </p:nvSpPr>
        <p:spPr>
          <a:xfrm>
            <a:off x="615492" y="3174238"/>
            <a:ext cx="4155440" cy="940435"/>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spc="-5" dirty="0">
                <a:solidFill>
                  <a:srgbClr val="006FC0"/>
                </a:solidFill>
                <a:latin typeface="Calibri"/>
                <a:cs typeface="Calibri"/>
              </a:rPr>
              <a:t>Logical </a:t>
            </a:r>
            <a:r>
              <a:rPr sz="1200" spc="-10" dirty="0">
                <a:solidFill>
                  <a:srgbClr val="006FC0"/>
                </a:solidFill>
                <a:latin typeface="Calibri"/>
                <a:cs typeface="Calibri"/>
              </a:rPr>
              <a:t>records</a:t>
            </a:r>
            <a:r>
              <a:rPr sz="1200" spc="-15" dirty="0">
                <a:solidFill>
                  <a:srgbClr val="006FC0"/>
                </a:solidFill>
                <a:latin typeface="Calibri"/>
                <a:cs typeface="Calibri"/>
              </a:rPr>
              <a:t> </a:t>
            </a:r>
            <a:r>
              <a:rPr sz="1200" dirty="0">
                <a:solidFill>
                  <a:srgbClr val="006FC0"/>
                </a:solidFill>
                <a:latin typeface="Calibri"/>
                <a:cs typeface="Calibri"/>
              </a:rPr>
              <a:t>do</a:t>
            </a:r>
            <a:r>
              <a:rPr sz="1200" spc="-10" dirty="0">
                <a:solidFill>
                  <a:srgbClr val="006FC0"/>
                </a:solidFill>
                <a:latin typeface="Calibri"/>
                <a:cs typeface="Calibri"/>
              </a:rPr>
              <a:t> </a:t>
            </a:r>
            <a:r>
              <a:rPr sz="1200" spc="-5" dirty="0">
                <a:solidFill>
                  <a:srgbClr val="006FC0"/>
                </a:solidFill>
                <a:latin typeface="Calibri"/>
                <a:cs typeface="Calibri"/>
              </a:rPr>
              <a:t>not</a:t>
            </a:r>
            <a:r>
              <a:rPr sz="1200" spc="-20" dirty="0">
                <a:solidFill>
                  <a:srgbClr val="006FC0"/>
                </a:solidFill>
                <a:latin typeface="Calibri"/>
                <a:cs typeface="Calibri"/>
              </a:rPr>
              <a:t> </a:t>
            </a:r>
            <a:r>
              <a:rPr sz="1200" dirty="0">
                <a:solidFill>
                  <a:srgbClr val="006FC0"/>
                </a:solidFill>
                <a:latin typeface="Calibri"/>
                <a:cs typeface="Calibri"/>
              </a:rPr>
              <a:t>fit</a:t>
            </a:r>
            <a:r>
              <a:rPr sz="1200" spc="-5" dirty="0">
                <a:solidFill>
                  <a:srgbClr val="006FC0"/>
                </a:solidFill>
                <a:latin typeface="Calibri"/>
                <a:cs typeface="Calibri"/>
              </a:rPr>
              <a:t> neatly</a:t>
            </a:r>
            <a:r>
              <a:rPr sz="1200" spc="-30" dirty="0">
                <a:solidFill>
                  <a:srgbClr val="006FC0"/>
                </a:solidFill>
                <a:latin typeface="Calibri"/>
                <a:cs typeface="Calibri"/>
              </a:rPr>
              <a:t> </a:t>
            </a:r>
            <a:r>
              <a:rPr sz="1200" spc="-5" dirty="0">
                <a:solidFill>
                  <a:srgbClr val="006FC0"/>
                </a:solidFill>
                <a:latin typeface="Calibri"/>
                <a:cs typeface="Calibri"/>
              </a:rPr>
              <a:t>into</a:t>
            </a:r>
            <a:r>
              <a:rPr sz="1200" spc="-25" dirty="0">
                <a:solidFill>
                  <a:srgbClr val="006FC0"/>
                </a:solidFill>
                <a:latin typeface="Calibri"/>
                <a:cs typeface="Calibri"/>
              </a:rPr>
              <a:t> </a:t>
            </a:r>
            <a:r>
              <a:rPr sz="1200" dirty="0">
                <a:solidFill>
                  <a:srgbClr val="006FC0"/>
                </a:solidFill>
                <a:latin typeface="Calibri"/>
                <a:cs typeface="Calibri"/>
              </a:rPr>
              <a:t>the</a:t>
            </a:r>
            <a:r>
              <a:rPr sz="1200" spc="-10" dirty="0">
                <a:solidFill>
                  <a:srgbClr val="006FC0"/>
                </a:solidFill>
                <a:latin typeface="Calibri"/>
                <a:cs typeface="Calibri"/>
              </a:rPr>
              <a:t> </a:t>
            </a:r>
            <a:r>
              <a:rPr sz="1200" spc="-5" dirty="0">
                <a:solidFill>
                  <a:srgbClr val="006FC0"/>
                </a:solidFill>
                <a:latin typeface="Calibri"/>
                <a:cs typeface="Calibri"/>
              </a:rPr>
              <a:t>HDFS</a:t>
            </a:r>
            <a:r>
              <a:rPr sz="1200" spc="-10" dirty="0">
                <a:solidFill>
                  <a:srgbClr val="006FC0"/>
                </a:solidFill>
                <a:latin typeface="Calibri"/>
                <a:cs typeface="Calibri"/>
              </a:rPr>
              <a:t> </a:t>
            </a:r>
            <a:r>
              <a:rPr sz="1200" spc="-5" dirty="0">
                <a:solidFill>
                  <a:srgbClr val="006FC0"/>
                </a:solidFill>
                <a:latin typeface="Calibri"/>
                <a:cs typeface="Calibri"/>
              </a:rPr>
              <a:t>blocks.</a:t>
            </a:r>
            <a:endParaRPr sz="1200">
              <a:latin typeface="Calibri"/>
              <a:cs typeface="Calibri"/>
            </a:endParaRPr>
          </a:p>
          <a:p>
            <a:pPr>
              <a:lnSpc>
                <a:spcPct val="100000"/>
              </a:lnSpc>
              <a:spcBef>
                <a:spcPts val="35"/>
              </a:spcBef>
              <a:buClr>
                <a:srgbClr val="006FC0"/>
              </a:buClr>
              <a:buFont typeface="Wingdings"/>
              <a:buChar char=""/>
            </a:pPr>
            <a:endParaRPr sz="1150">
              <a:latin typeface="Calibri"/>
              <a:cs typeface="Calibri"/>
            </a:endParaRPr>
          </a:p>
          <a:p>
            <a:pPr marL="299085" indent="-287020">
              <a:lnSpc>
                <a:spcPct val="100000"/>
              </a:lnSpc>
              <a:spcBef>
                <a:spcPts val="5"/>
              </a:spcBef>
              <a:buFont typeface="Wingdings"/>
              <a:buChar char=""/>
              <a:tabLst>
                <a:tab pos="299085" algn="l"/>
                <a:tab pos="299720" algn="l"/>
              </a:tabLst>
            </a:pPr>
            <a:r>
              <a:rPr sz="1200" spc="-5" dirty="0">
                <a:solidFill>
                  <a:srgbClr val="006FC0"/>
                </a:solidFill>
                <a:latin typeface="Calibri"/>
                <a:cs typeface="Calibri"/>
              </a:rPr>
              <a:t>Logical </a:t>
            </a:r>
            <a:r>
              <a:rPr sz="1200" spc="-10" dirty="0">
                <a:solidFill>
                  <a:srgbClr val="006FC0"/>
                </a:solidFill>
                <a:latin typeface="Calibri"/>
                <a:cs typeface="Calibri"/>
              </a:rPr>
              <a:t>records </a:t>
            </a:r>
            <a:r>
              <a:rPr sz="1200" spc="-5" dirty="0">
                <a:solidFill>
                  <a:srgbClr val="006FC0"/>
                </a:solidFill>
                <a:latin typeface="Calibri"/>
                <a:cs typeface="Calibri"/>
              </a:rPr>
              <a:t>are </a:t>
            </a:r>
            <a:r>
              <a:rPr sz="1200" dirty="0">
                <a:solidFill>
                  <a:srgbClr val="006FC0"/>
                </a:solidFill>
                <a:latin typeface="Calibri"/>
                <a:cs typeface="Calibri"/>
              </a:rPr>
              <a:t>lines</a:t>
            </a:r>
            <a:r>
              <a:rPr sz="1200" spc="-5" dirty="0">
                <a:solidFill>
                  <a:srgbClr val="006FC0"/>
                </a:solidFill>
                <a:latin typeface="Calibri"/>
                <a:cs typeface="Calibri"/>
              </a:rPr>
              <a:t> that</a:t>
            </a:r>
            <a:r>
              <a:rPr sz="1200" spc="-15" dirty="0">
                <a:solidFill>
                  <a:srgbClr val="006FC0"/>
                </a:solidFill>
                <a:latin typeface="Calibri"/>
                <a:cs typeface="Calibri"/>
              </a:rPr>
              <a:t> </a:t>
            </a:r>
            <a:r>
              <a:rPr sz="1200" spc="-10" dirty="0">
                <a:solidFill>
                  <a:srgbClr val="006FC0"/>
                </a:solidFill>
                <a:latin typeface="Calibri"/>
                <a:cs typeface="Calibri"/>
              </a:rPr>
              <a:t>cross</a:t>
            </a:r>
            <a:r>
              <a:rPr sz="1200" spc="10" dirty="0">
                <a:solidFill>
                  <a:srgbClr val="006FC0"/>
                </a:solidFill>
                <a:latin typeface="Calibri"/>
                <a:cs typeface="Calibri"/>
              </a:rPr>
              <a:t> </a:t>
            </a:r>
            <a:r>
              <a:rPr sz="1200" dirty="0">
                <a:solidFill>
                  <a:srgbClr val="006FC0"/>
                </a:solidFill>
                <a:latin typeface="Calibri"/>
                <a:cs typeface="Calibri"/>
              </a:rPr>
              <a:t>the</a:t>
            </a:r>
            <a:r>
              <a:rPr sz="1200" spc="-5" dirty="0">
                <a:solidFill>
                  <a:srgbClr val="006FC0"/>
                </a:solidFill>
                <a:latin typeface="Calibri"/>
                <a:cs typeface="Calibri"/>
              </a:rPr>
              <a:t> boundary</a:t>
            </a:r>
            <a:r>
              <a:rPr sz="1200" spc="-35" dirty="0">
                <a:solidFill>
                  <a:srgbClr val="006FC0"/>
                </a:solidFill>
                <a:latin typeface="Calibri"/>
                <a:cs typeface="Calibri"/>
              </a:rPr>
              <a:t> </a:t>
            </a:r>
            <a:r>
              <a:rPr sz="1200" spc="-5" dirty="0">
                <a:solidFill>
                  <a:srgbClr val="006FC0"/>
                </a:solidFill>
                <a:latin typeface="Calibri"/>
                <a:cs typeface="Calibri"/>
              </a:rPr>
              <a:t>of</a:t>
            </a:r>
            <a:r>
              <a:rPr sz="1200" dirty="0">
                <a:solidFill>
                  <a:srgbClr val="006FC0"/>
                </a:solidFill>
                <a:latin typeface="Calibri"/>
                <a:cs typeface="Calibri"/>
              </a:rPr>
              <a:t> the</a:t>
            </a:r>
            <a:r>
              <a:rPr sz="1200" spc="-20" dirty="0">
                <a:solidFill>
                  <a:srgbClr val="006FC0"/>
                </a:solidFill>
                <a:latin typeface="Calibri"/>
                <a:cs typeface="Calibri"/>
              </a:rPr>
              <a:t> </a:t>
            </a:r>
            <a:r>
              <a:rPr sz="1200" spc="-5" dirty="0">
                <a:solidFill>
                  <a:srgbClr val="006FC0"/>
                </a:solidFill>
                <a:latin typeface="Calibri"/>
                <a:cs typeface="Calibri"/>
              </a:rPr>
              <a:t>blocks.</a:t>
            </a:r>
            <a:endParaRPr sz="1200">
              <a:latin typeface="Calibri"/>
              <a:cs typeface="Calibri"/>
            </a:endParaRPr>
          </a:p>
          <a:p>
            <a:pPr>
              <a:lnSpc>
                <a:spcPct val="100000"/>
              </a:lnSpc>
              <a:spcBef>
                <a:spcPts val="35"/>
              </a:spcBef>
              <a:buClr>
                <a:srgbClr val="006FC0"/>
              </a:buClr>
              <a:buFont typeface="Wingdings"/>
              <a:buChar char=""/>
            </a:pPr>
            <a:endParaRPr sz="1150">
              <a:latin typeface="Calibri"/>
              <a:cs typeface="Calibri"/>
            </a:endParaRPr>
          </a:p>
          <a:p>
            <a:pPr marL="299085" indent="-287020">
              <a:lnSpc>
                <a:spcPct val="100000"/>
              </a:lnSpc>
              <a:buFont typeface="Wingdings"/>
              <a:buChar char=""/>
              <a:tabLst>
                <a:tab pos="299085" algn="l"/>
                <a:tab pos="299720" algn="l"/>
              </a:tabLst>
            </a:pPr>
            <a:r>
              <a:rPr sz="1200" spc="-10" dirty="0">
                <a:solidFill>
                  <a:srgbClr val="006FC0"/>
                </a:solidFill>
                <a:latin typeface="Calibri"/>
                <a:cs typeface="Calibri"/>
              </a:rPr>
              <a:t>First </a:t>
            </a:r>
            <a:r>
              <a:rPr sz="1200" spc="-5" dirty="0">
                <a:solidFill>
                  <a:srgbClr val="006FC0"/>
                </a:solidFill>
                <a:latin typeface="Calibri"/>
                <a:cs typeface="Calibri"/>
              </a:rPr>
              <a:t>split</a:t>
            </a:r>
            <a:r>
              <a:rPr sz="1200" spc="-10" dirty="0">
                <a:solidFill>
                  <a:srgbClr val="006FC0"/>
                </a:solidFill>
                <a:latin typeface="Calibri"/>
                <a:cs typeface="Calibri"/>
              </a:rPr>
              <a:t> </a:t>
            </a:r>
            <a:r>
              <a:rPr sz="1200" spc="-5" dirty="0">
                <a:solidFill>
                  <a:srgbClr val="006FC0"/>
                </a:solidFill>
                <a:latin typeface="Calibri"/>
                <a:cs typeface="Calibri"/>
              </a:rPr>
              <a:t>contains</a:t>
            </a:r>
            <a:r>
              <a:rPr sz="1200" spc="-15" dirty="0">
                <a:solidFill>
                  <a:srgbClr val="006FC0"/>
                </a:solidFill>
                <a:latin typeface="Calibri"/>
                <a:cs typeface="Calibri"/>
              </a:rPr>
              <a:t> </a:t>
            </a:r>
            <a:r>
              <a:rPr sz="1200" dirty="0">
                <a:solidFill>
                  <a:srgbClr val="006FC0"/>
                </a:solidFill>
                <a:latin typeface="Calibri"/>
                <a:cs typeface="Calibri"/>
              </a:rPr>
              <a:t>line</a:t>
            </a:r>
            <a:r>
              <a:rPr sz="1200" spc="-20" dirty="0">
                <a:solidFill>
                  <a:srgbClr val="006FC0"/>
                </a:solidFill>
                <a:latin typeface="Calibri"/>
                <a:cs typeface="Calibri"/>
              </a:rPr>
              <a:t> </a:t>
            </a:r>
            <a:r>
              <a:rPr sz="1200" dirty="0">
                <a:solidFill>
                  <a:srgbClr val="006FC0"/>
                </a:solidFill>
                <a:latin typeface="Calibri"/>
                <a:cs typeface="Calibri"/>
              </a:rPr>
              <a:t>5 although</a:t>
            </a:r>
            <a:r>
              <a:rPr sz="1200" spc="-35" dirty="0">
                <a:solidFill>
                  <a:srgbClr val="006FC0"/>
                </a:solidFill>
                <a:latin typeface="Calibri"/>
                <a:cs typeface="Calibri"/>
              </a:rPr>
              <a:t> </a:t>
            </a:r>
            <a:r>
              <a:rPr sz="1200" dirty="0">
                <a:solidFill>
                  <a:srgbClr val="006FC0"/>
                </a:solidFill>
                <a:latin typeface="Calibri"/>
                <a:cs typeface="Calibri"/>
              </a:rPr>
              <a:t>it</a:t>
            </a:r>
            <a:r>
              <a:rPr sz="1200" spc="-10" dirty="0">
                <a:solidFill>
                  <a:srgbClr val="006FC0"/>
                </a:solidFill>
                <a:latin typeface="Calibri"/>
                <a:cs typeface="Calibri"/>
              </a:rPr>
              <a:t> </a:t>
            </a:r>
            <a:r>
              <a:rPr sz="1200" dirty="0">
                <a:solidFill>
                  <a:srgbClr val="006FC0"/>
                </a:solidFill>
                <a:latin typeface="Calibri"/>
                <a:cs typeface="Calibri"/>
              </a:rPr>
              <a:t>spans</a:t>
            </a:r>
            <a:r>
              <a:rPr sz="1200" spc="-10" dirty="0">
                <a:solidFill>
                  <a:srgbClr val="006FC0"/>
                </a:solidFill>
                <a:latin typeface="Calibri"/>
                <a:cs typeface="Calibri"/>
              </a:rPr>
              <a:t> across</a:t>
            </a:r>
            <a:r>
              <a:rPr sz="1200" spc="20" dirty="0">
                <a:solidFill>
                  <a:srgbClr val="006FC0"/>
                </a:solidFill>
                <a:latin typeface="Calibri"/>
                <a:cs typeface="Calibri"/>
              </a:rPr>
              <a:t> </a:t>
            </a:r>
            <a:r>
              <a:rPr sz="1200" spc="-5" dirty="0">
                <a:solidFill>
                  <a:srgbClr val="006FC0"/>
                </a:solidFill>
                <a:latin typeface="Calibri"/>
                <a:cs typeface="Calibri"/>
              </a:rPr>
              <a:t>blocks.</a:t>
            </a:r>
            <a:endParaRPr sz="1200">
              <a:latin typeface="Calibri"/>
              <a:cs typeface="Calibri"/>
            </a:endParaRPr>
          </a:p>
        </p:txBody>
      </p:sp>
      <p:sp>
        <p:nvSpPr>
          <p:cNvPr id="52" name="object 52"/>
          <p:cNvSpPr txBox="1"/>
          <p:nvPr/>
        </p:nvSpPr>
        <p:spPr>
          <a:xfrm>
            <a:off x="307340" y="1589659"/>
            <a:ext cx="340995" cy="391160"/>
          </a:xfrm>
          <a:prstGeom prst="rect">
            <a:avLst/>
          </a:prstGeom>
        </p:spPr>
        <p:txBody>
          <a:bodyPr vert="horz" wrap="square" lIns="0" tIns="12700" rIns="0" bIns="0" rtlCol="0">
            <a:spAutoFit/>
          </a:bodyPr>
          <a:lstStyle/>
          <a:p>
            <a:pPr marL="12700" marR="5080" indent="48260">
              <a:lnSpc>
                <a:spcPct val="100000"/>
              </a:lnSpc>
              <a:spcBef>
                <a:spcPts val="100"/>
              </a:spcBef>
            </a:pPr>
            <a:r>
              <a:rPr sz="1200" spc="-5" dirty="0">
                <a:solidFill>
                  <a:srgbClr val="252525"/>
                </a:solidFill>
                <a:latin typeface="Calibri"/>
                <a:cs typeface="Calibri"/>
              </a:rPr>
              <a:t>File </a:t>
            </a:r>
            <a:r>
              <a:rPr sz="1200" dirty="0">
                <a:solidFill>
                  <a:srgbClr val="252525"/>
                </a:solidFill>
                <a:latin typeface="Calibri"/>
                <a:cs typeface="Calibri"/>
              </a:rPr>
              <a:t> </a:t>
            </a:r>
            <a:r>
              <a:rPr sz="1200" spc="-5" dirty="0">
                <a:solidFill>
                  <a:srgbClr val="252525"/>
                </a:solidFill>
                <a:latin typeface="Calibri"/>
                <a:cs typeface="Calibri"/>
              </a:rPr>
              <a:t>Li</a:t>
            </a:r>
            <a:r>
              <a:rPr sz="1200" dirty="0">
                <a:solidFill>
                  <a:srgbClr val="252525"/>
                </a:solidFill>
                <a:latin typeface="Calibri"/>
                <a:cs typeface="Calibri"/>
              </a:rPr>
              <a:t>nes</a:t>
            </a:r>
            <a:endParaRPr sz="1200">
              <a:latin typeface="Calibri"/>
              <a:cs typeface="Calibri"/>
            </a:endParaRPr>
          </a:p>
        </p:txBody>
      </p:sp>
      <p:sp>
        <p:nvSpPr>
          <p:cNvPr id="53" name="object 53"/>
          <p:cNvSpPr txBox="1"/>
          <p:nvPr/>
        </p:nvSpPr>
        <p:spPr>
          <a:xfrm>
            <a:off x="547217" y="2432380"/>
            <a:ext cx="625475" cy="392430"/>
          </a:xfrm>
          <a:prstGeom prst="rect">
            <a:avLst/>
          </a:prstGeom>
        </p:spPr>
        <p:txBody>
          <a:bodyPr vert="horz" wrap="square" lIns="0" tIns="12700" rIns="0" bIns="0" rtlCol="0">
            <a:spAutoFit/>
          </a:bodyPr>
          <a:lstStyle/>
          <a:p>
            <a:pPr algn="ctr">
              <a:lnSpc>
                <a:spcPct val="100000"/>
              </a:lnSpc>
              <a:spcBef>
                <a:spcPts val="100"/>
              </a:spcBef>
            </a:pPr>
            <a:r>
              <a:rPr sz="1200" spc="-5" dirty="0">
                <a:solidFill>
                  <a:srgbClr val="252525"/>
                </a:solidFill>
                <a:latin typeface="Calibri"/>
                <a:cs typeface="Calibri"/>
              </a:rPr>
              <a:t>Block</a:t>
            </a:r>
            <a:endParaRPr sz="1200">
              <a:latin typeface="Calibri"/>
              <a:cs typeface="Calibri"/>
            </a:endParaRPr>
          </a:p>
          <a:p>
            <a:pPr algn="ctr">
              <a:lnSpc>
                <a:spcPct val="100000"/>
              </a:lnSpc>
              <a:spcBef>
                <a:spcPts val="5"/>
              </a:spcBef>
            </a:pPr>
            <a:r>
              <a:rPr sz="1200" spc="-5" dirty="0">
                <a:solidFill>
                  <a:srgbClr val="252525"/>
                </a:solidFill>
                <a:latin typeface="Calibri"/>
                <a:cs typeface="Calibri"/>
              </a:rPr>
              <a:t>Boundary</a:t>
            </a:r>
            <a:endParaRPr sz="1200">
              <a:latin typeface="Calibri"/>
              <a:cs typeface="Calibri"/>
            </a:endParaRPr>
          </a:p>
        </p:txBody>
      </p:sp>
      <p:sp>
        <p:nvSpPr>
          <p:cNvPr id="54" name="object 54"/>
          <p:cNvSpPr txBox="1"/>
          <p:nvPr/>
        </p:nvSpPr>
        <p:spPr>
          <a:xfrm>
            <a:off x="3433317" y="2443988"/>
            <a:ext cx="625475" cy="391160"/>
          </a:xfrm>
          <a:prstGeom prst="rect">
            <a:avLst/>
          </a:prstGeom>
        </p:spPr>
        <p:txBody>
          <a:bodyPr vert="horz" wrap="square" lIns="0" tIns="12700" rIns="0" bIns="0" rtlCol="0">
            <a:spAutoFit/>
          </a:bodyPr>
          <a:lstStyle/>
          <a:p>
            <a:pPr marL="12700" marR="5080" indent="133985">
              <a:lnSpc>
                <a:spcPct val="100000"/>
              </a:lnSpc>
              <a:spcBef>
                <a:spcPts val="100"/>
              </a:spcBef>
            </a:pPr>
            <a:r>
              <a:rPr sz="1200" spc="-5" dirty="0">
                <a:solidFill>
                  <a:srgbClr val="252525"/>
                </a:solidFill>
                <a:latin typeface="Calibri"/>
                <a:cs typeface="Calibri"/>
              </a:rPr>
              <a:t>Block </a:t>
            </a:r>
            <a:r>
              <a:rPr sz="1200" dirty="0">
                <a:solidFill>
                  <a:srgbClr val="252525"/>
                </a:solidFill>
                <a:latin typeface="Calibri"/>
                <a:cs typeface="Calibri"/>
              </a:rPr>
              <a:t> </a:t>
            </a:r>
            <a:r>
              <a:rPr sz="1200" spc="-5" dirty="0">
                <a:solidFill>
                  <a:srgbClr val="252525"/>
                </a:solidFill>
                <a:latin typeface="Calibri"/>
                <a:cs typeface="Calibri"/>
              </a:rPr>
              <a:t>Bo</a:t>
            </a:r>
            <a:r>
              <a:rPr sz="1200" spc="5" dirty="0">
                <a:solidFill>
                  <a:srgbClr val="252525"/>
                </a:solidFill>
                <a:latin typeface="Calibri"/>
                <a:cs typeface="Calibri"/>
              </a:rPr>
              <a:t>u</a:t>
            </a:r>
            <a:r>
              <a:rPr sz="1200" dirty="0">
                <a:solidFill>
                  <a:srgbClr val="252525"/>
                </a:solidFill>
                <a:latin typeface="Calibri"/>
                <a:cs typeface="Calibri"/>
              </a:rPr>
              <a:t>ndary</a:t>
            </a:r>
            <a:endParaRPr sz="1200">
              <a:latin typeface="Calibri"/>
              <a:cs typeface="Calibri"/>
            </a:endParaRPr>
          </a:p>
        </p:txBody>
      </p:sp>
      <p:sp>
        <p:nvSpPr>
          <p:cNvPr id="55" name="object 55"/>
          <p:cNvSpPr txBox="1"/>
          <p:nvPr/>
        </p:nvSpPr>
        <p:spPr>
          <a:xfrm>
            <a:off x="6477761" y="2443988"/>
            <a:ext cx="625475" cy="391160"/>
          </a:xfrm>
          <a:prstGeom prst="rect">
            <a:avLst/>
          </a:prstGeom>
        </p:spPr>
        <p:txBody>
          <a:bodyPr vert="horz" wrap="square" lIns="0" tIns="12700" rIns="0" bIns="0" rtlCol="0">
            <a:spAutoFit/>
          </a:bodyPr>
          <a:lstStyle/>
          <a:p>
            <a:pPr marL="12700" marR="5080" indent="133985">
              <a:lnSpc>
                <a:spcPct val="100000"/>
              </a:lnSpc>
              <a:spcBef>
                <a:spcPts val="100"/>
              </a:spcBef>
            </a:pPr>
            <a:r>
              <a:rPr sz="1200" spc="-5" dirty="0">
                <a:solidFill>
                  <a:srgbClr val="252525"/>
                </a:solidFill>
                <a:latin typeface="Calibri"/>
                <a:cs typeface="Calibri"/>
              </a:rPr>
              <a:t>Block </a:t>
            </a:r>
            <a:r>
              <a:rPr sz="1200" dirty="0">
                <a:solidFill>
                  <a:srgbClr val="252525"/>
                </a:solidFill>
                <a:latin typeface="Calibri"/>
                <a:cs typeface="Calibri"/>
              </a:rPr>
              <a:t> </a:t>
            </a:r>
            <a:r>
              <a:rPr sz="1200" spc="-5" dirty="0">
                <a:solidFill>
                  <a:srgbClr val="252525"/>
                </a:solidFill>
                <a:latin typeface="Calibri"/>
                <a:cs typeface="Calibri"/>
              </a:rPr>
              <a:t>Bo</a:t>
            </a:r>
            <a:r>
              <a:rPr sz="1200" spc="5" dirty="0">
                <a:solidFill>
                  <a:srgbClr val="252525"/>
                </a:solidFill>
                <a:latin typeface="Calibri"/>
                <a:cs typeface="Calibri"/>
              </a:rPr>
              <a:t>u</a:t>
            </a:r>
            <a:r>
              <a:rPr sz="1200" dirty="0">
                <a:solidFill>
                  <a:srgbClr val="252525"/>
                </a:solidFill>
                <a:latin typeface="Calibri"/>
                <a:cs typeface="Calibri"/>
              </a:rPr>
              <a:t>ndary</a:t>
            </a:r>
            <a:endParaRPr sz="1200">
              <a:latin typeface="Calibri"/>
              <a:cs typeface="Calibri"/>
            </a:endParaRPr>
          </a:p>
        </p:txBody>
      </p:sp>
      <p:sp>
        <p:nvSpPr>
          <p:cNvPr id="56" name="object 56"/>
          <p:cNvSpPr txBox="1"/>
          <p:nvPr/>
        </p:nvSpPr>
        <p:spPr>
          <a:xfrm>
            <a:off x="8167496" y="2432380"/>
            <a:ext cx="625475" cy="392430"/>
          </a:xfrm>
          <a:prstGeom prst="rect">
            <a:avLst/>
          </a:prstGeom>
        </p:spPr>
        <p:txBody>
          <a:bodyPr vert="horz" wrap="square" lIns="0" tIns="12700" rIns="0" bIns="0" rtlCol="0">
            <a:spAutoFit/>
          </a:bodyPr>
          <a:lstStyle/>
          <a:p>
            <a:pPr algn="ctr">
              <a:lnSpc>
                <a:spcPct val="100000"/>
              </a:lnSpc>
              <a:spcBef>
                <a:spcPts val="100"/>
              </a:spcBef>
            </a:pPr>
            <a:r>
              <a:rPr sz="1200" spc="-5" dirty="0">
                <a:solidFill>
                  <a:srgbClr val="252525"/>
                </a:solidFill>
                <a:latin typeface="Calibri"/>
                <a:cs typeface="Calibri"/>
              </a:rPr>
              <a:t>Block</a:t>
            </a:r>
            <a:endParaRPr sz="1200">
              <a:latin typeface="Calibri"/>
              <a:cs typeface="Calibri"/>
            </a:endParaRPr>
          </a:p>
          <a:p>
            <a:pPr algn="ctr">
              <a:lnSpc>
                <a:spcPct val="100000"/>
              </a:lnSpc>
              <a:spcBef>
                <a:spcPts val="5"/>
              </a:spcBef>
            </a:pPr>
            <a:r>
              <a:rPr sz="1200" spc="-5" dirty="0">
                <a:solidFill>
                  <a:srgbClr val="252525"/>
                </a:solidFill>
                <a:latin typeface="Calibri"/>
                <a:cs typeface="Calibri"/>
              </a:rPr>
              <a:t>Boundary</a:t>
            </a:r>
            <a:endParaRPr sz="1200">
              <a:latin typeface="Calibri"/>
              <a:cs typeface="Calibri"/>
            </a:endParaRPr>
          </a:p>
        </p:txBody>
      </p:sp>
      <p:sp>
        <p:nvSpPr>
          <p:cNvPr id="57" name="object 57"/>
          <p:cNvSpPr/>
          <p:nvPr/>
        </p:nvSpPr>
        <p:spPr>
          <a:xfrm>
            <a:off x="846582" y="1329689"/>
            <a:ext cx="7620000" cy="1079500"/>
          </a:xfrm>
          <a:custGeom>
            <a:avLst/>
            <a:gdLst/>
            <a:ahLst/>
            <a:cxnLst/>
            <a:rect l="l" t="t" r="r" b="b"/>
            <a:pathLst>
              <a:path w="7620000" h="1079500">
                <a:moveTo>
                  <a:pt x="0" y="0"/>
                </a:moveTo>
                <a:lnTo>
                  <a:pt x="0" y="1079500"/>
                </a:lnTo>
              </a:path>
              <a:path w="7620000" h="1079500">
                <a:moveTo>
                  <a:pt x="7620000" y="0"/>
                </a:moveTo>
                <a:lnTo>
                  <a:pt x="7620000" y="1079500"/>
                </a:lnTo>
              </a:path>
            </a:pathLst>
          </a:custGeom>
          <a:ln w="38100">
            <a:solidFill>
              <a:srgbClr val="77913A"/>
            </a:solidFill>
            <a:prstDash val="lgDash"/>
          </a:ln>
        </p:spPr>
        <p:txBody>
          <a:bodyPr wrap="square" lIns="0" tIns="0" rIns="0" bIns="0" rtlCol="0"/>
          <a:lstStyle/>
          <a:p>
            <a:endParaRPr/>
          </a:p>
        </p:txBody>
      </p:sp>
      <p:sp>
        <p:nvSpPr>
          <p:cNvPr id="58" name="object 58"/>
          <p:cNvSpPr txBox="1"/>
          <p:nvPr/>
        </p:nvSpPr>
        <p:spPr>
          <a:xfrm>
            <a:off x="2013330" y="1368933"/>
            <a:ext cx="29781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252525"/>
                </a:solidFill>
                <a:latin typeface="Calibri"/>
                <a:cs typeface="Calibri"/>
              </a:rPr>
              <a:t>S</a:t>
            </a:r>
            <a:r>
              <a:rPr sz="1200" spc="5" dirty="0">
                <a:solidFill>
                  <a:srgbClr val="252525"/>
                </a:solidFill>
                <a:latin typeface="Calibri"/>
                <a:cs typeface="Calibri"/>
              </a:rPr>
              <a:t>p</a:t>
            </a:r>
            <a:r>
              <a:rPr sz="1200" dirty="0">
                <a:solidFill>
                  <a:srgbClr val="252525"/>
                </a:solidFill>
                <a:latin typeface="Calibri"/>
                <a:cs typeface="Calibri"/>
              </a:rPr>
              <a:t>lit</a:t>
            </a:r>
            <a:endParaRPr sz="1200">
              <a:latin typeface="Calibri"/>
              <a:cs typeface="Calibri"/>
            </a:endParaRPr>
          </a:p>
        </p:txBody>
      </p:sp>
      <p:sp>
        <p:nvSpPr>
          <p:cNvPr id="62" name="object 62"/>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59" name="object 59"/>
          <p:cNvSpPr txBox="1"/>
          <p:nvPr/>
        </p:nvSpPr>
        <p:spPr>
          <a:xfrm>
            <a:off x="5356352" y="1368933"/>
            <a:ext cx="29781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252525"/>
                </a:solidFill>
                <a:latin typeface="Calibri"/>
                <a:cs typeface="Calibri"/>
              </a:rPr>
              <a:t>S</a:t>
            </a:r>
            <a:r>
              <a:rPr sz="1200" spc="5" dirty="0">
                <a:solidFill>
                  <a:srgbClr val="252525"/>
                </a:solidFill>
                <a:latin typeface="Calibri"/>
                <a:cs typeface="Calibri"/>
              </a:rPr>
              <a:t>p</a:t>
            </a:r>
            <a:r>
              <a:rPr sz="1200" dirty="0">
                <a:solidFill>
                  <a:srgbClr val="252525"/>
                </a:solidFill>
                <a:latin typeface="Calibri"/>
                <a:cs typeface="Calibri"/>
              </a:rPr>
              <a:t>lit</a:t>
            </a:r>
            <a:endParaRPr sz="1200">
              <a:latin typeface="Calibri"/>
              <a:cs typeface="Calibri"/>
            </a:endParaRPr>
          </a:p>
        </p:txBody>
      </p:sp>
      <p:sp>
        <p:nvSpPr>
          <p:cNvPr id="60" name="object 60"/>
          <p:cNvSpPr txBox="1"/>
          <p:nvPr/>
        </p:nvSpPr>
        <p:spPr>
          <a:xfrm>
            <a:off x="7594218" y="1368933"/>
            <a:ext cx="29781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252525"/>
                </a:solidFill>
                <a:latin typeface="Calibri"/>
                <a:cs typeface="Calibri"/>
              </a:rPr>
              <a:t>S</a:t>
            </a:r>
            <a:r>
              <a:rPr sz="1200" spc="5" dirty="0">
                <a:solidFill>
                  <a:srgbClr val="252525"/>
                </a:solidFill>
                <a:latin typeface="Calibri"/>
                <a:cs typeface="Calibri"/>
              </a:rPr>
              <a:t>p</a:t>
            </a:r>
            <a:r>
              <a:rPr sz="1200" dirty="0">
                <a:solidFill>
                  <a:srgbClr val="252525"/>
                </a:solidFill>
                <a:latin typeface="Calibri"/>
                <a:cs typeface="Calibri"/>
              </a:rPr>
              <a:t>lit</a:t>
            </a:r>
            <a:endParaRPr sz="1200">
              <a:latin typeface="Calibri"/>
              <a:cs typeface="Calibri"/>
            </a:endParaRPr>
          </a:p>
        </p:txBody>
      </p:sp>
      <p:sp>
        <p:nvSpPr>
          <p:cNvPr id="61" name="object 61"/>
          <p:cNvSpPr txBox="1">
            <a:spLocks noGrp="1"/>
          </p:cNvSpPr>
          <p:nvPr>
            <p:ph type="title"/>
          </p:nvPr>
        </p:nvSpPr>
        <p:spPr>
          <a:xfrm>
            <a:off x="471017" y="324053"/>
            <a:ext cx="6932295"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Relation</a:t>
            </a:r>
            <a:r>
              <a:rPr spc="35" dirty="0">
                <a:solidFill>
                  <a:srgbClr val="095A82"/>
                </a:solidFill>
              </a:rPr>
              <a:t> </a:t>
            </a:r>
            <a:r>
              <a:rPr spc="-5" dirty="0">
                <a:solidFill>
                  <a:srgbClr val="095A82"/>
                </a:solidFill>
              </a:rPr>
              <a:t>Between</a:t>
            </a:r>
            <a:r>
              <a:rPr spc="15" dirty="0">
                <a:solidFill>
                  <a:srgbClr val="095A82"/>
                </a:solidFill>
              </a:rPr>
              <a:t> </a:t>
            </a:r>
            <a:r>
              <a:rPr spc="-5" dirty="0">
                <a:solidFill>
                  <a:srgbClr val="095A82"/>
                </a:solidFill>
              </a:rPr>
              <a:t>Input</a:t>
            </a:r>
            <a:r>
              <a:rPr spc="15" dirty="0">
                <a:solidFill>
                  <a:srgbClr val="095A82"/>
                </a:solidFill>
              </a:rPr>
              <a:t> </a:t>
            </a:r>
            <a:r>
              <a:rPr spc="-5" dirty="0">
                <a:solidFill>
                  <a:srgbClr val="095A82"/>
                </a:solidFill>
              </a:rPr>
              <a:t>Splits</a:t>
            </a:r>
            <a:r>
              <a:rPr spc="10" dirty="0">
                <a:solidFill>
                  <a:srgbClr val="095A82"/>
                </a:solidFill>
              </a:rPr>
              <a:t> </a:t>
            </a:r>
            <a:r>
              <a:rPr spc="-5" dirty="0">
                <a:solidFill>
                  <a:srgbClr val="095A82"/>
                </a:solidFill>
              </a:rPr>
              <a:t>and</a:t>
            </a:r>
            <a:r>
              <a:rPr dirty="0">
                <a:solidFill>
                  <a:srgbClr val="095A82"/>
                </a:solidFill>
              </a:rPr>
              <a:t> </a:t>
            </a:r>
            <a:r>
              <a:rPr spc="-5" dirty="0">
                <a:solidFill>
                  <a:srgbClr val="095A82"/>
                </a:solidFill>
              </a:rPr>
              <a:t>HDFS</a:t>
            </a:r>
            <a:r>
              <a:rPr spc="20" dirty="0">
                <a:solidFill>
                  <a:srgbClr val="095A82"/>
                </a:solidFill>
              </a:rPr>
              <a:t> </a:t>
            </a:r>
            <a:r>
              <a:rPr spc="-5" dirty="0">
                <a:solidFill>
                  <a:srgbClr val="095A82"/>
                </a:solidFill>
              </a:rPr>
              <a:t>Blocks</a:t>
            </a:r>
          </a:p>
        </p:txBody>
      </p:sp>
      <p:sp>
        <p:nvSpPr>
          <p:cNvPr id="63" name="object 3">
            <a:extLst>
              <a:ext uri="{FF2B5EF4-FFF2-40B4-BE49-F238E27FC236}">
                <a16:creationId xmlns:a16="http://schemas.microsoft.com/office/drawing/2014/main" id="{D13ECD0B-A6A0-1ED2-DF3E-30D990C024BA}"/>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4" name="Rectangle 63">
            <a:extLst>
              <a:ext uri="{FF2B5EF4-FFF2-40B4-BE49-F238E27FC236}">
                <a16:creationId xmlns:a16="http://schemas.microsoft.com/office/drawing/2014/main" id="{A6905F04-71EB-3AD0-D020-66FD709A2AE2}"/>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6069596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Data Flow</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4" name="TextBox 3">
            <a:extLst>
              <a:ext uri="{FF2B5EF4-FFF2-40B4-BE49-F238E27FC236}">
                <a16:creationId xmlns:a16="http://schemas.microsoft.com/office/drawing/2014/main" id="{5E34DCD7-F4C4-E5D4-E828-74F9F6D0E6F7}"/>
              </a:ext>
            </a:extLst>
          </p:cNvPr>
          <p:cNvSpPr txBox="1"/>
          <p:nvPr/>
        </p:nvSpPr>
        <p:spPr>
          <a:xfrm>
            <a:off x="467105" y="1013913"/>
            <a:ext cx="8519550" cy="3477875"/>
          </a:xfrm>
          <a:prstGeom prst="rect">
            <a:avLst/>
          </a:prstGeom>
          <a:noFill/>
        </p:spPr>
        <p:txBody>
          <a:bodyPr wrap="square">
            <a:spAutoFit/>
          </a:bodyPr>
          <a:lstStyle/>
          <a:p>
            <a:pPr marL="285750" indent="-285750" algn="l">
              <a:buFont typeface="Arial" panose="020B0604020202020204" pitchFamily="34" charset="0"/>
              <a:buChar char="•"/>
            </a:pPr>
            <a:r>
              <a:rPr lang="en-US" sz="2000" b="0" i="0" u="none" strike="noStrike" baseline="0" dirty="0">
                <a:latin typeface="MinionPro-Regular"/>
              </a:rPr>
              <a:t>Having many splits means the time taken to process each split is small compared to the time to process the whole input. </a:t>
            </a:r>
          </a:p>
          <a:p>
            <a:pPr marL="285750" indent="-285750" algn="l">
              <a:buFont typeface="Arial" panose="020B0604020202020204" pitchFamily="34" charset="0"/>
              <a:buChar char="•"/>
            </a:pPr>
            <a:r>
              <a:rPr lang="en-US" sz="2000" b="0" i="0" u="none" strike="noStrike" baseline="0" dirty="0">
                <a:latin typeface="MinionPro-Regular"/>
              </a:rPr>
              <a:t>So, if we are processing the splits in parallel, the processing is better load balanced when the splits are small, since a faster machine will be able to process proportionally more splits over the course of the job than a slower machine. </a:t>
            </a:r>
          </a:p>
          <a:p>
            <a:pPr marL="285750" indent="-285750" algn="l">
              <a:buFont typeface="Arial" panose="020B0604020202020204" pitchFamily="34" charset="0"/>
              <a:buChar char="•"/>
            </a:pPr>
            <a:r>
              <a:rPr lang="en-US" sz="2000" b="0" i="0" u="none" strike="noStrike" baseline="0" dirty="0">
                <a:latin typeface="MinionPro-Regular"/>
              </a:rPr>
              <a:t>Even if the machines are identical, failed processes or other jobs running concurrently make load balancing desirable, and the quality of the load balancing increases as the splits become more-fine grained.</a:t>
            </a:r>
          </a:p>
          <a:p>
            <a:pPr marL="285750" indent="-285750" algn="l">
              <a:buFont typeface="Arial" panose="020B0604020202020204" pitchFamily="34" charset="0"/>
              <a:buChar char="•"/>
            </a:pPr>
            <a:r>
              <a:rPr lang="en-US" sz="2000" b="0" i="0" u="none" strike="noStrike" baseline="0" dirty="0">
                <a:latin typeface="MinionPro-Regular"/>
              </a:rPr>
              <a:t>For most jobs, a good split size tends to be the size of an HDFS block, which is 128 MB by default.</a:t>
            </a:r>
            <a:endParaRPr lang="en-IN" sz="2400" dirty="0"/>
          </a:p>
        </p:txBody>
      </p:sp>
    </p:spTree>
    <p:extLst>
      <p:ext uri="{BB962C8B-B14F-4D97-AF65-F5344CB8AC3E}">
        <p14:creationId xmlns:p14="http://schemas.microsoft.com/office/powerpoint/2010/main" val="12566761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Data Flow</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4" name="TextBox 3">
            <a:extLst>
              <a:ext uri="{FF2B5EF4-FFF2-40B4-BE49-F238E27FC236}">
                <a16:creationId xmlns:a16="http://schemas.microsoft.com/office/drawing/2014/main" id="{5E34DCD7-F4C4-E5D4-E828-74F9F6D0E6F7}"/>
              </a:ext>
            </a:extLst>
          </p:cNvPr>
          <p:cNvSpPr txBox="1"/>
          <p:nvPr/>
        </p:nvSpPr>
        <p:spPr>
          <a:xfrm>
            <a:off x="409580" y="1200150"/>
            <a:ext cx="8519550" cy="2554545"/>
          </a:xfrm>
          <a:prstGeom prst="rect">
            <a:avLst/>
          </a:prstGeom>
          <a:noFill/>
        </p:spPr>
        <p:txBody>
          <a:bodyPr wrap="square">
            <a:spAutoFit/>
          </a:bodyPr>
          <a:lstStyle/>
          <a:p>
            <a:pPr marL="342900" indent="-342900" algn="l">
              <a:buFont typeface="Arial" panose="020B0604020202020204" pitchFamily="34" charset="0"/>
              <a:buChar char="•"/>
            </a:pPr>
            <a:r>
              <a:rPr lang="en-US" sz="2000" b="0" i="0" u="none" strike="noStrike" baseline="0" dirty="0">
                <a:latin typeface="MinionPro-Regular"/>
              </a:rPr>
              <a:t>Hadoop does its best to run the map task on a node where the input data resides in HDFS, because it doesn’t use valuable cluster bandwidth. </a:t>
            </a:r>
          </a:p>
          <a:p>
            <a:pPr marL="342900" indent="-342900" algn="l">
              <a:buFont typeface="Arial" panose="020B0604020202020204" pitchFamily="34" charset="0"/>
              <a:buChar char="•"/>
            </a:pPr>
            <a:r>
              <a:rPr lang="en-US" sz="2000" b="0" i="0" u="none" strike="noStrike" baseline="0" dirty="0">
                <a:latin typeface="MinionPro-Regular"/>
              </a:rPr>
              <a:t>This is called the </a:t>
            </a:r>
            <a:r>
              <a:rPr lang="en-US" sz="2000" b="0" i="1" u="none" strike="noStrike" baseline="0" dirty="0">
                <a:latin typeface="MinionPro-Italic"/>
              </a:rPr>
              <a:t>data locality optimization</a:t>
            </a:r>
            <a:r>
              <a:rPr lang="en-US" sz="2000" b="0" i="0" u="none" strike="noStrike" baseline="0" dirty="0">
                <a:latin typeface="MinionPro-Regular"/>
              </a:rPr>
              <a:t>. </a:t>
            </a:r>
          </a:p>
          <a:p>
            <a:pPr marL="342900" indent="-342900" algn="l">
              <a:buFont typeface="Arial" panose="020B0604020202020204" pitchFamily="34" charset="0"/>
              <a:buChar char="•"/>
            </a:pPr>
            <a:r>
              <a:rPr lang="en-US" sz="2000" b="0" i="0" u="none" strike="noStrike" baseline="0" dirty="0">
                <a:latin typeface="MinionPro-Regular"/>
              </a:rPr>
              <a:t>Sometimes, however, all the nodes hosting the HDFS block replicas for a map task’s input split are running other map tasks, so the job scheduler will look for a free map slot on a node in the same rack as one of the blocks. </a:t>
            </a:r>
          </a:p>
          <a:p>
            <a:pPr marL="342900" indent="-342900" algn="l">
              <a:buFont typeface="Arial" panose="020B0604020202020204" pitchFamily="34" charset="0"/>
              <a:buChar char="•"/>
            </a:pPr>
            <a:r>
              <a:rPr lang="en-US" sz="2000" b="0" i="0" u="none" strike="noStrike" baseline="0" dirty="0">
                <a:latin typeface="MinionPro-Regular"/>
              </a:rPr>
              <a:t>Very occasionally even this is not possible, so an off-rack node is used, which results in an inter-rack network </a:t>
            </a:r>
            <a:r>
              <a:rPr lang="en-IN" sz="2000" b="0" i="0" u="none" strike="noStrike" baseline="0" dirty="0">
                <a:latin typeface="MinionPro-Regular"/>
              </a:rPr>
              <a:t>transfer.</a:t>
            </a:r>
            <a:endParaRPr lang="en-IN" sz="2400" dirty="0"/>
          </a:p>
        </p:txBody>
      </p:sp>
    </p:spTree>
    <p:extLst>
      <p:ext uri="{BB962C8B-B14F-4D97-AF65-F5344CB8AC3E}">
        <p14:creationId xmlns:p14="http://schemas.microsoft.com/office/powerpoint/2010/main" val="20670247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3" name="object 3"/>
          <p:cNvSpPr txBox="1"/>
          <p:nvPr/>
        </p:nvSpPr>
        <p:spPr>
          <a:xfrm>
            <a:off x="511860" y="1309878"/>
            <a:ext cx="1725930" cy="208279"/>
          </a:xfrm>
          <a:prstGeom prst="rect">
            <a:avLst/>
          </a:prstGeom>
        </p:spPr>
        <p:txBody>
          <a:bodyPr vert="horz" wrap="square" lIns="0" tIns="12700" rIns="0" bIns="0" rtlCol="0">
            <a:spAutoFit/>
          </a:bodyPr>
          <a:lstStyle/>
          <a:p>
            <a:pPr marL="184785" indent="-172720">
              <a:lnSpc>
                <a:spcPct val="100000"/>
              </a:lnSpc>
              <a:spcBef>
                <a:spcPts val="100"/>
              </a:spcBef>
              <a:buFont typeface="Wingdings"/>
              <a:buChar char=""/>
              <a:tabLst>
                <a:tab pos="185420" algn="l"/>
              </a:tabLst>
            </a:pPr>
            <a:r>
              <a:rPr sz="1200" spc="-25" dirty="0">
                <a:solidFill>
                  <a:srgbClr val="006FC0"/>
                </a:solidFill>
                <a:latin typeface="Calibri"/>
                <a:cs typeface="Calibri"/>
              </a:rPr>
              <a:t>Two</a:t>
            </a:r>
            <a:r>
              <a:rPr sz="1200" spc="-15" dirty="0">
                <a:solidFill>
                  <a:srgbClr val="006FC0"/>
                </a:solidFill>
                <a:latin typeface="Calibri"/>
                <a:cs typeface="Calibri"/>
              </a:rPr>
              <a:t> </a:t>
            </a:r>
            <a:r>
              <a:rPr sz="1200" spc="-5" dirty="0">
                <a:solidFill>
                  <a:srgbClr val="006FC0"/>
                </a:solidFill>
                <a:latin typeface="Calibri"/>
                <a:cs typeface="Calibri"/>
              </a:rPr>
              <a:t>biggest</a:t>
            </a:r>
            <a:r>
              <a:rPr sz="1200" spc="-35" dirty="0">
                <a:solidFill>
                  <a:srgbClr val="006FC0"/>
                </a:solidFill>
                <a:latin typeface="Calibri"/>
                <a:cs typeface="Calibri"/>
              </a:rPr>
              <a:t> </a:t>
            </a:r>
            <a:r>
              <a:rPr sz="1200" spc="-5" dirty="0">
                <a:solidFill>
                  <a:srgbClr val="006FC0"/>
                </a:solidFill>
                <a:latin typeface="Calibri"/>
                <a:cs typeface="Calibri"/>
              </a:rPr>
              <a:t>Advantages:</a:t>
            </a:r>
            <a:endParaRPr sz="1200">
              <a:latin typeface="Calibri"/>
              <a:cs typeface="Calibri"/>
            </a:endParaRPr>
          </a:p>
        </p:txBody>
      </p:sp>
      <p:grpSp>
        <p:nvGrpSpPr>
          <p:cNvPr id="4" name="object 4"/>
          <p:cNvGrpSpPr/>
          <p:nvPr/>
        </p:nvGrpSpPr>
        <p:grpSpPr>
          <a:xfrm>
            <a:off x="3444187" y="926578"/>
            <a:ext cx="1290955" cy="3049905"/>
            <a:chOff x="3444187" y="926578"/>
            <a:chExt cx="1290955" cy="3049905"/>
          </a:xfrm>
        </p:grpSpPr>
        <p:pic>
          <p:nvPicPr>
            <p:cNvPr id="5" name="object 5"/>
            <p:cNvPicPr/>
            <p:nvPr/>
          </p:nvPicPr>
          <p:blipFill>
            <a:blip r:embed="rId2" cstate="print"/>
            <a:stretch>
              <a:fillRect/>
            </a:stretch>
          </p:blipFill>
          <p:spPr>
            <a:xfrm>
              <a:off x="3444187" y="926578"/>
              <a:ext cx="1290933" cy="3049551"/>
            </a:xfrm>
            <a:prstGeom prst="rect">
              <a:avLst/>
            </a:prstGeom>
          </p:spPr>
        </p:pic>
        <p:sp>
          <p:nvSpPr>
            <p:cNvPr id="6" name="object 6"/>
            <p:cNvSpPr/>
            <p:nvPr/>
          </p:nvSpPr>
          <p:spPr>
            <a:xfrm>
              <a:off x="3482339" y="944880"/>
              <a:ext cx="1219200" cy="2978150"/>
            </a:xfrm>
            <a:custGeom>
              <a:avLst/>
              <a:gdLst/>
              <a:ahLst/>
              <a:cxnLst/>
              <a:rect l="l" t="t" r="r" b="b"/>
              <a:pathLst>
                <a:path w="1219200" h="2978150">
                  <a:moveTo>
                    <a:pt x="1219200" y="0"/>
                  </a:moveTo>
                  <a:lnTo>
                    <a:pt x="0" y="0"/>
                  </a:lnTo>
                  <a:lnTo>
                    <a:pt x="0" y="2977896"/>
                  </a:lnTo>
                  <a:lnTo>
                    <a:pt x="1219200" y="2977896"/>
                  </a:lnTo>
                  <a:lnTo>
                    <a:pt x="1219200" y="0"/>
                  </a:lnTo>
                  <a:close/>
                </a:path>
              </a:pathLst>
            </a:custGeom>
            <a:solidFill>
              <a:srgbClr val="0A544A"/>
            </a:solidFill>
          </p:spPr>
          <p:txBody>
            <a:bodyPr wrap="square" lIns="0" tIns="0" rIns="0" bIns="0" rtlCol="0"/>
            <a:lstStyle/>
            <a:p>
              <a:endParaRPr/>
            </a:p>
          </p:txBody>
        </p:sp>
        <p:sp>
          <p:nvSpPr>
            <p:cNvPr id="7" name="object 7"/>
            <p:cNvSpPr/>
            <p:nvPr/>
          </p:nvSpPr>
          <p:spPr>
            <a:xfrm>
              <a:off x="3631692" y="1156728"/>
              <a:ext cx="958850" cy="2409825"/>
            </a:xfrm>
            <a:custGeom>
              <a:avLst/>
              <a:gdLst/>
              <a:ahLst/>
              <a:cxnLst/>
              <a:rect l="l" t="t" r="r" b="b"/>
              <a:pathLst>
                <a:path w="958850" h="2409825">
                  <a:moveTo>
                    <a:pt x="958596" y="2171687"/>
                  </a:moveTo>
                  <a:lnTo>
                    <a:pt x="0" y="2171687"/>
                  </a:lnTo>
                  <a:lnTo>
                    <a:pt x="0" y="2409431"/>
                  </a:lnTo>
                  <a:lnTo>
                    <a:pt x="958596" y="2409431"/>
                  </a:lnTo>
                  <a:lnTo>
                    <a:pt x="958596" y="2171687"/>
                  </a:lnTo>
                  <a:close/>
                </a:path>
                <a:path w="958850" h="2409825">
                  <a:moveTo>
                    <a:pt x="958596" y="1860791"/>
                  </a:moveTo>
                  <a:lnTo>
                    <a:pt x="0" y="1860791"/>
                  </a:lnTo>
                  <a:lnTo>
                    <a:pt x="0" y="2098535"/>
                  </a:lnTo>
                  <a:lnTo>
                    <a:pt x="958596" y="2098535"/>
                  </a:lnTo>
                  <a:lnTo>
                    <a:pt x="958596" y="1860791"/>
                  </a:lnTo>
                  <a:close/>
                </a:path>
                <a:path w="958850" h="2409825">
                  <a:moveTo>
                    <a:pt x="958596" y="1549895"/>
                  </a:moveTo>
                  <a:lnTo>
                    <a:pt x="0" y="1549895"/>
                  </a:lnTo>
                  <a:lnTo>
                    <a:pt x="0" y="1789163"/>
                  </a:lnTo>
                  <a:lnTo>
                    <a:pt x="958596" y="1789163"/>
                  </a:lnTo>
                  <a:lnTo>
                    <a:pt x="958596" y="1549895"/>
                  </a:lnTo>
                  <a:close/>
                </a:path>
                <a:path w="958850" h="2409825">
                  <a:moveTo>
                    <a:pt x="958596" y="1242047"/>
                  </a:moveTo>
                  <a:lnTo>
                    <a:pt x="0" y="1242047"/>
                  </a:lnTo>
                  <a:lnTo>
                    <a:pt x="0" y="1478267"/>
                  </a:lnTo>
                  <a:lnTo>
                    <a:pt x="958596" y="1478267"/>
                  </a:lnTo>
                  <a:lnTo>
                    <a:pt x="958596" y="1242047"/>
                  </a:lnTo>
                  <a:close/>
                </a:path>
                <a:path w="958850" h="2409825">
                  <a:moveTo>
                    <a:pt x="958596" y="931151"/>
                  </a:moveTo>
                  <a:lnTo>
                    <a:pt x="0" y="931151"/>
                  </a:lnTo>
                  <a:lnTo>
                    <a:pt x="0" y="1167371"/>
                  </a:lnTo>
                  <a:lnTo>
                    <a:pt x="958596" y="1167371"/>
                  </a:lnTo>
                  <a:lnTo>
                    <a:pt x="958596" y="931151"/>
                  </a:lnTo>
                  <a:close/>
                </a:path>
                <a:path w="958850" h="2409825">
                  <a:moveTo>
                    <a:pt x="958596" y="620255"/>
                  </a:moveTo>
                  <a:lnTo>
                    <a:pt x="0" y="620255"/>
                  </a:lnTo>
                  <a:lnTo>
                    <a:pt x="0" y="859523"/>
                  </a:lnTo>
                  <a:lnTo>
                    <a:pt x="958596" y="859523"/>
                  </a:lnTo>
                  <a:lnTo>
                    <a:pt x="958596" y="620255"/>
                  </a:lnTo>
                  <a:close/>
                </a:path>
                <a:path w="958850" h="2409825">
                  <a:moveTo>
                    <a:pt x="958596" y="310883"/>
                  </a:moveTo>
                  <a:lnTo>
                    <a:pt x="0" y="310883"/>
                  </a:lnTo>
                  <a:lnTo>
                    <a:pt x="0" y="548627"/>
                  </a:lnTo>
                  <a:lnTo>
                    <a:pt x="958596" y="548627"/>
                  </a:lnTo>
                  <a:lnTo>
                    <a:pt x="958596" y="310883"/>
                  </a:lnTo>
                  <a:close/>
                </a:path>
                <a:path w="958850" h="2409825">
                  <a:moveTo>
                    <a:pt x="958596" y="0"/>
                  </a:moveTo>
                  <a:lnTo>
                    <a:pt x="0" y="0"/>
                  </a:lnTo>
                  <a:lnTo>
                    <a:pt x="0" y="237731"/>
                  </a:lnTo>
                  <a:lnTo>
                    <a:pt x="958596" y="237731"/>
                  </a:lnTo>
                  <a:lnTo>
                    <a:pt x="958596" y="0"/>
                  </a:lnTo>
                  <a:close/>
                </a:path>
              </a:pathLst>
            </a:custGeom>
            <a:solidFill>
              <a:srgbClr val="FFFFFF"/>
            </a:solidFill>
          </p:spPr>
          <p:txBody>
            <a:bodyPr wrap="square" lIns="0" tIns="0" rIns="0" bIns="0" rtlCol="0"/>
            <a:lstStyle/>
            <a:p>
              <a:endParaRPr/>
            </a:p>
          </p:txBody>
        </p:sp>
        <p:sp>
          <p:nvSpPr>
            <p:cNvPr id="8" name="object 8"/>
            <p:cNvSpPr/>
            <p:nvPr/>
          </p:nvSpPr>
          <p:spPr>
            <a:xfrm>
              <a:off x="3966971" y="2188463"/>
              <a:ext cx="282575" cy="76200"/>
            </a:xfrm>
            <a:custGeom>
              <a:avLst/>
              <a:gdLst/>
              <a:ahLst/>
              <a:cxnLst/>
              <a:rect l="l" t="t" r="r" b="b"/>
              <a:pathLst>
                <a:path w="282575" h="76200">
                  <a:moveTo>
                    <a:pt x="76200" y="0"/>
                  </a:moveTo>
                  <a:lnTo>
                    <a:pt x="0" y="38100"/>
                  </a:lnTo>
                  <a:lnTo>
                    <a:pt x="76200" y="76200"/>
                  </a:lnTo>
                  <a:lnTo>
                    <a:pt x="76200" y="44450"/>
                  </a:lnTo>
                  <a:lnTo>
                    <a:pt x="63500" y="44450"/>
                  </a:lnTo>
                  <a:lnTo>
                    <a:pt x="63500" y="31750"/>
                  </a:lnTo>
                  <a:lnTo>
                    <a:pt x="76200" y="31750"/>
                  </a:lnTo>
                  <a:lnTo>
                    <a:pt x="76200" y="0"/>
                  </a:lnTo>
                  <a:close/>
                </a:path>
                <a:path w="282575" h="76200">
                  <a:moveTo>
                    <a:pt x="76200" y="31750"/>
                  </a:moveTo>
                  <a:lnTo>
                    <a:pt x="63500" y="31750"/>
                  </a:lnTo>
                  <a:lnTo>
                    <a:pt x="63500" y="44450"/>
                  </a:lnTo>
                  <a:lnTo>
                    <a:pt x="76200" y="44450"/>
                  </a:lnTo>
                  <a:lnTo>
                    <a:pt x="76200" y="31750"/>
                  </a:lnTo>
                  <a:close/>
                </a:path>
                <a:path w="282575" h="76200">
                  <a:moveTo>
                    <a:pt x="282320" y="31750"/>
                  </a:moveTo>
                  <a:lnTo>
                    <a:pt x="76200" y="31750"/>
                  </a:lnTo>
                  <a:lnTo>
                    <a:pt x="76200" y="44450"/>
                  </a:lnTo>
                  <a:lnTo>
                    <a:pt x="282320" y="44450"/>
                  </a:lnTo>
                  <a:lnTo>
                    <a:pt x="282320" y="31750"/>
                  </a:lnTo>
                  <a:close/>
                </a:path>
              </a:pathLst>
            </a:custGeom>
            <a:solidFill>
              <a:srgbClr val="5D5D5D"/>
            </a:solidFill>
          </p:spPr>
          <p:txBody>
            <a:bodyPr wrap="square" lIns="0" tIns="0" rIns="0" bIns="0" rtlCol="0"/>
            <a:lstStyle/>
            <a:p>
              <a:endParaRPr/>
            </a:p>
          </p:txBody>
        </p:sp>
        <p:pic>
          <p:nvPicPr>
            <p:cNvPr id="9" name="object 9"/>
            <p:cNvPicPr/>
            <p:nvPr/>
          </p:nvPicPr>
          <p:blipFill>
            <a:blip r:embed="rId3" cstate="print"/>
            <a:stretch>
              <a:fillRect/>
            </a:stretch>
          </p:blipFill>
          <p:spPr>
            <a:xfrm>
              <a:off x="3643883" y="2107666"/>
              <a:ext cx="341401" cy="240817"/>
            </a:xfrm>
            <a:prstGeom prst="rect">
              <a:avLst/>
            </a:prstGeom>
          </p:spPr>
        </p:pic>
        <p:sp>
          <p:nvSpPr>
            <p:cNvPr id="10" name="object 10"/>
            <p:cNvSpPr/>
            <p:nvPr/>
          </p:nvSpPr>
          <p:spPr>
            <a:xfrm>
              <a:off x="3686555" y="2130552"/>
              <a:ext cx="260985" cy="160020"/>
            </a:xfrm>
            <a:custGeom>
              <a:avLst/>
              <a:gdLst/>
              <a:ahLst/>
              <a:cxnLst/>
              <a:rect l="l" t="t" r="r" b="b"/>
              <a:pathLst>
                <a:path w="260985" h="160019">
                  <a:moveTo>
                    <a:pt x="260603" y="0"/>
                  </a:moveTo>
                  <a:lnTo>
                    <a:pt x="0" y="0"/>
                  </a:lnTo>
                  <a:lnTo>
                    <a:pt x="0" y="160019"/>
                  </a:lnTo>
                  <a:lnTo>
                    <a:pt x="260603" y="160019"/>
                  </a:lnTo>
                  <a:lnTo>
                    <a:pt x="260603" y="0"/>
                  </a:lnTo>
                  <a:close/>
                </a:path>
              </a:pathLst>
            </a:custGeom>
            <a:solidFill>
              <a:srgbClr val="095A82"/>
            </a:solidFill>
          </p:spPr>
          <p:txBody>
            <a:bodyPr wrap="square" lIns="0" tIns="0" rIns="0" bIns="0" rtlCol="0"/>
            <a:lstStyle/>
            <a:p>
              <a:endParaRPr/>
            </a:p>
          </p:txBody>
        </p:sp>
        <p:pic>
          <p:nvPicPr>
            <p:cNvPr id="11" name="object 11"/>
            <p:cNvPicPr/>
            <p:nvPr/>
          </p:nvPicPr>
          <p:blipFill>
            <a:blip r:embed="rId4" cstate="print"/>
            <a:stretch>
              <a:fillRect/>
            </a:stretch>
          </p:blipFill>
          <p:spPr>
            <a:xfrm>
              <a:off x="4229099" y="2107666"/>
              <a:ext cx="342900" cy="240817"/>
            </a:xfrm>
            <a:prstGeom prst="rect">
              <a:avLst/>
            </a:prstGeom>
          </p:spPr>
        </p:pic>
        <p:sp>
          <p:nvSpPr>
            <p:cNvPr id="12" name="object 12"/>
            <p:cNvSpPr/>
            <p:nvPr/>
          </p:nvSpPr>
          <p:spPr>
            <a:xfrm>
              <a:off x="4271772" y="2130552"/>
              <a:ext cx="262255" cy="160020"/>
            </a:xfrm>
            <a:custGeom>
              <a:avLst/>
              <a:gdLst/>
              <a:ahLst/>
              <a:cxnLst/>
              <a:rect l="l" t="t" r="r" b="b"/>
              <a:pathLst>
                <a:path w="262254" h="160019">
                  <a:moveTo>
                    <a:pt x="262127" y="0"/>
                  </a:moveTo>
                  <a:lnTo>
                    <a:pt x="0" y="0"/>
                  </a:lnTo>
                  <a:lnTo>
                    <a:pt x="0" y="160019"/>
                  </a:lnTo>
                  <a:lnTo>
                    <a:pt x="262127" y="160019"/>
                  </a:lnTo>
                  <a:lnTo>
                    <a:pt x="262127" y="0"/>
                  </a:lnTo>
                  <a:close/>
                </a:path>
              </a:pathLst>
            </a:custGeom>
            <a:solidFill>
              <a:srgbClr val="F19C13"/>
            </a:solidFill>
          </p:spPr>
          <p:txBody>
            <a:bodyPr wrap="square" lIns="0" tIns="0" rIns="0" bIns="0" rtlCol="0"/>
            <a:lstStyle/>
            <a:p>
              <a:endParaRPr/>
            </a:p>
          </p:txBody>
        </p:sp>
      </p:grpSp>
      <p:grpSp>
        <p:nvGrpSpPr>
          <p:cNvPr id="13" name="object 13"/>
          <p:cNvGrpSpPr/>
          <p:nvPr/>
        </p:nvGrpSpPr>
        <p:grpSpPr>
          <a:xfrm>
            <a:off x="4887425" y="926578"/>
            <a:ext cx="2731135" cy="3049905"/>
            <a:chOff x="4887425" y="926578"/>
            <a:chExt cx="2731135" cy="3049905"/>
          </a:xfrm>
        </p:grpSpPr>
        <p:pic>
          <p:nvPicPr>
            <p:cNvPr id="14" name="object 14"/>
            <p:cNvPicPr/>
            <p:nvPr/>
          </p:nvPicPr>
          <p:blipFill>
            <a:blip r:embed="rId2" cstate="print"/>
            <a:stretch>
              <a:fillRect/>
            </a:stretch>
          </p:blipFill>
          <p:spPr>
            <a:xfrm>
              <a:off x="4887425" y="926578"/>
              <a:ext cx="1292436" cy="3049551"/>
            </a:xfrm>
            <a:prstGeom prst="rect">
              <a:avLst/>
            </a:prstGeom>
          </p:spPr>
        </p:pic>
        <p:sp>
          <p:nvSpPr>
            <p:cNvPr id="15" name="object 15"/>
            <p:cNvSpPr/>
            <p:nvPr/>
          </p:nvSpPr>
          <p:spPr>
            <a:xfrm>
              <a:off x="4925568" y="944880"/>
              <a:ext cx="1221105" cy="2978150"/>
            </a:xfrm>
            <a:custGeom>
              <a:avLst/>
              <a:gdLst/>
              <a:ahLst/>
              <a:cxnLst/>
              <a:rect l="l" t="t" r="r" b="b"/>
              <a:pathLst>
                <a:path w="1221104" h="2978150">
                  <a:moveTo>
                    <a:pt x="1220724" y="0"/>
                  </a:moveTo>
                  <a:lnTo>
                    <a:pt x="0" y="0"/>
                  </a:lnTo>
                  <a:lnTo>
                    <a:pt x="0" y="2977896"/>
                  </a:lnTo>
                  <a:lnTo>
                    <a:pt x="1220724" y="2977896"/>
                  </a:lnTo>
                  <a:lnTo>
                    <a:pt x="1220724" y="0"/>
                  </a:lnTo>
                  <a:close/>
                </a:path>
              </a:pathLst>
            </a:custGeom>
            <a:solidFill>
              <a:srgbClr val="0A544A"/>
            </a:solidFill>
          </p:spPr>
          <p:txBody>
            <a:bodyPr wrap="square" lIns="0" tIns="0" rIns="0" bIns="0" rtlCol="0"/>
            <a:lstStyle/>
            <a:p>
              <a:endParaRPr/>
            </a:p>
          </p:txBody>
        </p:sp>
        <p:sp>
          <p:nvSpPr>
            <p:cNvPr id="16" name="object 16"/>
            <p:cNvSpPr/>
            <p:nvPr/>
          </p:nvSpPr>
          <p:spPr>
            <a:xfrm>
              <a:off x="4925568" y="944880"/>
              <a:ext cx="1221105" cy="2978150"/>
            </a:xfrm>
            <a:custGeom>
              <a:avLst/>
              <a:gdLst/>
              <a:ahLst/>
              <a:cxnLst/>
              <a:rect l="l" t="t" r="r" b="b"/>
              <a:pathLst>
                <a:path w="1221104" h="2978150">
                  <a:moveTo>
                    <a:pt x="0" y="2977896"/>
                  </a:moveTo>
                  <a:lnTo>
                    <a:pt x="1220724" y="2977896"/>
                  </a:lnTo>
                  <a:lnTo>
                    <a:pt x="1220724" y="0"/>
                  </a:lnTo>
                  <a:lnTo>
                    <a:pt x="0" y="0"/>
                  </a:lnTo>
                  <a:lnTo>
                    <a:pt x="0" y="2977896"/>
                  </a:lnTo>
                  <a:close/>
                </a:path>
              </a:pathLst>
            </a:custGeom>
            <a:ln w="9144">
              <a:solidFill>
                <a:srgbClr val="055882"/>
              </a:solidFill>
            </a:ln>
          </p:spPr>
          <p:txBody>
            <a:bodyPr wrap="square" lIns="0" tIns="0" rIns="0" bIns="0" rtlCol="0"/>
            <a:lstStyle/>
            <a:p>
              <a:endParaRPr/>
            </a:p>
          </p:txBody>
        </p:sp>
        <p:sp>
          <p:nvSpPr>
            <p:cNvPr id="17" name="object 17"/>
            <p:cNvSpPr/>
            <p:nvPr/>
          </p:nvSpPr>
          <p:spPr>
            <a:xfrm>
              <a:off x="5088636" y="1156728"/>
              <a:ext cx="958850" cy="2409825"/>
            </a:xfrm>
            <a:custGeom>
              <a:avLst/>
              <a:gdLst/>
              <a:ahLst/>
              <a:cxnLst/>
              <a:rect l="l" t="t" r="r" b="b"/>
              <a:pathLst>
                <a:path w="958850" h="2409825">
                  <a:moveTo>
                    <a:pt x="958596" y="2171687"/>
                  </a:moveTo>
                  <a:lnTo>
                    <a:pt x="0" y="2171687"/>
                  </a:lnTo>
                  <a:lnTo>
                    <a:pt x="0" y="2409431"/>
                  </a:lnTo>
                  <a:lnTo>
                    <a:pt x="958596" y="2409431"/>
                  </a:lnTo>
                  <a:lnTo>
                    <a:pt x="958596" y="2171687"/>
                  </a:lnTo>
                  <a:close/>
                </a:path>
                <a:path w="958850" h="2409825">
                  <a:moveTo>
                    <a:pt x="958596" y="1860791"/>
                  </a:moveTo>
                  <a:lnTo>
                    <a:pt x="0" y="1860791"/>
                  </a:lnTo>
                  <a:lnTo>
                    <a:pt x="0" y="2098535"/>
                  </a:lnTo>
                  <a:lnTo>
                    <a:pt x="958596" y="2098535"/>
                  </a:lnTo>
                  <a:lnTo>
                    <a:pt x="958596" y="1860791"/>
                  </a:lnTo>
                  <a:close/>
                </a:path>
                <a:path w="958850" h="2409825">
                  <a:moveTo>
                    <a:pt x="958596" y="1549895"/>
                  </a:moveTo>
                  <a:lnTo>
                    <a:pt x="0" y="1549895"/>
                  </a:lnTo>
                  <a:lnTo>
                    <a:pt x="0" y="1789163"/>
                  </a:lnTo>
                  <a:lnTo>
                    <a:pt x="958596" y="1789163"/>
                  </a:lnTo>
                  <a:lnTo>
                    <a:pt x="958596" y="1549895"/>
                  </a:lnTo>
                  <a:close/>
                </a:path>
                <a:path w="958850" h="2409825">
                  <a:moveTo>
                    <a:pt x="958596" y="1242047"/>
                  </a:moveTo>
                  <a:lnTo>
                    <a:pt x="0" y="1242047"/>
                  </a:lnTo>
                  <a:lnTo>
                    <a:pt x="0" y="1478267"/>
                  </a:lnTo>
                  <a:lnTo>
                    <a:pt x="958596" y="1478267"/>
                  </a:lnTo>
                  <a:lnTo>
                    <a:pt x="958596" y="1242047"/>
                  </a:lnTo>
                  <a:close/>
                </a:path>
                <a:path w="958850" h="2409825">
                  <a:moveTo>
                    <a:pt x="958596" y="931151"/>
                  </a:moveTo>
                  <a:lnTo>
                    <a:pt x="0" y="931151"/>
                  </a:lnTo>
                  <a:lnTo>
                    <a:pt x="0" y="1167371"/>
                  </a:lnTo>
                  <a:lnTo>
                    <a:pt x="958596" y="1167371"/>
                  </a:lnTo>
                  <a:lnTo>
                    <a:pt x="958596" y="931151"/>
                  </a:lnTo>
                  <a:close/>
                </a:path>
                <a:path w="958850" h="2409825">
                  <a:moveTo>
                    <a:pt x="958596" y="620255"/>
                  </a:moveTo>
                  <a:lnTo>
                    <a:pt x="0" y="620255"/>
                  </a:lnTo>
                  <a:lnTo>
                    <a:pt x="0" y="859523"/>
                  </a:lnTo>
                  <a:lnTo>
                    <a:pt x="958596" y="859523"/>
                  </a:lnTo>
                  <a:lnTo>
                    <a:pt x="958596" y="620255"/>
                  </a:lnTo>
                  <a:close/>
                </a:path>
                <a:path w="958850" h="2409825">
                  <a:moveTo>
                    <a:pt x="958596" y="310883"/>
                  </a:moveTo>
                  <a:lnTo>
                    <a:pt x="0" y="310883"/>
                  </a:lnTo>
                  <a:lnTo>
                    <a:pt x="0" y="548627"/>
                  </a:lnTo>
                  <a:lnTo>
                    <a:pt x="958596" y="548627"/>
                  </a:lnTo>
                  <a:lnTo>
                    <a:pt x="958596" y="310883"/>
                  </a:lnTo>
                  <a:close/>
                </a:path>
                <a:path w="958850" h="2409825">
                  <a:moveTo>
                    <a:pt x="958596" y="0"/>
                  </a:moveTo>
                  <a:lnTo>
                    <a:pt x="0" y="0"/>
                  </a:lnTo>
                  <a:lnTo>
                    <a:pt x="0" y="237731"/>
                  </a:lnTo>
                  <a:lnTo>
                    <a:pt x="958596" y="237731"/>
                  </a:lnTo>
                  <a:lnTo>
                    <a:pt x="958596" y="0"/>
                  </a:lnTo>
                  <a:close/>
                </a:path>
              </a:pathLst>
            </a:custGeom>
            <a:solidFill>
              <a:srgbClr val="FFFFFF"/>
            </a:solidFill>
          </p:spPr>
          <p:txBody>
            <a:bodyPr wrap="square" lIns="0" tIns="0" rIns="0" bIns="0" rtlCol="0"/>
            <a:lstStyle/>
            <a:p>
              <a:endParaRPr/>
            </a:p>
          </p:txBody>
        </p:sp>
        <p:sp>
          <p:nvSpPr>
            <p:cNvPr id="18" name="object 18"/>
            <p:cNvSpPr/>
            <p:nvPr/>
          </p:nvSpPr>
          <p:spPr>
            <a:xfrm>
              <a:off x="5460492" y="2220722"/>
              <a:ext cx="275590" cy="294640"/>
            </a:xfrm>
            <a:custGeom>
              <a:avLst/>
              <a:gdLst/>
              <a:ahLst/>
              <a:cxnLst/>
              <a:rect l="l" t="t" r="r" b="b"/>
              <a:pathLst>
                <a:path w="275589" h="294639">
                  <a:moveTo>
                    <a:pt x="24130" y="212470"/>
                  </a:moveTo>
                  <a:lnTo>
                    <a:pt x="0" y="294131"/>
                  </a:lnTo>
                  <a:lnTo>
                    <a:pt x="79883" y="264540"/>
                  </a:lnTo>
                  <a:lnTo>
                    <a:pt x="66556" y="252094"/>
                  </a:lnTo>
                  <a:lnTo>
                    <a:pt x="48006" y="252094"/>
                  </a:lnTo>
                  <a:lnTo>
                    <a:pt x="38735" y="243458"/>
                  </a:lnTo>
                  <a:lnTo>
                    <a:pt x="47390" y="234194"/>
                  </a:lnTo>
                  <a:lnTo>
                    <a:pt x="24130" y="212470"/>
                  </a:lnTo>
                  <a:close/>
                </a:path>
                <a:path w="275589" h="294639">
                  <a:moveTo>
                    <a:pt x="47390" y="234194"/>
                  </a:moveTo>
                  <a:lnTo>
                    <a:pt x="38735" y="243458"/>
                  </a:lnTo>
                  <a:lnTo>
                    <a:pt x="48006" y="252094"/>
                  </a:lnTo>
                  <a:lnTo>
                    <a:pt x="56650" y="242842"/>
                  </a:lnTo>
                  <a:lnTo>
                    <a:pt x="47390" y="234194"/>
                  </a:lnTo>
                  <a:close/>
                </a:path>
                <a:path w="275589" h="294639">
                  <a:moveTo>
                    <a:pt x="56650" y="242842"/>
                  </a:moveTo>
                  <a:lnTo>
                    <a:pt x="48006" y="252094"/>
                  </a:lnTo>
                  <a:lnTo>
                    <a:pt x="66556" y="252094"/>
                  </a:lnTo>
                  <a:lnTo>
                    <a:pt x="56650" y="242842"/>
                  </a:lnTo>
                  <a:close/>
                </a:path>
                <a:path w="275589" h="294639">
                  <a:moveTo>
                    <a:pt x="266192" y="0"/>
                  </a:moveTo>
                  <a:lnTo>
                    <a:pt x="47390" y="234194"/>
                  </a:lnTo>
                  <a:lnTo>
                    <a:pt x="56650" y="242842"/>
                  </a:lnTo>
                  <a:lnTo>
                    <a:pt x="275463" y="8635"/>
                  </a:lnTo>
                  <a:lnTo>
                    <a:pt x="266192" y="0"/>
                  </a:lnTo>
                  <a:close/>
                </a:path>
              </a:pathLst>
            </a:custGeom>
            <a:solidFill>
              <a:srgbClr val="5D5D5D"/>
            </a:solidFill>
          </p:spPr>
          <p:txBody>
            <a:bodyPr wrap="square" lIns="0" tIns="0" rIns="0" bIns="0" rtlCol="0"/>
            <a:lstStyle/>
            <a:p>
              <a:endParaRPr/>
            </a:p>
          </p:txBody>
        </p:sp>
        <p:pic>
          <p:nvPicPr>
            <p:cNvPr id="19" name="object 19"/>
            <p:cNvPicPr/>
            <p:nvPr/>
          </p:nvPicPr>
          <p:blipFill>
            <a:blip r:embed="rId5" cstate="print"/>
            <a:stretch>
              <a:fillRect/>
            </a:stretch>
          </p:blipFill>
          <p:spPr>
            <a:xfrm>
              <a:off x="5126736" y="2426157"/>
              <a:ext cx="341401" cy="239318"/>
            </a:xfrm>
            <a:prstGeom prst="rect">
              <a:avLst/>
            </a:prstGeom>
          </p:spPr>
        </p:pic>
        <p:sp>
          <p:nvSpPr>
            <p:cNvPr id="20" name="object 20"/>
            <p:cNvSpPr/>
            <p:nvPr/>
          </p:nvSpPr>
          <p:spPr>
            <a:xfrm>
              <a:off x="5169408" y="2449068"/>
              <a:ext cx="260985" cy="158750"/>
            </a:xfrm>
            <a:custGeom>
              <a:avLst/>
              <a:gdLst/>
              <a:ahLst/>
              <a:cxnLst/>
              <a:rect l="l" t="t" r="r" b="b"/>
              <a:pathLst>
                <a:path w="260985" h="158750">
                  <a:moveTo>
                    <a:pt x="260603" y="0"/>
                  </a:moveTo>
                  <a:lnTo>
                    <a:pt x="0" y="0"/>
                  </a:lnTo>
                  <a:lnTo>
                    <a:pt x="0" y="158495"/>
                  </a:lnTo>
                  <a:lnTo>
                    <a:pt x="260603" y="158495"/>
                  </a:lnTo>
                  <a:lnTo>
                    <a:pt x="260603" y="0"/>
                  </a:lnTo>
                  <a:close/>
                </a:path>
              </a:pathLst>
            </a:custGeom>
            <a:solidFill>
              <a:srgbClr val="095A82"/>
            </a:solidFill>
          </p:spPr>
          <p:txBody>
            <a:bodyPr wrap="square" lIns="0" tIns="0" rIns="0" bIns="0" rtlCol="0"/>
            <a:lstStyle/>
            <a:p>
              <a:endParaRPr/>
            </a:p>
          </p:txBody>
        </p:sp>
        <p:pic>
          <p:nvPicPr>
            <p:cNvPr id="21" name="object 21"/>
            <p:cNvPicPr/>
            <p:nvPr/>
          </p:nvPicPr>
          <p:blipFill>
            <a:blip r:embed="rId4" cstate="print"/>
            <a:stretch>
              <a:fillRect/>
            </a:stretch>
          </p:blipFill>
          <p:spPr>
            <a:xfrm>
              <a:off x="5711952" y="2107666"/>
              <a:ext cx="342900" cy="240817"/>
            </a:xfrm>
            <a:prstGeom prst="rect">
              <a:avLst/>
            </a:prstGeom>
          </p:spPr>
        </p:pic>
        <p:sp>
          <p:nvSpPr>
            <p:cNvPr id="22" name="object 22"/>
            <p:cNvSpPr/>
            <p:nvPr/>
          </p:nvSpPr>
          <p:spPr>
            <a:xfrm>
              <a:off x="5754624" y="2130552"/>
              <a:ext cx="262255" cy="160020"/>
            </a:xfrm>
            <a:custGeom>
              <a:avLst/>
              <a:gdLst/>
              <a:ahLst/>
              <a:cxnLst/>
              <a:rect l="l" t="t" r="r" b="b"/>
              <a:pathLst>
                <a:path w="262254" h="160019">
                  <a:moveTo>
                    <a:pt x="262127" y="0"/>
                  </a:moveTo>
                  <a:lnTo>
                    <a:pt x="0" y="0"/>
                  </a:lnTo>
                  <a:lnTo>
                    <a:pt x="0" y="160019"/>
                  </a:lnTo>
                  <a:lnTo>
                    <a:pt x="262127" y="160019"/>
                  </a:lnTo>
                  <a:lnTo>
                    <a:pt x="262127" y="0"/>
                  </a:lnTo>
                  <a:close/>
                </a:path>
              </a:pathLst>
            </a:custGeom>
            <a:solidFill>
              <a:srgbClr val="F19C13"/>
            </a:solidFill>
          </p:spPr>
          <p:txBody>
            <a:bodyPr wrap="square" lIns="0" tIns="0" rIns="0" bIns="0" rtlCol="0"/>
            <a:lstStyle/>
            <a:p>
              <a:endParaRPr/>
            </a:p>
          </p:txBody>
        </p:sp>
        <p:pic>
          <p:nvPicPr>
            <p:cNvPr id="23" name="object 23"/>
            <p:cNvPicPr/>
            <p:nvPr/>
          </p:nvPicPr>
          <p:blipFill>
            <a:blip r:embed="rId2" cstate="print"/>
            <a:stretch>
              <a:fillRect/>
            </a:stretch>
          </p:blipFill>
          <p:spPr>
            <a:xfrm>
              <a:off x="6327595" y="926578"/>
              <a:ext cx="1290933" cy="3049551"/>
            </a:xfrm>
            <a:prstGeom prst="rect">
              <a:avLst/>
            </a:prstGeom>
          </p:spPr>
        </p:pic>
        <p:sp>
          <p:nvSpPr>
            <p:cNvPr id="24" name="object 24"/>
            <p:cNvSpPr/>
            <p:nvPr/>
          </p:nvSpPr>
          <p:spPr>
            <a:xfrm>
              <a:off x="6365748" y="944880"/>
              <a:ext cx="1219200" cy="2978150"/>
            </a:xfrm>
            <a:custGeom>
              <a:avLst/>
              <a:gdLst/>
              <a:ahLst/>
              <a:cxnLst/>
              <a:rect l="l" t="t" r="r" b="b"/>
              <a:pathLst>
                <a:path w="1219200" h="2978150">
                  <a:moveTo>
                    <a:pt x="1219200" y="0"/>
                  </a:moveTo>
                  <a:lnTo>
                    <a:pt x="0" y="0"/>
                  </a:lnTo>
                  <a:lnTo>
                    <a:pt x="0" y="2977896"/>
                  </a:lnTo>
                  <a:lnTo>
                    <a:pt x="1219200" y="2977896"/>
                  </a:lnTo>
                  <a:lnTo>
                    <a:pt x="1219200" y="0"/>
                  </a:lnTo>
                  <a:close/>
                </a:path>
              </a:pathLst>
            </a:custGeom>
            <a:solidFill>
              <a:srgbClr val="0A544A"/>
            </a:solidFill>
          </p:spPr>
          <p:txBody>
            <a:bodyPr wrap="square" lIns="0" tIns="0" rIns="0" bIns="0" rtlCol="0"/>
            <a:lstStyle/>
            <a:p>
              <a:endParaRPr/>
            </a:p>
          </p:txBody>
        </p:sp>
        <p:sp>
          <p:nvSpPr>
            <p:cNvPr id="25" name="object 25"/>
            <p:cNvSpPr/>
            <p:nvPr/>
          </p:nvSpPr>
          <p:spPr>
            <a:xfrm>
              <a:off x="6365748" y="944880"/>
              <a:ext cx="1219200" cy="2978150"/>
            </a:xfrm>
            <a:custGeom>
              <a:avLst/>
              <a:gdLst/>
              <a:ahLst/>
              <a:cxnLst/>
              <a:rect l="l" t="t" r="r" b="b"/>
              <a:pathLst>
                <a:path w="1219200" h="2978150">
                  <a:moveTo>
                    <a:pt x="0" y="2977896"/>
                  </a:moveTo>
                  <a:lnTo>
                    <a:pt x="1219200" y="2977896"/>
                  </a:lnTo>
                  <a:lnTo>
                    <a:pt x="1219200" y="0"/>
                  </a:lnTo>
                  <a:lnTo>
                    <a:pt x="0" y="0"/>
                  </a:lnTo>
                  <a:lnTo>
                    <a:pt x="0" y="2977896"/>
                  </a:lnTo>
                  <a:close/>
                </a:path>
              </a:pathLst>
            </a:custGeom>
            <a:ln w="9144">
              <a:solidFill>
                <a:srgbClr val="055882"/>
              </a:solidFill>
            </a:ln>
          </p:spPr>
          <p:txBody>
            <a:bodyPr wrap="square" lIns="0" tIns="0" rIns="0" bIns="0" rtlCol="0"/>
            <a:lstStyle/>
            <a:p>
              <a:endParaRPr/>
            </a:p>
          </p:txBody>
        </p:sp>
        <p:sp>
          <p:nvSpPr>
            <p:cNvPr id="26" name="object 26"/>
            <p:cNvSpPr/>
            <p:nvPr/>
          </p:nvSpPr>
          <p:spPr>
            <a:xfrm>
              <a:off x="6515100" y="1467611"/>
              <a:ext cx="958850" cy="2098675"/>
            </a:xfrm>
            <a:custGeom>
              <a:avLst/>
              <a:gdLst/>
              <a:ahLst/>
              <a:cxnLst/>
              <a:rect l="l" t="t" r="r" b="b"/>
              <a:pathLst>
                <a:path w="958850" h="2098675">
                  <a:moveTo>
                    <a:pt x="958596" y="1860804"/>
                  </a:moveTo>
                  <a:lnTo>
                    <a:pt x="0" y="1860804"/>
                  </a:lnTo>
                  <a:lnTo>
                    <a:pt x="0" y="2098548"/>
                  </a:lnTo>
                  <a:lnTo>
                    <a:pt x="958596" y="2098548"/>
                  </a:lnTo>
                  <a:lnTo>
                    <a:pt x="958596" y="1860804"/>
                  </a:lnTo>
                  <a:close/>
                </a:path>
                <a:path w="958850" h="2098675">
                  <a:moveTo>
                    <a:pt x="958596" y="1549908"/>
                  </a:moveTo>
                  <a:lnTo>
                    <a:pt x="0" y="1549908"/>
                  </a:lnTo>
                  <a:lnTo>
                    <a:pt x="0" y="1787652"/>
                  </a:lnTo>
                  <a:lnTo>
                    <a:pt x="958596" y="1787652"/>
                  </a:lnTo>
                  <a:lnTo>
                    <a:pt x="958596" y="1549908"/>
                  </a:lnTo>
                  <a:close/>
                </a:path>
                <a:path w="958850" h="2098675">
                  <a:moveTo>
                    <a:pt x="958596" y="1239012"/>
                  </a:moveTo>
                  <a:lnTo>
                    <a:pt x="0" y="1239012"/>
                  </a:lnTo>
                  <a:lnTo>
                    <a:pt x="0" y="1478280"/>
                  </a:lnTo>
                  <a:lnTo>
                    <a:pt x="958596" y="1478280"/>
                  </a:lnTo>
                  <a:lnTo>
                    <a:pt x="958596" y="1239012"/>
                  </a:lnTo>
                  <a:close/>
                </a:path>
                <a:path w="958850" h="2098675">
                  <a:moveTo>
                    <a:pt x="958596" y="931164"/>
                  </a:moveTo>
                  <a:lnTo>
                    <a:pt x="0" y="931164"/>
                  </a:lnTo>
                  <a:lnTo>
                    <a:pt x="0" y="1167384"/>
                  </a:lnTo>
                  <a:lnTo>
                    <a:pt x="958596" y="1167384"/>
                  </a:lnTo>
                  <a:lnTo>
                    <a:pt x="958596" y="931164"/>
                  </a:lnTo>
                  <a:close/>
                </a:path>
                <a:path w="958850" h="2098675">
                  <a:moveTo>
                    <a:pt x="958596" y="620268"/>
                  </a:moveTo>
                  <a:lnTo>
                    <a:pt x="0" y="620268"/>
                  </a:lnTo>
                  <a:lnTo>
                    <a:pt x="0" y="856488"/>
                  </a:lnTo>
                  <a:lnTo>
                    <a:pt x="958596" y="856488"/>
                  </a:lnTo>
                  <a:lnTo>
                    <a:pt x="958596" y="620268"/>
                  </a:lnTo>
                  <a:close/>
                </a:path>
                <a:path w="958850" h="2098675">
                  <a:moveTo>
                    <a:pt x="958596" y="309372"/>
                  </a:moveTo>
                  <a:lnTo>
                    <a:pt x="0" y="309372"/>
                  </a:lnTo>
                  <a:lnTo>
                    <a:pt x="0" y="548640"/>
                  </a:lnTo>
                  <a:lnTo>
                    <a:pt x="958596" y="548640"/>
                  </a:lnTo>
                  <a:lnTo>
                    <a:pt x="958596" y="309372"/>
                  </a:lnTo>
                  <a:close/>
                </a:path>
                <a:path w="958850" h="2098675">
                  <a:moveTo>
                    <a:pt x="958596" y="0"/>
                  </a:moveTo>
                  <a:lnTo>
                    <a:pt x="0" y="0"/>
                  </a:lnTo>
                  <a:lnTo>
                    <a:pt x="0" y="237744"/>
                  </a:lnTo>
                  <a:lnTo>
                    <a:pt x="958596" y="237744"/>
                  </a:lnTo>
                  <a:lnTo>
                    <a:pt x="958596" y="0"/>
                  </a:lnTo>
                  <a:close/>
                </a:path>
              </a:pathLst>
            </a:custGeom>
            <a:solidFill>
              <a:srgbClr val="FFFFFF"/>
            </a:solidFill>
          </p:spPr>
          <p:txBody>
            <a:bodyPr wrap="square" lIns="0" tIns="0" rIns="0" bIns="0" rtlCol="0"/>
            <a:lstStyle/>
            <a:p>
              <a:endParaRPr/>
            </a:p>
          </p:txBody>
        </p:sp>
      </p:grpSp>
      <p:sp>
        <p:nvSpPr>
          <p:cNvPr id="27" name="object 27"/>
          <p:cNvSpPr txBox="1"/>
          <p:nvPr/>
        </p:nvSpPr>
        <p:spPr>
          <a:xfrm>
            <a:off x="3482340" y="944880"/>
            <a:ext cx="1219200" cy="2978150"/>
          </a:xfrm>
          <a:prstGeom prst="rect">
            <a:avLst/>
          </a:prstGeom>
          <a:ln w="9144">
            <a:solidFill>
              <a:srgbClr val="055882"/>
            </a:solidFill>
          </a:ln>
        </p:spPr>
        <p:txBody>
          <a:bodyPr vert="horz" wrap="square" lIns="0" tIns="0" rIns="0" bIns="0" rtlCol="0">
            <a:spAutoFit/>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25"/>
              </a:spcBef>
            </a:pPr>
            <a:endParaRPr sz="1350">
              <a:latin typeface="Times New Roman"/>
              <a:cs typeface="Times New Roman"/>
            </a:endParaRPr>
          </a:p>
          <a:p>
            <a:pPr marL="99695" algn="ctr">
              <a:lnSpc>
                <a:spcPct val="100000"/>
              </a:lnSpc>
            </a:pPr>
            <a:r>
              <a:rPr sz="1200" dirty="0">
                <a:solidFill>
                  <a:srgbClr val="252525"/>
                </a:solidFill>
                <a:latin typeface="Calibri"/>
                <a:cs typeface="Calibri"/>
              </a:rPr>
              <a:t>a</a:t>
            </a:r>
            <a:endParaRPr sz="1200">
              <a:latin typeface="Calibri"/>
              <a:cs typeface="Calibri"/>
            </a:endParaRPr>
          </a:p>
        </p:txBody>
      </p:sp>
      <p:sp>
        <p:nvSpPr>
          <p:cNvPr id="28" name="object 28"/>
          <p:cNvSpPr txBox="1"/>
          <p:nvPr/>
        </p:nvSpPr>
        <p:spPr>
          <a:xfrm>
            <a:off x="5088635" y="2143505"/>
            <a:ext cx="958850" cy="208279"/>
          </a:xfrm>
          <a:prstGeom prst="rect">
            <a:avLst/>
          </a:prstGeom>
        </p:spPr>
        <p:txBody>
          <a:bodyPr vert="horz" wrap="square" lIns="0" tIns="12700" rIns="0" bIns="0" rtlCol="0">
            <a:spAutoFit/>
          </a:bodyPr>
          <a:lstStyle/>
          <a:p>
            <a:pPr marR="50165" algn="ctr">
              <a:lnSpc>
                <a:spcPct val="100000"/>
              </a:lnSpc>
              <a:spcBef>
                <a:spcPts val="100"/>
              </a:spcBef>
            </a:pPr>
            <a:r>
              <a:rPr sz="1200" dirty="0">
                <a:solidFill>
                  <a:srgbClr val="252525"/>
                </a:solidFill>
                <a:latin typeface="Calibri"/>
                <a:cs typeface="Calibri"/>
              </a:rPr>
              <a:t>b</a:t>
            </a:r>
            <a:endParaRPr sz="1200">
              <a:latin typeface="Calibri"/>
              <a:cs typeface="Calibri"/>
            </a:endParaRPr>
          </a:p>
        </p:txBody>
      </p:sp>
      <p:grpSp>
        <p:nvGrpSpPr>
          <p:cNvPr id="29" name="object 29"/>
          <p:cNvGrpSpPr/>
          <p:nvPr/>
        </p:nvGrpSpPr>
        <p:grpSpPr>
          <a:xfrm>
            <a:off x="5689091" y="2718790"/>
            <a:ext cx="1181735" cy="241300"/>
            <a:chOff x="5689091" y="2718790"/>
            <a:chExt cx="1181735" cy="241300"/>
          </a:xfrm>
        </p:grpSpPr>
        <p:pic>
          <p:nvPicPr>
            <p:cNvPr id="30" name="object 30"/>
            <p:cNvPicPr/>
            <p:nvPr/>
          </p:nvPicPr>
          <p:blipFill>
            <a:blip r:embed="rId3" cstate="print"/>
            <a:stretch>
              <a:fillRect/>
            </a:stretch>
          </p:blipFill>
          <p:spPr>
            <a:xfrm>
              <a:off x="5689091" y="2718790"/>
              <a:ext cx="341401" cy="240817"/>
            </a:xfrm>
            <a:prstGeom prst="rect">
              <a:avLst/>
            </a:prstGeom>
          </p:spPr>
        </p:pic>
        <p:sp>
          <p:nvSpPr>
            <p:cNvPr id="31" name="object 31"/>
            <p:cNvSpPr/>
            <p:nvPr/>
          </p:nvSpPr>
          <p:spPr>
            <a:xfrm>
              <a:off x="5731763" y="2741676"/>
              <a:ext cx="260985" cy="160020"/>
            </a:xfrm>
            <a:custGeom>
              <a:avLst/>
              <a:gdLst/>
              <a:ahLst/>
              <a:cxnLst/>
              <a:rect l="l" t="t" r="r" b="b"/>
              <a:pathLst>
                <a:path w="260985" h="160019">
                  <a:moveTo>
                    <a:pt x="260603" y="0"/>
                  </a:moveTo>
                  <a:lnTo>
                    <a:pt x="0" y="0"/>
                  </a:lnTo>
                  <a:lnTo>
                    <a:pt x="0" y="160019"/>
                  </a:lnTo>
                  <a:lnTo>
                    <a:pt x="260603" y="160019"/>
                  </a:lnTo>
                  <a:lnTo>
                    <a:pt x="260603" y="0"/>
                  </a:lnTo>
                  <a:close/>
                </a:path>
              </a:pathLst>
            </a:custGeom>
            <a:solidFill>
              <a:srgbClr val="F19C13"/>
            </a:solidFill>
          </p:spPr>
          <p:txBody>
            <a:bodyPr wrap="square" lIns="0" tIns="0" rIns="0" bIns="0" rtlCol="0"/>
            <a:lstStyle/>
            <a:p>
              <a:endParaRPr/>
            </a:p>
          </p:txBody>
        </p:sp>
        <p:pic>
          <p:nvPicPr>
            <p:cNvPr id="32" name="object 32"/>
            <p:cNvPicPr/>
            <p:nvPr/>
          </p:nvPicPr>
          <p:blipFill>
            <a:blip r:embed="rId3" cstate="print"/>
            <a:stretch>
              <a:fillRect/>
            </a:stretch>
          </p:blipFill>
          <p:spPr>
            <a:xfrm>
              <a:off x="6528815" y="2718790"/>
              <a:ext cx="341401" cy="240817"/>
            </a:xfrm>
            <a:prstGeom prst="rect">
              <a:avLst/>
            </a:prstGeom>
          </p:spPr>
        </p:pic>
        <p:sp>
          <p:nvSpPr>
            <p:cNvPr id="33" name="object 33"/>
            <p:cNvSpPr/>
            <p:nvPr/>
          </p:nvSpPr>
          <p:spPr>
            <a:xfrm>
              <a:off x="6571487" y="2741676"/>
              <a:ext cx="260985" cy="160020"/>
            </a:xfrm>
            <a:custGeom>
              <a:avLst/>
              <a:gdLst/>
              <a:ahLst/>
              <a:cxnLst/>
              <a:rect l="l" t="t" r="r" b="b"/>
              <a:pathLst>
                <a:path w="260984" h="160019">
                  <a:moveTo>
                    <a:pt x="260603" y="0"/>
                  </a:moveTo>
                  <a:lnTo>
                    <a:pt x="0" y="0"/>
                  </a:lnTo>
                  <a:lnTo>
                    <a:pt x="0" y="160019"/>
                  </a:lnTo>
                  <a:lnTo>
                    <a:pt x="260603" y="160019"/>
                  </a:lnTo>
                  <a:lnTo>
                    <a:pt x="260603" y="0"/>
                  </a:lnTo>
                  <a:close/>
                </a:path>
              </a:pathLst>
            </a:custGeom>
            <a:solidFill>
              <a:srgbClr val="095A82"/>
            </a:solidFill>
          </p:spPr>
          <p:txBody>
            <a:bodyPr wrap="square" lIns="0" tIns="0" rIns="0" bIns="0" rtlCol="0"/>
            <a:lstStyle/>
            <a:p>
              <a:endParaRPr/>
            </a:p>
          </p:txBody>
        </p:sp>
        <p:pic>
          <p:nvPicPr>
            <p:cNvPr id="34" name="object 34"/>
            <p:cNvPicPr/>
            <p:nvPr/>
          </p:nvPicPr>
          <p:blipFill>
            <a:blip r:embed="rId6" cstate="print"/>
            <a:stretch>
              <a:fillRect/>
            </a:stretch>
          </p:blipFill>
          <p:spPr>
            <a:xfrm>
              <a:off x="5949695" y="2721864"/>
              <a:ext cx="736092" cy="233172"/>
            </a:xfrm>
            <a:prstGeom prst="rect">
              <a:avLst/>
            </a:prstGeom>
          </p:spPr>
        </p:pic>
        <p:sp>
          <p:nvSpPr>
            <p:cNvPr id="35" name="object 35"/>
            <p:cNvSpPr/>
            <p:nvPr/>
          </p:nvSpPr>
          <p:spPr>
            <a:xfrm>
              <a:off x="5992367" y="2782824"/>
              <a:ext cx="578485" cy="76200"/>
            </a:xfrm>
            <a:custGeom>
              <a:avLst/>
              <a:gdLst/>
              <a:ahLst/>
              <a:cxnLst/>
              <a:rect l="l" t="t" r="r" b="b"/>
              <a:pathLst>
                <a:path w="578484" h="76200">
                  <a:moveTo>
                    <a:pt x="502031" y="0"/>
                  </a:moveTo>
                  <a:lnTo>
                    <a:pt x="502031" y="76200"/>
                  </a:lnTo>
                  <a:lnTo>
                    <a:pt x="565531" y="44450"/>
                  </a:lnTo>
                  <a:lnTo>
                    <a:pt x="514731" y="44450"/>
                  </a:lnTo>
                  <a:lnTo>
                    <a:pt x="514731" y="31750"/>
                  </a:lnTo>
                  <a:lnTo>
                    <a:pt x="565531" y="31750"/>
                  </a:lnTo>
                  <a:lnTo>
                    <a:pt x="502031" y="0"/>
                  </a:lnTo>
                  <a:close/>
                </a:path>
                <a:path w="578484" h="76200">
                  <a:moveTo>
                    <a:pt x="502031" y="31750"/>
                  </a:moveTo>
                  <a:lnTo>
                    <a:pt x="0" y="31750"/>
                  </a:lnTo>
                  <a:lnTo>
                    <a:pt x="0" y="44450"/>
                  </a:lnTo>
                  <a:lnTo>
                    <a:pt x="502031" y="44450"/>
                  </a:lnTo>
                  <a:lnTo>
                    <a:pt x="502031" y="31750"/>
                  </a:lnTo>
                  <a:close/>
                </a:path>
                <a:path w="578484" h="76200">
                  <a:moveTo>
                    <a:pt x="565531" y="31750"/>
                  </a:moveTo>
                  <a:lnTo>
                    <a:pt x="514731" y="31750"/>
                  </a:lnTo>
                  <a:lnTo>
                    <a:pt x="514731" y="44450"/>
                  </a:lnTo>
                  <a:lnTo>
                    <a:pt x="565531" y="44450"/>
                  </a:lnTo>
                  <a:lnTo>
                    <a:pt x="578231" y="38100"/>
                  </a:lnTo>
                  <a:lnTo>
                    <a:pt x="565531" y="31750"/>
                  </a:lnTo>
                  <a:close/>
                </a:path>
              </a:pathLst>
            </a:custGeom>
            <a:solidFill>
              <a:srgbClr val="5F5F5F"/>
            </a:solidFill>
          </p:spPr>
          <p:txBody>
            <a:bodyPr wrap="square" lIns="0" tIns="0" rIns="0" bIns="0" rtlCol="0"/>
            <a:lstStyle/>
            <a:p>
              <a:endParaRPr/>
            </a:p>
          </p:txBody>
        </p:sp>
      </p:grpSp>
      <p:sp>
        <p:nvSpPr>
          <p:cNvPr id="36" name="object 36"/>
          <p:cNvSpPr txBox="1"/>
          <p:nvPr/>
        </p:nvSpPr>
        <p:spPr>
          <a:xfrm>
            <a:off x="6191758" y="2565907"/>
            <a:ext cx="901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c</a:t>
            </a:r>
            <a:endParaRPr sz="1200">
              <a:latin typeface="Calibri"/>
              <a:cs typeface="Calibri"/>
            </a:endParaRPr>
          </a:p>
        </p:txBody>
      </p:sp>
      <p:sp>
        <p:nvSpPr>
          <p:cNvPr id="37" name="object 37"/>
          <p:cNvSpPr txBox="1"/>
          <p:nvPr/>
        </p:nvSpPr>
        <p:spPr>
          <a:xfrm>
            <a:off x="3942715" y="4099661"/>
            <a:ext cx="60706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Map</a:t>
            </a:r>
            <a:r>
              <a:rPr sz="1200" spc="-15" dirty="0">
                <a:solidFill>
                  <a:srgbClr val="252525"/>
                </a:solidFill>
                <a:latin typeface="Calibri"/>
                <a:cs typeface="Calibri"/>
              </a:rPr>
              <a:t> </a:t>
            </a:r>
            <a:r>
              <a:rPr sz="1200" spc="-95" dirty="0">
                <a:solidFill>
                  <a:srgbClr val="252525"/>
                </a:solidFill>
                <a:latin typeface="Calibri"/>
                <a:cs typeface="Calibri"/>
              </a:rPr>
              <a:t>T</a:t>
            </a:r>
            <a:r>
              <a:rPr sz="1200" dirty="0">
                <a:solidFill>
                  <a:srgbClr val="252525"/>
                </a:solidFill>
                <a:latin typeface="Calibri"/>
                <a:cs typeface="Calibri"/>
              </a:rPr>
              <a:t>ask</a:t>
            </a:r>
            <a:endParaRPr sz="1200">
              <a:latin typeface="Calibri"/>
              <a:cs typeface="Calibri"/>
            </a:endParaRPr>
          </a:p>
        </p:txBody>
      </p:sp>
      <p:sp>
        <p:nvSpPr>
          <p:cNvPr id="38" name="object 38"/>
          <p:cNvSpPr txBox="1"/>
          <p:nvPr/>
        </p:nvSpPr>
        <p:spPr>
          <a:xfrm>
            <a:off x="3942715" y="4415738"/>
            <a:ext cx="71818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252525"/>
                </a:solidFill>
                <a:latin typeface="Calibri"/>
                <a:cs typeface="Calibri"/>
              </a:rPr>
              <a:t>H</a:t>
            </a:r>
            <a:r>
              <a:rPr sz="1200" dirty="0">
                <a:solidFill>
                  <a:srgbClr val="252525"/>
                </a:solidFill>
                <a:latin typeface="Calibri"/>
                <a:cs typeface="Calibri"/>
              </a:rPr>
              <a:t>D</a:t>
            </a:r>
            <a:r>
              <a:rPr sz="1200" spc="-15" dirty="0">
                <a:solidFill>
                  <a:srgbClr val="252525"/>
                </a:solidFill>
                <a:latin typeface="Calibri"/>
                <a:cs typeface="Calibri"/>
              </a:rPr>
              <a:t>F</a:t>
            </a:r>
            <a:r>
              <a:rPr sz="1200" dirty="0">
                <a:solidFill>
                  <a:srgbClr val="252525"/>
                </a:solidFill>
                <a:latin typeface="Calibri"/>
                <a:cs typeface="Calibri"/>
              </a:rPr>
              <a:t>S</a:t>
            </a:r>
            <a:r>
              <a:rPr sz="1200" spc="-10" dirty="0">
                <a:solidFill>
                  <a:srgbClr val="252525"/>
                </a:solidFill>
                <a:latin typeface="Calibri"/>
                <a:cs typeface="Calibri"/>
              </a:rPr>
              <a:t> </a:t>
            </a:r>
            <a:r>
              <a:rPr sz="1200" spc="-5" dirty="0">
                <a:solidFill>
                  <a:srgbClr val="252525"/>
                </a:solidFill>
                <a:latin typeface="Calibri"/>
                <a:cs typeface="Calibri"/>
              </a:rPr>
              <a:t>B</a:t>
            </a:r>
            <a:r>
              <a:rPr sz="1200" dirty="0">
                <a:solidFill>
                  <a:srgbClr val="252525"/>
                </a:solidFill>
                <a:latin typeface="Calibri"/>
                <a:cs typeface="Calibri"/>
              </a:rPr>
              <a:t>lock</a:t>
            </a:r>
            <a:endParaRPr sz="1200">
              <a:latin typeface="Calibri"/>
              <a:cs typeface="Calibri"/>
            </a:endParaRPr>
          </a:p>
        </p:txBody>
      </p:sp>
      <p:grpSp>
        <p:nvGrpSpPr>
          <p:cNvPr id="39" name="object 39"/>
          <p:cNvGrpSpPr/>
          <p:nvPr/>
        </p:nvGrpSpPr>
        <p:grpSpPr>
          <a:xfrm>
            <a:off x="3469988" y="4114519"/>
            <a:ext cx="323850" cy="221615"/>
            <a:chOff x="3469988" y="4114519"/>
            <a:chExt cx="323850" cy="221615"/>
          </a:xfrm>
        </p:grpSpPr>
        <p:pic>
          <p:nvPicPr>
            <p:cNvPr id="40" name="object 40"/>
            <p:cNvPicPr/>
            <p:nvPr/>
          </p:nvPicPr>
          <p:blipFill>
            <a:blip r:embed="rId7" cstate="print"/>
            <a:stretch>
              <a:fillRect/>
            </a:stretch>
          </p:blipFill>
          <p:spPr>
            <a:xfrm>
              <a:off x="3469988" y="4114519"/>
              <a:ext cx="323432" cy="221591"/>
            </a:xfrm>
            <a:prstGeom prst="rect">
              <a:avLst/>
            </a:prstGeom>
          </p:spPr>
        </p:pic>
        <p:sp>
          <p:nvSpPr>
            <p:cNvPr id="41" name="object 41"/>
            <p:cNvSpPr/>
            <p:nvPr/>
          </p:nvSpPr>
          <p:spPr>
            <a:xfrm>
              <a:off x="3503675" y="4128516"/>
              <a:ext cx="260985" cy="158750"/>
            </a:xfrm>
            <a:custGeom>
              <a:avLst/>
              <a:gdLst/>
              <a:ahLst/>
              <a:cxnLst/>
              <a:rect l="l" t="t" r="r" b="b"/>
              <a:pathLst>
                <a:path w="260985" h="158750">
                  <a:moveTo>
                    <a:pt x="260603" y="0"/>
                  </a:moveTo>
                  <a:lnTo>
                    <a:pt x="0" y="0"/>
                  </a:lnTo>
                  <a:lnTo>
                    <a:pt x="0" y="158496"/>
                  </a:lnTo>
                  <a:lnTo>
                    <a:pt x="260603" y="158496"/>
                  </a:lnTo>
                  <a:lnTo>
                    <a:pt x="260603" y="0"/>
                  </a:lnTo>
                  <a:close/>
                </a:path>
              </a:pathLst>
            </a:custGeom>
            <a:solidFill>
              <a:srgbClr val="095A82"/>
            </a:solidFill>
          </p:spPr>
          <p:txBody>
            <a:bodyPr wrap="square" lIns="0" tIns="0" rIns="0" bIns="0" rtlCol="0"/>
            <a:lstStyle/>
            <a:p>
              <a:endParaRPr/>
            </a:p>
          </p:txBody>
        </p:sp>
      </p:grpSp>
      <p:grpSp>
        <p:nvGrpSpPr>
          <p:cNvPr id="42" name="object 42"/>
          <p:cNvGrpSpPr/>
          <p:nvPr/>
        </p:nvGrpSpPr>
        <p:grpSpPr>
          <a:xfrm>
            <a:off x="3456311" y="4393467"/>
            <a:ext cx="325120" cy="223520"/>
            <a:chOff x="3456311" y="4393467"/>
            <a:chExt cx="325120" cy="223520"/>
          </a:xfrm>
        </p:grpSpPr>
        <p:pic>
          <p:nvPicPr>
            <p:cNvPr id="43" name="object 43"/>
            <p:cNvPicPr/>
            <p:nvPr/>
          </p:nvPicPr>
          <p:blipFill>
            <a:blip r:embed="rId8" cstate="print"/>
            <a:stretch>
              <a:fillRect/>
            </a:stretch>
          </p:blipFill>
          <p:spPr>
            <a:xfrm>
              <a:off x="3456311" y="4393467"/>
              <a:ext cx="324852" cy="222979"/>
            </a:xfrm>
            <a:prstGeom prst="rect">
              <a:avLst/>
            </a:prstGeom>
          </p:spPr>
        </p:pic>
        <p:sp>
          <p:nvSpPr>
            <p:cNvPr id="44" name="object 44"/>
            <p:cNvSpPr/>
            <p:nvPr/>
          </p:nvSpPr>
          <p:spPr>
            <a:xfrm>
              <a:off x="3489959" y="4407407"/>
              <a:ext cx="262255" cy="160020"/>
            </a:xfrm>
            <a:custGeom>
              <a:avLst/>
              <a:gdLst/>
              <a:ahLst/>
              <a:cxnLst/>
              <a:rect l="l" t="t" r="r" b="b"/>
              <a:pathLst>
                <a:path w="262254" h="160020">
                  <a:moveTo>
                    <a:pt x="262127" y="0"/>
                  </a:moveTo>
                  <a:lnTo>
                    <a:pt x="0" y="0"/>
                  </a:lnTo>
                  <a:lnTo>
                    <a:pt x="0" y="160019"/>
                  </a:lnTo>
                  <a:lnTo>
                    <a:pt x="262127" y="160019"/>
                  </a:lnTo>
                  <a:lnTo>
                    <a:pt x="262127" y="0"/>
                  </a:lnTo>
                  <a:close/>
                </a:path>
              </a:pathLst>
            </a:custGeom>
            <a:solidFill>
              <a:srgbClr val="F19C13"/>
            </a:solidFill>
          </p:spPr>
          <p:txBody>
            <a:bodyPr wrap="square" lIns="0" tIns="0" rIns="0" bIns="0" rtlCol="0"/>
            <a:lstStyle/>
            <a:p>
              <a:endParaRPr/>
            </a:p>
          </p:txBody>
        </p:sp>
      </p:grpSp>
      <p:sp>
        <p:nvSpPr>
          <p:cNvPr id="45" name="object 45"/>
          <p:cNvSpPr txBox="1"/>
          <p:nvPr/>
        </p:nvSpPr>
        <p:spPr>
          <a:xfrm>
            <a:off x="6364604" y="4228896"/>
            <a:ext cx="775970"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252525"/>
                </a:solidFill>
                <a:latin typeface="Calibri"/>
                <a:cs typeface="Calibri"/>
              </a:rPr>
              <a:t>Data</a:t>
            </a:r>
            <a:r>
              <a:rPr sz="1200" b="1" spc="-60" dirty="0">
                <a:solidFill>
                  <a:srgbClr val="252525"/>
                </a:solidFill>
                <a:latin typeface="Calibri"/>
                <a:cs typeface="Calibri"/>
              </a:rPr>
              <a:t> </a:t>
            </a:r>
            <a:r>
              <a:rPr sz="1200" b="1" spc="-10" dirty="0">
                <a:solidFill>
                  <a:srgbClr val="252525"/>
                </a:solidFill>
                <a:latin typeface="Calibri"/>
                <a:cs typeface="Calibri"/>
              </a:rPr>
              <a:t>Center</a:t>
            </a:r>
            <a:endParaRPr sz="1200">
              <a:latin typeface="Calibri"/>
              <a:cs typeface="Calibri"/>
            </a:endParaRPr>
          </a:p>
        </p:txBody>
      </p:sp>
      <p:sp>
        <p:nvSpPr>
          <p:cNvPr id="46" name="object 46"/>
          <p:cNvSpPr txBox="1"/>
          <p:nvPr/>
        </p:nvSpPr>
        <p:spPr>
          <a:xfrm>
            <a:off x="6768210" y="3586352"/>
            <a:ext cx="339090" cy="223520"/>
          </a:xfrm>
          <a:prstGeom prst="rect">
            <a:avLst/>
          </a:prstGeom>
        </p:spPr>
        <p:txBody>
          <a:bodyPr vert="horz" wrap="square" lIns="0" tIns="12065" rIns="0" bIns="0" rtlCol="0">
            <a:spAutoFit/>
          </a:bodyPr>
          <a:lstStyle/>
          <a:p>
            <a:pPr marL="12700">
              <a:lnSpc>
                <a:spcPct val="100000"/>
              </a:lnSpc>
              <a:spcBef>
                <a:spcPts val="95"/>
              </a:spcBef>
            </a:pPr>
            <a:r>
              <a:rPr sz="1300" spc="-5" dirty="0">
                <a:solidFill>
                  <a:srgbClr val="FFFFFF"/>
                </a:solidFill>
                <a:latin typeface="Calibri"/>
                <a:cs typeface="Calibri"/>
              </a:rPr>
              <a:t>Ra</a:t>
            </a:r>
            <a:r>
              <a:rPr sz="1300" dirty="0">
                <a:solidFill>
                  <a:srgbClr val="FFFFFF"/>
                </a:solidFill>
                <a:latin typeface="Calibri"/>
                <a:cs typeface="Calibri"/>
              </a:rPr>
              <a:t>c</a:t>
            </a:r>
            <a:r>
              <a:rPr sz="1300" spc="-5" dirty="0">
                <a:solidFill>
                  <a:srgbClr val="FFFFFF"/>
                </a:solidFill>
                <a:latin typeface="Calibri"/>
                <a:cs typeface="Calibri"/>
              </a:rPr>
              <a:t>k</a:t>
            </a:r>
            <a:endParaRPr sz="1300">
              <a:latin typeface="Calibri"/>
              <a:cs typeface="Calibri"/>
            </a:endParaRPr>
          </a:p>
        </p:txBody>
      </p:sp>
      <p:sp>
        <p:nvSpPr>
          <p:cNvPr id="47" name="object 47"/>
          <p:cNvSpPr txBox="1"/>
          <p:nvPr/>
        </p:nvSpPr>
        <p:spPr>
          <a:xfrm>
            <a:off x="6515100" y="1156716"/>
            <a:ext cx="958850" cy="238125"/>
          </a:xfrm>
          <a:prstGeom prst="rect">
            <a:avLst/>
          </a:prstGeom>
          <a:solidFill>
            <a:srgbClr val="FFFFFF"/>
          </a:solidFill>
        </p:spPr>
        <p:txBody>
          <a:bodyPr vert="horz" wrap="square" lIns="0" tIns="1905" rIns="0" bIns="0" rtlCol="0">
            <a:spAutoFit/>
          </a:bodyPr>
          <a:lstStyle/>
          <a:p>
            <a:pPr marL="328295">
              <a:lnSpc>
                <a:spcPct val="100000"/>
              </a:lnSpc>
              <a:spcBef>
                <a:spcPts val="15"/>
              </a:spcBef>
            </a:pPr>
            <a:r>
              <a:rPr sz="1200" dirty="0">
                <a:solidFill>
                  <a:srgbClr val="252525"/>
                </a:solidFill>
                <a:latin typeface="Calibri"/>
                <a:cs typeface="Calibri"/>
              </a:rPr>
              <a:t>Node</a:t>
            </a:r>
            <a:endParaRPr sz="1200">
              <a:latin typeface="Calibri"/>
              <a:cs typeface="Calibri"/>
            </a:endParaRPr>
          </a:p>
        </p:txBody>
      </p:sp>
      <p:sp>
        <p:nvSpPr>
          <p:cNvPr id="48" name="object 48"/>
          <p:cNvSpPr txBox="1">
            <a:spLocks noGrp="1"/>
          </p:cNvSpPr>
          <p:nvPr>
            <p:ph type="title"/>
          </p:nvPr>
        </p:nvSpPr>
        <p:spPr>
          <a:xfrm>
            <a:off x="471017" y="324053"/>
            <a:ext cx="2715895"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Why</a:t>
            </a:r>
            <a:r>
              <a:rPr spc="-75" dirty="0">
                <a:solidFill>
                  <a:srgbClr val="095A82"/>
                </a:solidFill>
              </a:rPr>
              <a:t> </a:t>
            </a:r>
            <a:r>
              <a:rPr spc="-5" dirty="0">
                <a:solidFill>
                  <a:srgbClr val="095A82"/>
                </a:solidFill>
              </a:rPr>
              <a:t>MapReduce?</a:t>
            </a:r>
          </a:p>
        </p:txBody>
      </p:sp>
      <p:grpSp>
        <p:nvGrpSpPr>
          <p:cNvPr id="49" name="object 49"/>
          <p:cNvGrpSpPr/>
          <p:nvPr/>
        </p:nvGrpSpPr>
        <p:grpSpPr>
          <a:xfrm>
            <a:off x="493740" y="1714500"/>
            <a:ext cx="2295525" cy="608330"/>
            <a:chOff x="493740" y="1714500"/>
            <a:chExt cx="2295525" cy="608330"/>
          </a:xfrm>
        </p:grpSpPr>
        <p:pic>
          <p:nvPicPr>
            <p:cNvPr id="50" name="object 50"/>
            <p:cNvPicPr/>
            <p:nvPr/>
          </p:nvPicPr>
          <p:blipFill>
            <a:blip r:embed="rId9" cstate="print"/>
            <a:stretch>
              <a:fillRect/>
            </a:stretch>
          </p:blipFill>
          <p:spPr>
            <a:xfrm>
              <a:off x="493740" y="1717305"/>
              <a:ext cx="2295215" cy="605378"/>
            </a:xfrm>
            <a:prstGeom prst="rect">
              <a:avLst/>
            </a:prstGeom>
          </p:spPr>
        </p:pic>
        <p:pic>
          <p:nvPicPr>
            <p:cNvPr id="51" name="object 51"/>
            <p:cNvPicPr/>
            <p:nvPr/>
          </p:nvPicPr>
          <p:blipFill>
            <a:blip r:embed="rId10" cstate="print"/>
            <a:stretch>
              <a:fillRect/>
            </a:stretch>
          </p:blipFill>
          <p:spPr>
            <a:xfrm>
              <a:off x="516636" y="1828761"/>
              <a:ext cx="2252472" cy="422186"/>
            </a:xfrm>
            <a:prstGeom prst="rect">
              <a:avLst/>
            </a:prstGeom>
          </p:spPr>
        </p:pic>
        <p:sp>
          <p:nvSpPr>
            <p:cNvPr id="52" name="object 52"/>
            <p:cNvSpPr/>
            <p:nvPr/>
          </p:nvSpPr>
          <p:spPr>
            <a:xfrm>
              <a:off x="537972" y="1714500"/>
              <a:ext cx="2211705" cy="530860"/>
            </a:xfrm>
            <a:custGeom>
              <a:avLst/>
              <a:gdLst/>
              <a:ahLst/>
              <a:cxnLst/>
              <a:rect l="l" t="t" r="r" b="b"/>
              <a:pathLst>
                <a:path w="2211705" h="530860">
                  <a:moveTo>
                    <a:pt x="2211324" y="0"/>
                  </a:moveTo>
                  <a:lnTo>
                    <a:pt x="88392" y="0"/>
                  </a:lnTo>
                  <a:lnTo>
                    <a:pt x="53985" y="6953"/>
                  </a:lnTo>
                  <a:lnTo>
                    <a:pt x="25888" y="25908"/>
                  </a:lnTo>
                  <a:lnTo>
                    <a:pt x="6946" y="54006"/>
                  </a:lnTo>
                  <a:lnTo>
                    <a:pt x="0" y="88391"/>
                  </a:lnTo>
                  <a:lnTo>
                    <a:pt x="0" y="530351"/>
                  </a:lnTo>
                  <a:lnTo>
                    <a:pt x="2122932" y="530351"/>
                  </a:lnTo>
                  <a:lnTo>
                    <a:pt x="2157317" y="523398"/>
                  </a:lnTo>
                  <a:lnTo>
                    <a:pt x="2185416" y="504444"/>
                  </a:lnTo>
                  <a:lnTo>
                    <a:pt x="2204370" y="476345"/>
                  </a:lnTo>
                  <a:lnTo>
                    <a:pt x="2211324" y="441960"/>
                  </a:lnTo>
                  <a:lnTo>
                    <a:pt x="2211324" y="0"/>
                  </a:lnTo>
                  <a:close/>
                </a:path>
              </a:pathLst>
            </a:custGeom>
            <a:solidFill>
              <a:srgbClr val="D6E2BA"/>
            </a:solidFill>
          </p:spPr>
          <p:txBody>
            <a:bodyPr wrap="square" lIns="0" tIns="0" rIns="0" bIns="0" rtlCol="0"/>
            <a:lstStyle/>
            <a:p>
              <a:endParaRPr/>
            </a:p>
          </p:txBody>
        </p:sp>
      </p:grpSp>
      <p:sp>
        <p:nvSpPr>
          <p:cNvPr id="53" name="object 53"/>
          <p:cNvSpPr txBox="1"/>
          <p:nvPr/>
        </p:nvSpPr>
        <p:spPr>
          <a:xfrm>
            <a:off x="642924" y="1866645"/>
            <a:ext cx="1997710" cy="208279"/>
          </a:xfrm>
          <a:prstGeom prst="rect">
            <a:avLst/>
          </a:prstGeom>
        </p:spPr>
        <p:txBody>
          <a:bodyPr vert="horz" wrap="square" lIns="0" tIns="12700" rIns="0" bIns="0" rtlCol="0">
            <a:spAutoFit/>
          </a:bodyPr>
          <a:lstStyle/>
          <a:p>
            <a:pPr marL="184785" indent="-172720">
              <a:lnSpc>
                <a:spcPct val="100000"/>
              </a:lnSpc>
              <a:spcBef>
                <a:spcPts val="100"/>
              </a:spcBef>
              <a:buClr>
                <a:srgbClr val="FF0000"/>
              </a:buClr>
              <a:buFont typeface="Arial MT"/>
              <a:buChar char="•"/>
              <a:tabLst>
                <a:tab pos="185420" algn="l"/>
              </a:tabLst>
            </a:pPr>
            <a:r>
              <a:rPr sz="1200" spc="-20" dirty="0">
                <a:solidFill>
                  <a:srgbClr val="095A82"/>
                </a:solidFill>
                <a:latin typeface="Calibri"/>
                <a:cs typeface="Calibri"/>
              </a:rPr>
              <a:t>Taking</a:t>
            </a:r>
            <a:r>
              <a:rPr sz="1200" spc="-5" dirty="0">
                <a:solidFill>
                  <a:srgbClr val="095A82"/>
                </a:solidFill>
                <a:latin typeface="Calibri"/>
                <a:cs typeface="Calibri"/>
              </a:rPr>
              <a:t> </a:t>
            </a:r>
            <a:r>
              <a:rPr sz="1200" spc="-10" dirty="0">
                <a:solidFill>
                  <a:srgbClr val="095A82"/>
                </a:solidFill>
                <a:latin typeface="Calibri"/>
                <a:cs typeface="Calibri"/>
              </a:rPr>
              <a:t>processing</a:t>
            </a:r>
            <a:r>
              <a:rPr sz="1200" spc="-15" dirty="0">
                <a:solidFill>
                  <a:srgbClr val="095A82"/>
                </a:solidFill>
                <a:latin typeface="Calibri"/>
                <a:cs typeface="Calibri"/>
              </a:rPr>
              <a:t> </a:t>
            </a:r>
            <a:r>
              <a:rPr sz="1200" spc="-5" dirty="0">
                <a:solidFill>
                  <a:srgbClr val="095A82"/>
                </a:solidFill>
                <a:latin typeface="Calibri"/>
                <a:cs typeface="Calibri"/>
              </a:rPr>
              <a:t>to</a:t>
            </a:r>
            <a:r>
              <a:rPr sz="1200" spc="5" dirty="0">
                <a:solidFill>
                  <a:srgbClr val="095A82"/>
                </a:solidFill>
                <a:latin typeface="Calibri"/>
                <a:cs typeface="Calibri"/>
              </a:rPr>
              <a:t> </a:t>
            </a:r>
            <a:r>
              <a:rPr sz="1200" dirty="0">
                <a:solidFill>
                  <a:srgbClr val="095A82"/>
                </a:solidFill>
                <a:latin typeface="Calibri"/>
                <a:cs typeface="Calibri"/>
              </a:rPr>
              <a:t>the</a:t>
            </a:r>
            <a:r>
              <a:rPr sz="1200" spc="-25" dirty="0">
                <a:solidFill>
                  <a:srgbClr val="095A82"/>
                </a:solidFill>
                <a:latin typeface="Calibri"/>
                <a:cs typeface="Calibri"/>
              </a:rPr>
              <a:t> </a:t>
            </a:r>
            <a:r>
              <a:rPr sz="1200" spc="-10" dirty="0">
                <a:solidFill>
                  <a:srgbClr val="095A82"/>
                </a:solidFill>
                <a:latin typeface="Calibri"/>
                <a:cs typeface="Calibri"/>
              </a:rPr>
              <a:t>data</a:t>
            </a:r>
            <a:endParaRPr sz="1200">
              <a:latin typeface="Calibri"/>
              <a:cs typeface="Calibri"/>
            </a:endParaRPr>
          </a:p>
        </p:txBody>
      </p:sp>
      <p:grpSp>
        <p:nvGrpSpPr>
          <p:cNvPr id="54" name="object 54"/>
          <p:cNvGrpSpPr/>
          <p:nvPr/>
        </p:nvGrpSpPr>
        <p:grpSpPr>
          <a:xfrm>
            <a:off x="493740" y="2633472"/>
            <a:ext cx="2295525" cy="610235"/>
            <a:chOff x="493740" y="2633472"/>
            <a:chExt cx="2295525" cy="610235"/>
          </a:xfrm>
        </p:grpSpPr>
        <p:pic>
          <p:nvPicPr>
            <p:cNvPr id="55" name="object 55"/>
            <p:cNvPicPr/>
            <p:nvPr/>
          </p:nvPicPr>
          <p:blipFill>
            <a:blip r:embed="rId11" cstate="print"/>
            <a:stretch>
              <a:fillRect/>
            </a:stretch>
          </p:blipFill>
          <p:spPr>
            <a:xfrm>
              <a:off x="493740" y="2636333"/>
              <a:ext cx="2295215" cy="606825"/>
            </a:xfrm>
            <a:prstGeom prst="rect">
              <a:avLst/>
            </a:prstGeom>
          </p:spPr>
        </p:pic>
        <p:pic>
          <p:nvPicPr>
            <p:cNvPr id="56" name="object 56"/>
            <p:cNvPicPr/>
            <p:nvPr/>
          </p:nvPicPr>
          <p:blipFill>
            <a:blip r:embed="rId12" cstate="print"/>
            <a:stretch>
              <a:fillRect/>
            </a:stretch>
          </p:blipFill>
          <p:spPr>
            <a:xfrm>
              <a:off x="516636" y="2749257"/>
              <a:ext cx="2060448" cy="422186"/>
            </a:xfrm>
            <a:prstGeom prst="rect">
              <a:avLst/>
            </a:prstGeom>
          </p:spPr>
        </p:pic>
        <p:sp>
          <p:nvSpPr>
            <p:cNvPr id="57" name="object 57"/>
            <p:cNvSpPr/>
            <p:nvPr/>
          </p:nvSpPr>
          <p:spPr>
            <a:xfrm>
              <a:off x="537972" y="2633472"/>
              <a:ext cx="2211705" cy="532130"/>
            </a:xfrm>
            <a:custGeom>
              <a:avLst/>
              <a:gdLst/>
              <a:ahLst/>
              <a:cxnLst/>
              <a:rect l="l" t="t" r="r" b="b"/>
              <a:pathLst>
                <a:path w="2211705" h="532130">
                  <a:moveTo>
                    <a:pt x="2211324" y="0"/>
                  </a:moveTo>
                  <a:lnTo>
                    <a:pt x="88646" y="0"/>
                  </a:lnTo>
                  <a:lnTo>
                    <a:pt x="54140" y="6975"/>
                  </a:lnTo>
                  <a:lnTo>
                    <a:pt x="25963" y="25987"/>
                  </a:lnTo>
                  <a:lnTo>
                    <a:pt x="6966" y="54167"/>
                  </a:lnTo>
                  <a:lnTo>
                    <a:pt x="0" y="88645"/>
                  </a:lnTo>
                  <a:lnTo>
                    <a:pt x="0" y="531876"/>
                  </a:lnTo>
                  <a:lnTo>
                    <a:pt x="2122678" y="531876"/>
                  </a:lnTo>
                  <a:lnTo>
                    <a:pt x="2157156" y="524900"/>
                  </a:lnTo>
                  <a:lnTo>
                    <a:pt x="2185336" y="505888"/>
                  </a:lnTo>
                  <a:lnTo>
                    <a:pt x="2204348" y="477708"/>
                  </a:lnTo>
                  <a:lnTo>
                    <a:pt x="2211324" y="443229"/>
                  </a:lnTo>
                  <a:lnTo>
                    <a:pt x="2211324" y="0"/>
                  </a:lnTo>
                  <a:close/>
                </a:path>
              </a:pathLst>
            </a:custGeom>
            <a:solidFill>
              <a:srgbClr val="D6E2BA"/>
            </a:solidFill>
          </p:spPr>
          <p:txBody>
            <a:bodyPr wrap="square" lIns="0" tIns="0" rIns="0" bIns="0" rtlCol="0"/>
            <a:lstStyle/>
            <a:p>
              <a:endParaRPr/>
            </a:p>
          </p:txBody>
        </p:sp>
      </p:grpSp>
      <p:sp>
        <p:nvSpPr>
          <p:cNvPr id="58" name="object 58"/>
          <p:cNvSpPr txBox="1"/>
          <p:nvPr/>
        </p:nvSpPr>
        <p:spPr>
          <a:xfrm>
            <a:off x="642924" y="2787142"/>
            <a:ext cx="1805939" cy="208279"/>
          </a:xfrm>
          <a:prstGeom prst="rect">
            <a:avLst/>
          </a:prstGeom>
        </p:spPr>
        <p:txBody>
          <a:bodyPr vert="horz" wrap="square" lIns="0" tIns="12700" rIns="0" bIns="0" rtlCol="0">
            <a:spAutoFit/>
          </a:bodyPr>
          <a:lstStyle/>
          <a:p>
            <a:pPr marL="184785" indent="-172720">
              <a:lnSpc>
                <a:spcPct val="100000"/>
              </a:lnSpc>
              <a:spcBef>
                <a:spcPts val="100"/>
              </a:spcBef>
              <a:buClr>
                <a:srgbClr val="FF0000"/>
              </a:buClr>
              <a:buFont typeface="Arial MT"/>
              <a:buChar char="•"/>
              <a:tabLst>
                <a:tab pos="185420" algn="l"/>
              </a:tabLst>
            </a:pPr>
            <a:r>
              <a:rPr sz="1200" spc="-5" dirty="0">
                <a:solidFill>
                  <a:srgbClr val="095A82"/>
                </a:solidFill>
                <a:latin typeface="Calibri"/>
                <a:cs typeface="Calibri"/>
              </a:rPr>
              <a:t>Processing</a:t>
            </a:r>
            <a:r>
              <a:rPr sz="1200" spc="-10" dirty="0">
                <a:solidFill>
                  <a:srgbClr val="095A82"/>
                </a:solidFill>
                <a:latin typeface="Calibri"/>
                <a:cs typeface="Calibri"/>
              </a:rPr>
              <a:t> data</a:t>
            </a:r>
            <a:r>
              <a:rPr sz="1200" spc="-35" dirty="0">
                <a:solidFill>
                  <a:srgbClr val="095A82"/>
                </a:solidFill>
                <a:latin typeface="Calibri"/>
                <a:cs typeface="Calibri"/>
              </a:rPr>
              <a:t> </a:t>
            </a:r>
            <a:r>
              <a:rPr sz="1200" dirty="0">
                <a:solidFill>
                  <a:srgbClr val="095A82"/>
                </a:solidFill>
                <a:latin typeface="Calibri"/>
                <a:cs typeface="Calibri"/>
              </a:rPr>
              <a:t>in</a:t>
            </a:r>
            <a:r>
              <a:rPr sz="1200" spc="-25" dirty="0">
                <a:solidFill>
                  <a:srgbClr val="095A82"/>
                </a:solidFill>
                <a:latin typeface="Calibri"/>
                <a:cs typeface="Calibri"/>
              </a:rPr>
              <a:t> </a:t>
            </a:r>
            <a:r>
              <a:rPr sz="1200" spc="-5" dirty="0">
                <a:solidFill>
                  <a:srgbClr val="095A82"/>
                </a:solidFill>
                <a:latin typeface="Calibri"/>
                <a:cs typeface="Calibri"/>
              </a:rPr>
              <a:t>parallel</a:t>
            </a:r>
            <a:endParaRPr sz="1200">
              <a:latin typeface="Calibri"/>
              <a:cs typeface="Calibri"/>
            </a:endParaRPr>
          </a:p>
        </p:txBody>
      </p:sp>
      <p:sp>
        <p:nvSpPr>
          <p:cNvPr id="59" name="object 59"/>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60" name="object 3">
            <a:extLst>
              <a:ext uri="{FF2B5EF4-FFF2-40B4-BE49-F238E27FC236}">
                <a16:creationId xmlns:a16="http://schemas.microsoft.com/office/drawing/2014/main" id="{82B48F4D-7A30-3659-7979-2D74A5F6D2A6}"/>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1" name="Rectangle 60">
            <a:extLst>
              <a:ext uri="{FF2B5EF4-FFF2-40B4-BE49-F238E27FC236}">
                <a16:creationId xmlns:a16="http://schemas.microsoft.com/office/drawing/2014/main" id="{CBD95E75-DD38-956B-5EA3-FF57C4236509}"/>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23085523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Data Flow</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4" name="TextBox 3">
            <a:extLst>
              <a:ext uri="{FF2B5EF4-FFF2-40B4-BE49-F238E27FC236}">
                <a16:creationId xmlns:a16="http://schemas.microsoft.com/office/drawing/2014/main" id="{5E34DCD7-F4C4-E5D4-E828-74F9F6D0E6F7}"/>
              </a:ext>
            </a:extLst>
          </p:cNvPr>
          <p:cNvSpPr txBox="1"/>
          <p:nvPr/>
        </p:nvSpPr>
        <p:spPr>
          <a:xfrm>
            <a:off x="409580" y="1200150"/>
            <a:ext cx="8519550" cy="2554545"/>
          </a:xfrm>
          <a:prstGeom prst="rect">
            <a:avLst/>
          </a:prstGeom>
          <a:noFill/>
        </p:spPr>
        <p:txBody>
          <a:bodyPr wrap="square">
            <a:spAutoFit/>
          </a:bodyPr>
          <a:lstStyle/>
          <a:p>
            <a:pPr marL="342900" indent="-342900" algn="l">
              <a:buFont typeface="Arial" panose="020B0604020202020204" pitchFamily="34" charset="0"/>
              <a:buChar char="•"/>
            </a:pPr>
            <a:r>
              <a:rPr lang="en-US" sz="2000" b="0" i="0" u="none" strike="noStrike" baseline="0" dirty="0">
                <a:latin typeface="MinionPro-Regular"/>
              </a:rPr>
              <a:t>Map tasks write their output to the local disk, not to HDFS. </a:t>
            </a:r>
          </a:p>
          <a:p>
            <a:pPr marL="342900" indent="-342900" algn="l">
              <a:buFont typeface="Arial" panose="020B0604020202020204" pitchFamily="34" charset="0"/>
              <a:buChar char="•"/>
            </a:pPr>
            <a:r>
              <a:rPr lang="en-US" sz="2000" b="0" i="0" u="none" strike="noStrike" baseline="0" dirty="0">
                <a:latin typeface="MinionPro-Regular"/>
              </a:rPr>
              <a:t>Why is this? Map output is intermediate output: it’s processed by reduce tasks to produce the final output, and once the job is complete, the map output can be thrown away. </a:t>
            </a:r>
          </a:p>
          <a:p>
            <a:pPr marL="342900" indent="-342900" algn="l">
              <a:buFont typeface="Arial" panose="020B0604020202020204" pitchFamily="34" charset="0"/>
              <a:buChar char="•"/>
            </a:pPr>
            <a:r>
              <a:rPr lang="en-US" sz="2000" b="0" i="0" u="none" strike="noStrike" baseline="0" dirty="0">
                <a:latin typeface="MinionPro-Regular"/>
              </a:rPr>
              <a:t>So, storing it in HDFS with replication would be overkill. </a:t>
            </a:r>
          </a:p>
          <a:p>
            <a:pPr marL="342900" indent="-342900" algn="l">
              <a:buFont typeface="Arial" panose="020B0604020202020204" pitchFamily="34" charset="0"/>
              <a:buChar char="•"/>
            </a:pPr>
            <a:r>
              <a:rPr lang="en-US" sz="2000" b="0" i="0" u="none" strike="noStrike" baseline="0" dirty="0">
                <a:latin typeface="MinionPro-Regular"/>
              </a:rPr>
              <a:t>If the node running the map task fails before the map output has been consumed by the reduce task, then Hadoop will automatically rerun the map task on another node to re-create the map output.</a:t>
            </a:r>
            <a:endParaRPr lang="en-IN" sz="2800" dirty="0"/>
          </a:p>
        </p:txBody>
      </p:sp>
    </p:spTree>
    <p:extLst>
      <p:ext uri="{BB962C8B-B14F-4D97-AF65-F5344CB8AC3E}">
        <p14:creationId xmlns:p14="http://schemas.microsoft.com/office/powerpoint/2010/main" val="37872992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Data Flow</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4" name="TextBox 3">
            <a:extLst>
              <a:ext uri="{FF2B5EF4-FFF2-40B4-BE49-F238E27FC236}">
                <a16:creationId xmlns:a16="http://schemas.microsoft.com/office/drawing/2014/main" id="{5E34DCD7-F4C4-E5D4-E828-74F9F6D0E6F7}"/>
              </a:ext>
            </a:extLst>
          </p:cNvPr>
          <p:cNvSpPr txBox="1"/>
          <p:nvPr/>
        </p:nvSpPr>
        <p:spPr>
          <a:xfrm>
            <a:off x="381000" y="925482"/>
            <a:ext cx="8519550" cy="3477875"/>
          </a:xfrm>
          <a:prstGeom prst="rect">
            <a:avLst/>
          </a:prstGeom>
          <a:noFill/>
        </p:spPr>
        <p:txBody>
          <a:bodyPr wrap="square">
            <a:spAutoFit/>
          </a:bodyPr>
          <a:lstStyle/>
          <a:p>
            <a:pPr marL="342900" indent="-342900" algn="l">
              <a:buFont typeface="Arial" panose="020B0604020202020204" pitchFamily="34" charset="0"/>
              <a:buChar char="•"/>
            </a:pPr>
            <a:r>
              <a:rPr lang="en-US" sz="2000" b="0" i="0" u="none" strike="noStrike" baseline="0" dirty="0">
                <a:solidFill>
                  <a:srgbClr val="000000"/>
                </a:solidFill>
                <a:latin typeface="MinionPro-Regular"/>
              </a:rPr>
              <a:t>Reduce tasks don’t have the advantage of data locality; the input to a single reduce task is normally the output from all mappers. </a:t>
            </a:r>
          </a:p>
          <a:p>
            <a:pPr marL="342900" indent="-342900" algn="l">
              <a:buFont typeface="Arial" panose="020B0604020202020204" pitchFamily="34" charset="0"/>
              <a:buChar char="•"/>
            </a:pPr>
            <a:r>
              <a:rPr lang="en-US" sz="2000" b="0" i="0" u="none" strike="noStrike" baseline="0" dirty="0">
                <a:solidFill>
                  <a:srgbClr val="000000"/>
                </a:solidFill>
                <a:latin typeface="MinionPro-Regular"/>
              </a:rPr>
              <a:t>In the present example, we have a single reduce task that is fed by all of the map tasks. Therefore, the sorted map outputs have to be transferred across the network to the node where the reduce task is running, where they are merged and then passed to the user-defined reduce function. </a:t>
            </a:r>
          </a:p>
          <a:p>
            <a:pPr marL="342900" indent="-342900" algn="l">
              <a:buFont typeface="Arial" panose="020B0604020202020204" pitchFamily="34" charset="0"/>
              <a:buChar char="•"/>
            </a:pPr>
            <a:r>
              <a:rPr lang="en-US" sz="2000" b="0" i="0" u="none" strike="noStrike" baseline="0" dirty="0">
                <a:solidFill>
                  <a:srgbClr val="000000"/>
                </a:solidFill>
                <a:latin typeface="MinionPro-Regular"/>
              </a:rPr>
              <a:t>The output of the reduce is normally stored in HDFS for reliability. </a:t>
            </a:r>
          </a:p>
          <a:p>
            <a:pPr marL="342900" indent="-342900" algn="l">
              <a:buFont typeface="Arial" panose="020B0604020202020204" pitchFamily="34" charset="0"/>
              <a:buChar char="•"/>
            </a:pPr>
            <a:r>
              <a:rPr lang="en-US" sz="2000" b="0" i="0" u="none" strike="noStrike" baseline="0" dirty="0">
                <a:solidFill>
                  <a:srgbClr val="000000"/>
                </a:solidFill>
                <a:latin typeface="MinionPro-Regular"/>
              </a:rPr>
              <a:t>For each HDFS block of the reduce output, the first replica is stored on the local node, with other replicas being stored on off-rack nodes for reliability. </a:t>
            </a:r>
          </a:p>
          <a:p>
            <a:pPr marL="342900" indent="-342900" algn="l">
              <a:buFont typeface="Arial" panose="020B0604020202020204" pitchFamily="34" charset="0"/>
              <a:buChar char="•"/>
            </a:pPr>
            <a:r>
              <a:rPr lang="en-US" sz="2000" b="0" i="0" u="none" strike="noStrike" baseline="0" dirty="0">
                <a:solidFill>
                  <a:srgbClr val="000000"/>
                </a:solidFill>
                <a:latin typeface="MinionPro-Regular"/>
              </a:rPr>
              <a:t>Thus, writing the reduce output does consume network bandwidth, but only as much as a normal HDFS write pipeline </a:t>
            </a:r>
            <a:r>
              <a:rPr lang="en-IN" sz="2000" b="0" i="0" u="none" strike="noStrike" baseline="0" dirty="0">
                <a:solidFill>
                  <a:srgbClr val="000000"/>
                </a:solidFill>
                <a:latin typeface="MinionPro-Regular"/>
              </a:rPr>
              <a:t>consumes.</a:t>
            </a:r>
            <a:endParaRPr lang="en-IN" sz="3200" dirty="0"/>
          </a:p>
        </p:txBody>
      </p:sp>
    </p:spTree>
    <p:extLst>
      <p:ext uri="{BB962C8B-B14F-4D97-AF65-F5344CB8AC3E}">
        <p14:creationId xmlns:p14="http://schemas.microsoft.com/office/powerpoint/2010/main" val="35179477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Data Flow</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pic>
        <p:nvPicPr>
          <p:cNvPr id="5" name="Picture 4">
            <a:extLst>
              <a:ext uri="{FF2B5EF4-FFF2-40B4-BE49-F238E27FC236}">
                <a16:creationId xmlns:a16="http://schemas.microsoft.com/office/drawing/2014/main" id="{3801FB51-8E45-5547-A588-E71101B4D4B7}"/>
              </a:ext>
            </a:extLst>
          </p:cNvPr>
          <p:cNvPicPr>
            <a:picLocks noChangeAspect="1"/>
          </p:cNvPicPr>
          <p:nvPr/>
        </p:nvPicPr>
        <p:blipFill rotWithShape="1">
          <a:blip r:embed="rId2"/>
          <a:srcRect l="14998" t="14445" r="18334" b="23333"/>
          <a:stretch/>
        </p:blipFill>
        <p:spPr>
          <a:xfrm>
            <a:off x="1600200" y="1052106"/>
            <a:ext cx="6096000" cy="3200393"/>
          </a:xfrm>
          <a:prstGeom prst="rect">
            <a:avLst/>
          </a:prstGeom>
        </p:spPr>
      </p:pic>
    </p:spTree>
    <p:extLst>
      <p:ext uri="{BB962C8B-B14F-4D97-AF65-F5344CB8AC3E}">
        <p14:creationId xmlns:p14="http://schemas.microsoft.com/office/powerpoint/2010/main" val="29119767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Data Flow</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4" name="TextBox 3">
            <a:extLst>
              <a:ext uri="{FF2B5EF4-FFF2-40B4-BE49-F238E27FC236}">
                <a16:creationId xmlns:a16="http://schemas.microsoft.com/office/drawing/2014/main" id="{5E34DCD7-F4C4-E5D4-E828-74F9F6D0E6F7}"/>
              </a:ext>
            </a:extLst>
          </p:cNvPr>
          <p:cNvSpPr txBox="1"/>
          <p:nvPr/>
        </p:nvSpPr>
        <p:spPr>
          <a:xfrm>
            <a:off x="381000" y="925482"/>
            <a:ext cx="8519550" cy="3785652"/>
          </a:xfrm>
          <a:prstGeom prst="rect">
            <a:avLst/>
          </a:prstGeom>
          <a:noFill/>
        </p:spPr>
        <p:txBody>
          <a:bodyPr wrap="square">
            <a:spAutoFit/>
          </a:bodyPr>
          <a:lstStyle/>
          <a:p>
            <a:pPr marL="285750" indent="-285750" algn="l">
              <a:buFont typeface="Arial" panose="020B0604020202020204" pitchFamily="34" charset="0"/>
              <a:buChar char="•"/>
            </a:pPr>
            <a:r>
              <a:rPr lang="en-US" sz="2400" b="0" i="0" u="none" strike="noStrike" baseline="0" dirty="0">
                <a:latin typeface="MinionPro-Regular"/>
              </a:rPr>
              <a:t>The number of reduce tasks is not governed by the size of the input, but instead is </a:t>
            </a:r>
            <a:r>
              <a:rPr lang="en-IN" sz="2400" b="0" i="0" u="none" strike="noStrike" baseline="0" dirty="0">
                <a:latin typeface="MinionPro-Regular"/>
              </a:rPr>
              <a:t>specified independently.</a:t>
            </a:r>
          </a:p>
          <a:p>
            <a:pPr marL="285750" indent="-285750" algn="l">
              <a:buFont typeface="Arial" panose="020B0604020202020204" pitchFamily="34" charset="0"/>
              <a:buChar char="•"/>
            </a:pPr>
            <a:r>
              <a:rPr lang="en-US" sz="2400" b="0" i="0" u="none" strike="noStrike" baseline="0" dirty="0">
                <a:latin typeface="MinionPro-Regular"/>
              </a:rPr>
              <a:t>When there are multiple reducers, the map tasks </a:t>
            </a:r>
            <a:r>
              <a:rPr lang="en-US" sz="2400" b="0" i="1" u="none" strike="noStrike" baseline="0" dirty="0">
                <a:latin typeface="MinionPro-Italic"/>
              </a:rPr>
              <a:t>partition </a:t>
            </a:r>
            <a:r>
              <a:rPr lang="en-US" sz="2400" b="0" i="0" u="none" strike="noStrike" baseline="0" dirty="0">
                <a:latin typeface="MinionPro-Regular"/>
              </a:rPr>
              <a:t>their output, each creating one partition for each reduce task.</a:t>
            </a:r>
            <a:endParaRPr lang="en-IN" sz="2400" dirty="0">
              <a:latin typeface="MinionPro-Regular"/>
            </a:endParaRPr>
          </a:p>
          <a:p>
            <a:pPr marL="285750" indent="-285750" algn="l">
              <a:buFont typeface="Arial" panose="020B0604020202020204" pitchFamily="34" charset="0"/>
              <a:buChar char="•"/>
            </a:pPr>
            <a:r>
              <a:rPr lang="en-US" sz="2400" b="0" i="0" u="none" strike="noStrike" baseline="0" dirty="0">
                <a:latin typeface="MinionPro-Regular"/>
              </a:rPr>
              <a:t>There can be many keys (and their associated values) in each partition, but the records for any given key are all in a single partition.</a:t>
            </a:r>
          </a:p>
          <a:p>
            <a:pPr marL="285750" indent="-285750" algn="l">
              <a:buFont typeface="Arial" panose="020B0604020202020204" pitchFamily="34" charset="0"/>
              <a:buChar char="•"/>
            </a:pPr>
            <a:r>
              <a:rPr lang="en-IN" sz="2400" b="0" i="0" u="none" strike="noStrike" baseline="0" dirty="0">
                <a:latin typeface="MinionPro-Regular"/>
              </a:rPr>
              <a:t>The </a:t>
            </a:r>
            <a:r>
              <a:rPr lang="en-US" sz="2400" b="0" i="0" u="none" strike="noStrike" baseline="0" dirty="0">
                <a:latin typeface="MinionPro-Regular"/>
              </a:rPr>
              <a:t>partitioning can be controlled by a user-defined partitioning function, but normally the default partitioner—which buckets keys using a hash function—works very well.</a:t>
            </a:r>
          </a:p>
        </p:txBody>
      </p:sp>
    </p:spTree>
    <p:extLst>
      <p:ext uri="{BB962C8B-B14F-4D97-AF65-F5344CB8AC3E}">
        <p14:creationId xmlns:p14="http://schemas.microsoft.com/office/powerpoint/2010/main" val="6150770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Data Flow</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pic>
        <p:nvPicPr>
          <p:cNvPr id="5" name="Picture 4">
            <a:extLst>
              <a:ext uri="{FF2B5EF4-FFF2-40B4-BE49-F238E27FC236}">
                <a16:creationId xmlns:a16="http://schemas.microsoft.com/office/drawing/2014/main" id="{DE8F932D-34DD-89DD-0D12-B277A2460990}"/>
              </a:ext>
            </a:extLst>
          </p:cNvPr>
          <p:cNvPicPr>
            <a:picLocks noChangeAspect="1"/>
          </p:cNvPicPr>
          <p:nvPr/>
        </p:nvPicPr>
        <p:blipFill rotWithShape="1">
          <a:blip r:embed="rId2"/>
          <a:srcRect l="15352" t="24500" r="16535" b="11108"/>
          <a:stretch/>
        </p:blipFill>
        <p:spPr>
          <a:xfrm>
            <a:off x="1458000" y="1146563"/>
            <a:ext cx="6228000" cy="3312000"/>
          </a:xfrm>
          <a:prstGeom prst="rect">
            <a:avLst/>
          </a:prstGeom>
        </p:spPr>
      </p:pic>
    </p:spTree>
    <p:extLst>
      <p:ext uri="{BB962C8B-B14F-4D97-AF65-F5344CB8AC3E}">
        <p14:creationId xmlns:p14="http://schemas.microsoft.com/office/powerpoint/2010/main" val="6596836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Combiner Functions</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4" name="TextBox 3">
            <a:extLst>
              <a:ext uri="{FF2B5EF4-FFF2-40B4-BE49-F238E27FC236}">
                <a16:creationId xmlns:a16="http://schemas.microsoft.com/office/drawing/2014/main" id="{5E34DCD7-F4C4-E5D4-E828-74F9F6D0E6F7}"/>
              </a:ext>
            </a:extLst>
          </p:cNvPr>
          <p:cNvSpPr txBox="1"/>
          <p:nvPr/>
        </p:nvSpPr>
        <p:spPr>
          <a:xfrm>
            <a:off x="381000" y="925482"/>
            <a:ext cx="8519550" cy="3170099"/>
          </a:xfrm>
          <a:prstGeom prst="rect">
            <a:avLst/>
          </a:prstGeom>
          <a:noFill/>
        </p:spPr>
        <p:txBody>
          <a:bodyPr wrap="square">
            <a:spAutoFit/>
          </a:bodyPr>
          <a:lstStyle/>
          <a:p>
            <a:pPr marL="342900" indent="-342900" algn="l">
              <a:buFont typeface="Arial" panose="020B0604020202020204" pitchFamily="34" charset="0"/>
              <a:buChar char="•"/>
            </a:pPr>
            <a:r>
              <a:rPr lang="en-US" sz="2000" b="0" i="0" u="none" strike="noStrike" baseline="0" dirty="0">
                <a:latin typeface="MinionPro-Regular"/>
              </a:rPr>
              <a:t>Many MapReduce jobs are limited by the bandwidth available on the cluster, so it pays to minimize the data transferred between map and reduce tasks. </a:t>
            </a:r>
          </a:p>
          <a:p>
            <a:pPr marL="342900" indent="-342900" algn="l">
              <a:buFont typeface="Arial" panose="020B0604020202020204" pitchFamily="34" charset="0"/>
              <a:buChar char="•"/>
            </a:pPr>
            <a:r>
              <a:rPr lang="en-US" sz="2000" b="0" i="0" u="none" strike="noStrike" baseline="0" dirty="0">
                <a:latin typeface="MinionPro-Regular"/>
              </a:rPr>
              <a:t>Hadoop allows the user to specify a </a:t>
            </a:r>
            <a:r>
              <a:rPr lang="en-US" sz="2000" b="0" i="1" u="none" strike="noStrike" baseline="0" dirty="0">
                <a:latin typeface="MinionPro-Italic"/>
              </a:rPr>
              <a:t>combiner function </a:t>
            </a:r>
            <a:r>
              <a:rPr lang="en-US" sz="2000" b="0" i="0" u="none" strike="noStrike" baseline="0" dirty="0">
                <a:latin typeface="MinionPro-Regular"/>
              </a:rPr>
              <a:t>to be run on the map output, and the combiner function’s output forms the input to the reduce function. </a:t>
            </a:r>
          </a:p>
          <a:p>
            <a:pPr marL="342900" indent="-342900" algn="l">
              <a:buFont typeface="Arial" panose="020B0604020202020204" pitchFamily="34" charset="0"/>
              <a:buChar char="•"/>
            </a:pPr>
            <a:r>
              <a:rPr lang="en-US" sz="2000" b="0" i="0" u="none" strike="noStrike" baseline="0" dirty="0">
                <a:latin typeface="MinionPro-Regular"/>
              </a:rPr>
              <a:t>Because the combiner function is an optimization, Hadoop does not provide a guarantee of how many times it will call it for a particular map output record, if at all. </a:t>
            </a:r>
          </a:p>
          <a:p>
            <a:pPr marL="342900" indent="-342900" algn="l">
              <a:buFont typeface="Arial" panose="020B0604020202020204" pitchFamily="34" charset="0"/>
              <a:buChar char="•"/>
            </a:pPr>
            <a:r>
              <a:rPr lang="en-US" sz="2000" b="0" i="0" u="none" strike="noStrike" baseline="0" dirty="0">
                <a:latin typeface="MinionPro-Regular"/>
              </a:rPr>
              <a:t>In other words, calling the combiner function zero, one, or many times should produce the same output from the reducer.</a:t>
            </a:r>
            <a:endParaRPr lang="en-US" sz="2800" b="0" i="0" u="none" strike="noStrike" baseline="0" dirty="0">
              <a:latin typeface="MinionPro-Regular"/>
            </a:endParaRPr>
          </a:p>
        </p:txBody>
      </p:sp>
    </p:spTree>
    <p:extLst>
      <p:ext uri="{BB962C8B-B14F-4D97-AF65-F5344CB8AC3E}">
        <p14:creationId xmlns:p14="http://schemas.microsoft.com/office/powerpoint/2010/main" val="26837973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Combiner Functions</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4" name="TextBox 3">
            <a:extLst>
              <a:ext uri="{FF2B5EF4-FFF2-40B4-BE49-F238E27FC236}">
                <a16:creationId xmlns:a16="http://schemas.microsoft.com/office/drawing/2014/main" id="{5E34DCD7-F4C4-E5D4-E828-74F9F6D0E6F7}"/>
              </a:ext>
            </a:extLst>
          </p:cNvPr>
          <p:cNvSpPr txBox="1"/>
          <p:nvPr/>
        </p:nvSpPr>
        <p:spPr>
          <a:xfrm>
            <a:off x="381000" y="925482"/>
            <a:ext cx="8519550" cy="3970318"/>
          </a:xfrm>
          <a:prstGeom prst="rect">
            <a:avLst/>
          </a:prstGeom>
          <a:noFill/>
        </p:spPr>
        <p:txBody>
          <a:bodyPr wrap="square">
            <a:spAutoFit/>
          </a:bodyPr>
          <a:lstStyle/>
          <a:p>
            <a:pPr marL="285750" indent="-285750" algn="l">
              <a:buFont typeface="Arial" panose="020B0604020202020204" pitchFamily="34" charset="0"/>
              <a:buChar char="•"/>
            </a:pPr>
            <a:r>
              <a:rPr lang="en-US" sz="2000" b="0" i="0" u="none" strike="noStrike" baseline="0" dirty="0">
                <a:latin typeface="MinionPro-Regular"/>
              </a:rPr>
              <a:t>Suppose that for the maximum temperature example, readings for the year 1950 were processed by two maps (because they were in different splits). </a:t>
            </a:r>
          </a:p>
          <a:p>
            <a:pPr marL="285750" indent="-285750" algn="l">
              <a:buFont typeface="Arial" panose="020B0604020202020204" pitchFamily="34" charset="0"/>
              <a:buChar char="•"/>
            </a:pPr>
            <a:r>
              <a:rPr lang="en-US" sz="2400" b="0" i="0" u="none" strike="noStrike" baseline="0" dirty="0">
                <a:latin typeface="MinionPro-Regular"/>
              </a:rPr>
              <a:t>Imagine the first map produced the output:</a:t>
            </a:r>
            <a:endParaRPr lang="en-US" sz="2000" b="0" i="0" u="none" strike="noStrike" baseline="0" dirty="0">
              <a:latin typeface="MinionPro-Regular"/>
            </a:endParaRPr>
          </a:p>
          <a:p>
            <a:pPr algn="l"/>
            <a:r>
              <a:rPr lang="en-IN" sz="2000" b="0" i="0" u="none" strike="noStrike" baseline="0" dirty="0">
                <a:latin typeface="UbuntuMono-Regular"/>
              </a:rPr>
              <a:t>			</a:t>
            </a:r>
            <a:r>
              <a:rPr lang="en-IN" b="0" i="0" u="none" strike="noStrike" baseline="0" dirty="0">
                <a:latin typeface="UbuntuMono-Regular"/>
              </a:rPr>
              <a:t>(1950, 0)</a:t>
            </a:r>
          </a:p>
          <a:p>
            <a:pPr algn="l"/>
            <a:r>
              <a:rPr lang="en-IN" b="0" i="0" u="none" strike="noStrike" baseline="0" dirty="0">
                <a:latin typeface="UbuntuMono-Regular"/>
              </a:rPr>
              <a:t>			(1950, 20)</a:t>
            </a:r>
          </a:p>
          <a:p>
            <a:pPr algn="l"/>
            <a:r>
              <a:rPr lang="en-IN" b="0" i="0" u="none" strike="noStrike" baseline="0" dirty="0">
                <a:latin typeface="UbuntuMono-Regular"/>
              </a:rPr>
              <a:t>			(1950, 10)</a:t>
            </a:r>
          </a:p>
          <a:p>
            <a:pPr marL="285750" indent="-285750" algn="l">
              <a:buFont typeface="Arial" panose="020B0604020202020204" pitchFamily="34" charset="0"/>
              <a:buChar char="•"/>
            </a:pPr>
            <a:r>
              <a:rPr lang="en-IN" sz="2000" b="0" i="0" u="none" strike="noStrike" baseline="0" dirty="0">
                <a:latin typeface="MinionPro-Regular"/>
              </a:rPr>
              <a:t>and the second produced:</a:t>
            </a:r>
          </a:p>
          <a:p>
            <a:pPr algn="l"/>
            <a:r>
              <a:rPr lang="en-IN" sz="2000" b="0" i="0" u="none" strike="noStrike" baseline="0" dirty="0">
                <a:latin typeface="UbuntuMono-Regular"/>
              </a:rPr>
              <a:t>			</a:t>
            </a:r>
            <a:r>
              <a:rPr lang="en-IN" b="0" i="0" u="none" strike="noStrike" baseline="0" dirty="0">
                <a:latin typeface="UbuntuMono-Regular"/>
              </a:rPr>
              <a:t>(1950, 25)</a:t>
            </a:r>
          </a:p>
          <a:p>
            <a:pPr algn="l"/>
            <a:r>
              <a:rPr lang="en-IN" b="0" i="0" u="none" strike="noStrike" baseline="0" dirty="0">
                <a:latin typeface="UbuntuMono-Regular"/>
              </a:rPr>
              <a:t>			(1950, 15)</a:t>
            </a:r>
          </a:p>
          <a:p>
            <a:pPr marL="285750" indent="-285750" algn="l">
              <a:buFont typeface="Arial" panose="020B0604020202020204" pitchFamily="34" charset="0"/>
              <a:buChar char="•"/>
            </a:pPr>
            <a:r>
              <a:rPr lang="en-US" b="0" i="0" u="none" strike="noStrike" baseline="0" dirty="0">
                <a:latin typeface="MinionPro-Regular"/>
              </a:rPr>
              <a:t>The reduce function would be called with a list of all the values:</a:t>
            </a:r>
          </a:p>
          <a:p>
            <a:pPr algn="l"/>
            <a:r>
              <a:rPr lang="en-IN" b="0" i="0" u="none" strike="noStrike" baseline="0" dirty="0">
                <a:latin typeface="UbuntuMono-Regular"/>
              </a:rPr>
              <a:t>			(1950, [0, 20, 10, 25, 15])</a:t>
            </a:r>
          </a:p>
          <a:p>
            <a:pPr marL="285750" indent="-285750" algn="l">
              <a:buFont typeface="Arial" panose="020B0604020202020204" pitchFamily="34" charset="0"/>
              <a:buChar char="•"/>
            </a:pPr>
            <a:r>
              <a:rPr lang="en-IN" b="0" i="0" u="none" strike="noStrike" baseline="0" dirty="0">
                <a:latin typeface="MinionPro-Regular"/>
              </a:rPr>
              <a:t>with output:</a:t>
            </a:r>
          </a:p>
          <a:p>
            <a:pPr algn="l"/>
            <a:r>
              <a:rPr lang="en-IN" sz="2000" b="0" i="0" u="none" strike="noStrike" baseline="0" dirty="0">
                <a:latin typeface="UbuntuMono-Regular"/>
              </a:rPr>
              <a:t>			</a:t>
            </a:r>
            <a:r>
              <a:rPr lang="en-IN" b="0" i="0" u="none" strike="noStrike" baseline="0" dirty="0">
                <a:latin typeface="UbuntuMono-Regular"/>
              </a:rPr>
              <a:t>(1950, 25)</a:t>
            </a:r>
            <a:endParaRPr lang="en-US" sz="3200" b="0" i="0" u="none" strike="noStrike" baseline="0" dirty="0">
              <a:latin typeface="MinionPro-Regular"/>
            </a:endParaRPr>
          </a:p>
        </p:txBody>
      </p:sp>
    </p:spTree>
    <p:extLst>
      <p:ext uri="{BB962C8B-B14F-4D97-AF65-F5344CB8AC3E}">
        <p14:creationId xmlns:p14="http://schemas.microsoft.com/office/powerpoint/2010/main" val="36257593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Combiner Functions</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4" name="TextBox 3">
            <a:extLst>
              <a:ext uri="{FF2B5EF4-FFF2-40B4-BE49-F238E27FC236}">
                <a16:creationId xmlns:a16="http://schemas.microsoft.com/office/drawing/2014/main" id="{5E34DCD7-F4C4-E5D4-E828-74F9F6D0E6F7}"/>
              </a:ext>
            </a:extLst>
          </p:cNvPr>
          <p:cNvSpPr txBox="1"/>
          <p:nvPr/>
        </p:nvSpPr>
        <p:spPr>
          <a:xfrm>
            <a:off x="381000" y="925482"/>
            <a:ext cx="8519550" cy="2862322"/>
          </a:xfrm>
          <a:prstGeom prst="rect">
            <a:avLst/>
          </a:prstGeom>
          <a:noFill/>
        </p:spPr>
        <p:txBody>
          <a:bodyPr wrap="square">
            <a:spAutoFit/>
          </a:bodyPr>
          <a:lstStyle/>
          <a:p>
            <a:pPr marL="342900" indent="-342900" algn="l">
              <a:buFont typeface="Arial" panose="020B0604020202020204" pitchFamily="34" charset="0"/>
              <a:buChar char="•"/>
            </a:pPr>
            <a:r>
              <a:rPr lang="en-US" sz="2000" dirty="0">
                <a:latin typeface="MinionPro-Regular"/>
              </a:rPr>
              <a:t>S</a:t>
            </a:r>
            <a:r>
              <a:rPr lang="en-US" sz="2000" b="0" i="0" u="none" strike="noStrike" baseline="0" dirty="0">
                <a:latin typeface="MinionPro-Regular"/>
              </a:rPr>
              <a:t>ince 25 is the maximum value in the list. We could use a combiner function that, just like the reduce function, finds the maximum temperature for each map output. </a:t>
            </a:r>
          </a:p>
          <a:p>
            <a:pPr marL="342900" indent="-342900" algn="l">
              <a:buFont typeface="Arial" panose="020B0604020202020204" pitchFamily="34" charset="0"/>
              <a:buChar char="•"/>
            </a:pPr>
            <a:r>
              <a:rPr lang="en-US" sz="2000" b="0" i="0" u="none" strike="noStrike" baseline="0" dirty="0">
                <a:latin typeface="MinionPro-Regular"/>
              </a:rPr>
              <a:t>The reduce function would then be called with:</a:t>
            </a:r>
          </a:p>
          <a:p>
            <a:pPr algn="l"/>
            <a:r>
              <a:rPr lang="en-IN" sz="2000" b="0" i="0" u="none" strike="noStrike" baseline="0" dirty="0">
                <a:latin typeface="UbuntuMono-Regular"/>
              </a:rPr>
              <a:t>			(1950, [20, 25])</a:t>
            </a:r>
          </a:p>
          <a:p>
            <a:pPr marL="342900" indent="-342900" algn="l">
              <a:buFont typeface="Arial" panose="020B0604020202020204" pitchFamily="34" charset="0"/>
              <a:buChar char="•"/>
            </a:pPr>
            <a:r>
              <a:rPr lang="en-US" sz="2000" b="0" i="0" u="none" strike="noStrike" baseline="0" dirty="0">
                <a:latin typeface="MinionPro-Regular"/>
              </a:rPr>
              <a:t>The combiner function doesn’t replace the reduce function. </a:t>
            </a:r>
          </a:p>
          <a:p>
            <a:pPr marL="342900" indent="-342900" algn="l">
              <a:buFont typeface="Arial" panose="020B0604020202020204" pitchFamily="34" charset="0"/>
              <a:buChar char="•"/>
            </a:pPr>
            <a:r>
              <a:rPr lang="en-US" sz="2000" b="0" i="0" u="none" strike="noStrike" baseline="0" dirty="0">
                <a:latin typeface="MinionPro-Regular"/>
              </a:rPr>
              <a:t>But it can help cut down the amount of data shuffled between the mappers and the reducers, and for this reason alone it is always worth considering whether you can use a combiner function in your MapReduce job.</a:t>
            </a:r>
            <a:endParaRPr lang="en-US" sz="4000" b="0" i="0" u="none" strike="noStrike" baseline="0" dirty="0">
              <a:latin typeface="MinionPro-Regular"/>
            </a:endParaRPr>
          </a:p>
        </p:txBody>
      </p:sp>
    </p:spTree>
    <p:extLst>
      <p:ext uri="{BB962C8B-B14F-4D97-AF65-F5344CB8AC3E}">
        <p14:creationId xmlns:p14="http://schemas.microsoft.com/office/powerpoint/2010/main" val="29522537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grpSp>
        <p:nvGrpSpPr>
          <p:cNvPr id="3" name="object 3"/>
          <p:cNvGrpSpPr/>
          <p:nvPr/>
        </p:nvGrpSpPr>
        <p:grpSpPr>
          <a:xfrm>
            <a:off x="3233927" y="3137941"/>
            <a:ext cx="944244" cy="402590"/>
            <a:chOff x="3233927" y="3137941"/>
            <a:chExt cx="944244" cy="402590"/>
          </a:xfrm>
        </p:grpSpPr>
        <p:sp>
          <p:nvSpPr>
            <p:cNvPr id="4" name="object 4"/>
            <p:cNvSpPr/>
            <p:nvPr/>
          </p:nvSpPr>
          <p:spPr>
            <a:xfrm>
              <a:off x="3936491" y="3319272"/>
              <a:ext cx="234950" cy="0"/>
            </a:xfrm>
            <a:custGeom>
              <a:avLst/>
              <a:gdLst/>
              <a:ahLst/>
              <a:cxnLst/>
              <a:rect l="l" t="t" r="r" b="b"/>
              <a:pathLst>
                <a:path w="234950">
                  <a:moveTo>
                    <a:pt x="0" y="0"/>
                  </a:moveTo>
                  <a:lnTo>
                    <a:pt x="234950" y="0"/>
                  </a:lnTo>
                </a:path>
              </a:pathLst>
            </a:custGeom>
            <a:ln w="12192">
              <a:solidFill>
                <a:srgbClr val="5F5F5F"/>
              </a:solidFill>
            </a:ln>
          </p:spPr>
          <p:txBody>
            <a:bodyPr wrap="square" lIns="0" tIns="0" rIns="0" bIns="0" rtlCol="0"/>
            <a:lstStyle/>
            <a:p>
              <a:endParaRPr/>
            </a:p>
          </p:txBody>
        </p:sp>
        <p:pic>
          <p:nvPicPr>
            <p:cNvPr id="5" name="object 5"/>
            <p:cNvPicPr/>
            <p:nvPr/>
          </p:nvPicPr>
          <p:blipFill>
            <a:blip r:embed="rId2" cstate="print"/>
            <a:stretch>
              <a:fillRect/>
            </a:stretch>
          </p:blipFill>
          <p:spPr>
            <a:xfrm>
              <a:off x="3233927" y="3137941"/>
              <a:ext cx="928115" cy="353542"/>
            </a:xfrm>
            <a:prstGeom prst="rect">
              <a:avLst/>
            </a:prstGeom>
          </p:spPr>
        </p:pic>
        <p:pic>
          <p:nvPicPr>
            <p:cNvPr id="6" name="object 6"/>
            <p:cNvPicPr/>
            <p:nvPr/>
          </p:nvPicPr>
          <p:blipFill>
            <a:blip r:embed="rId3" cstate="print"/>
            <a:stretch>
              <a:fillRect/>
            </a:stretch>
          </p:blipFill>
          <p:spPr>
            <a:xfrm>
              <a:off x="3261359" y="3139478"/>
              <a:ext cx="873251" cy="400773"/>
            </a:xfrm>
            <a:prstGeom prst="rect">
              <a:avLst/>
            </a:prstGeom>
          </p:spPr>
        </p:pic>
        <p:sp>
          <p:nvSpPr>
            <p:cNvPr id="7" name="object 7"/>
            <p:cNvSpPr/>
            <p:nvPr/>
          </p:nvSpPr>
          <p:spPr>
            <a:xfrm>
              <a:off x="3276599" y="3160776"/>
              <a:ext cx="847725" cy="273050"/>
            </a:xfrm>
            <a:custGeom>
              <a:avLst/>
              <a:gdLst/>
              <a:ahLst/>
              <a:cxnLst/>
              <a:rect l="l" t="t" r="r" b="b"/>
              <a:pathLst>
                <a:path w="847725" h="273050">
                  <a:moveTo>
                    <a:pt x="801877" y="0"/>
                  </a:moveTo>
                  <a:lnTo>
                    <a:pt x="45465" y="0"/>
                  </a:lnTo>
                  <a:lnTo>
                    <a:pt x="27753" y="3567"/>
                  </a:lnTo>
                  <a:lnTo>
                    <a:pt x="13303" y="13303"/>
                  </a:lnTo>
                  <a:lnTo>
                    <a:pt x="3567" y="27753"/>
                  </a:lnTo>
                  <a:lnTo>
                    <a:pt x="0" y="45466"/>
                  </a:lnTo>
                  <a:lnTo>
                    <a:pt x="0" y="227330"/>
                  </a:lnTo>
                  <a:lnTo>
                    <a:pt x="3567" y="245042"/>
                  </a:lnTo>
                  <a:lnTo>
                    <a:pt x="13303" y="259492"/>
                  </a:lnTo>
                  <a:lnTo>
                    <a:pt x="27753" y="269228"/>
                  </a:lnTo>
                  <a:lnTo>
                    <a:pt x="45465" y="272796"/>
                  </a:lnTo>
                  <a:lnTo>
                    <a:pt x="801877" y="272796"/>
                  </a:lnTo>
                  <a:lnTo>
                    <a:pt x="819590" y="269228"/>
                  </a:lnTo>
                  <a:lnTo>
                    <a:pt x="834040" y="259492"/>
                  </a:lnTo>
                  <a:lnTo>
                    <a:pt x="843776" y="245042"/>
                  </a:lnTo>
                  <a:lnTo>
                    <a:pt x="847344" y="227330"/>
                  </a:lnTo>
                  <a:lnTo>
                    <a:pt x="847344" y="45466"/>
                  </a:lnTo>
                  <a:lnTo>
                    <a:pt x="843776" y="27753"/>
                  </a:lnTo>
                  <a:lnTo>
                    <a:pt x="834040" y="13303"/>
                  </a:lnTo>
                  <a:lnTo>
                    <a:pt x="819590" y="3567"/>
                  </a:lnTo>
                  <a:lnTo>
                    <a:pt x="801877" y="0"/>
                  </a:lnTo>
                  <a:close/>
                </a:path>
              </a:pathLst>
            </a:custGeom>
            <a:solidFill>
              <a:srgbClr val="0D80B8"/>
            </a:solidFill>
          </p:spPr>
          <p:txBody>
            <a:bodyPr wrap="square" lIns="0" tIns="0" rIns="0" bIns="0" rtlCol="0"/>
            <a:lstStyle/>
            <a:p>
              <a:endParaRPr/>
            </a:p>
          </p:txBody>
        </p:sp>
      </p:grpSp>
      <p:sp>
        <p:nvSpPr>
          <p:cNvPr id="8" name="object 8"/>
          <p:cNvSpPr txBox="1"/>
          <p:nvPr/>
        </p:nvSpPr>
        <p:spPr>
          <a:xfrm>
            <a:off x="3383026" y="3184905"/>
            <a:ext cx="63436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Combiner</a:t>
            </a:r>
            <a:endParaRPr sz="1200">
              <a:latin typeface="Calibri"/>
              <a:cs typeface="Calibri"/>
            </a:endParaRPr>
          </a:p>
        </p:txBody>
      </p:sp>
      <p:grpSp>
        <p:nvGrpSpPr>
          <p:cNvPr id="9" name="object 9"/>
          <p:cNvGrpSpPr/>
          <p:nvPr/>
        </p:nvGrpSpPr>
        <p:grpSpPr>
          <a:xfrm>
            <a:off x="4682997" y="2124201"/>
            <a:ext cx="3463925" cy="1148080"/>
            <a:chOff x="4682997" y="2124201"/>
            <a:chExt cx="3463925" cy="1148080"/>
          </a:xfrm>
        </p:grpSpPr>
        <p:sp>
          <p:nvSpPr>
            <p:cNvPr id="10" name="object 10"/>
            <p:cNvSpPr/>
            <p:nvPr/>
          </p:nvSpPr>
          <p:spPr>
            <a:xfrm>
              <a:off x="4689347" y="2130551"/>
              <a:ext cx="3451225" cy="1135380"/>
            </a:xfrm>
            <a:custGeom>
              <a:avLst/>
              <a:gdLst/>
              <a:ahLst/>
              <a:cxnLst/>
              <a:rect l="l" t="t" r="r" b="b"/>
              <a:pathLst>
                <a:path w="3451225" h="1135379">
                  <a:moveTo>
                    <a:pt x="0" y="1135380"/>
                  </a:moveTo>
                  <a:lnTo>
                    <a:pt x="234950" y="1135380"/>
                  </a:lnTo>
                </a:path>
                <a:path w="3451225" h="1135379">
                  <a:moveTo>
                    <a:pt x="3203448" y="394716"/>
                  </a:moveTo>
                  <a:lnTo>
                    <a:pt x="3438398" y="394716"/>
                  </a:lnTo>
                </a:path>
                <a:path w="3451225" h="1135379">
                  <a:moveTo>
                    <a:pt x="3441192" y="0"/>
                  </a:moveTo>
                  <a:lnTo>
                    <a:pt x="3450717" y="787400"/>
                  </a:lnTo>
                </a:path>
              </a:pathLst>
            </a:custGeom>
            <a:ln w="12192">
              <a:solidFill>
                <a:srgbClr val="5F5F5F"/>
              </a:solidFill>
            </a:ln>
          </p:spPr>
          <p:txBody>
            <a:bodyPr wrap="square" lIns="0" tIns="0" rIns="0" bIns="0" rtlCol="0"/>
            <a:lstStyle/>
            <a:p>
              <a:endParaRPr/>
            </a:p>
          </p:txBody>
        </p:sp>
        <p:pic>
          <p:nvPicPr>
            <p:cNvPr id="11" name="object 11"/>
            <p:cNvPicPr/>
            <p:nvPr/>
          </p:nvPicPr>
          <p:blipFill>
            <a:blip r:embed="rId4" cstate="print"/>
            <a:stretch>
              <a:fillRect/>
            </a:stretch>
          </p:blipFill>
          <p:spPr>
            <a:xfrm>
              <a:off x="7110983" y="2356142"/>
              <a:ext cx="928116" cy="355053"/>
            </a:xfrm>
            <a:prstGeom prst="rect">
              <a:avLst/>
            </a:prstGeom>
          </p:spPr>
        </p:pic>
        <p:pic>
          <p:nvPicPr>
            <p:cNvPr id="12" name="object 12"/>
            <p:cNvPicPr/>
            <p:nvPr/>
          </p:nvPicPr>
          <p:blipFill>
            <a:blip r:embed="rId5" cstate="print"/>
            <a:stretch>
              <a:fillRect/>
            </a:stretch>
          </p:blipFill>
          <p:spPr>
            <a:xfrm>
              <a:off x="7188707" y="2357666"/>
              <a:ext cx="774179" cy="400773"/>
            </a:xfrm>
            <a:prstGeom prst="rect">
              <a:avLst/>
            </a:prstGeom>
          </p:spPr>
        </p:pic>
        <p:sp>
          <p:nvSpPr>
            <p:cNvPr id="13" name="object 13"/>
            <p:cNvSpPr/>
            <p:nvPr/>
          </p:nvSpPr>
          <p:spPr>
            <a:xfrm>
              <a:off x="7153655" y="2378963"/>
              <a:ext cx="847725" cy="274320"/>
            </a:xfrm>
            <a:custGeom>
              <a:avLst/>
              <a:gdLst/>
              <a:ahLst/>
              <a:cxnLst/>
              <a:rect l="l" t="t" r="r" b="b"/>
              <a:pathLst>
                <a:path w="847725" h="274319">
                  <a:moveTo>
                    <a:pt x="801624" y="0"/>
                  </a:moveTo>
                  <a:lnTo>
                    <a:pt x="45720" y="0"/>
                  </a:lnTo>
                  <a:lnTo>
                    <a:pt x="27914" y="3589"/>
                  </a:lnTo>
                  <a:lnTo>
                    <a:pt x="13382" y="13382"/>
                  </a:lnTo>
                  <a:lnTo>
                    <a:pt x="3589" y="27914"/>
                  </a:lnTo>
                  <a:lnTo>
                    <a:pt x="0" y="45719"/>
                  </a:lnTo>
                  <a:lnTo>
                    <a:pt x="0" y="228600"/>
                  </a:lnTo>
                  <a:lnTo>
                    <a:pt x="3589" y="246405"/>
                  </a:lnTo>
                  <a:lnTo>
                    <a:pt x="13382" y="260937"/>
                  </a:lnTo>
                  <a:lnTo>
                    <a:pt x="27914" y="270730"/>
                  </a:lnTo>
                  <a:lnTo>
                    <a:pt x="45720" y="274319"/>
                  </a:lnTo>
                  <a:lnTo>
                    <a:pt x="801624" y="274319"/>
                  </a:lnTo>
                  <a:lnTo>
                    <a:pt x="819429" y="270730"/>
                  </a:lnTo>
                  <a:lnTo>
                    <a:pt x="833961" y="260937"/>
                  </a:lnTo>
                  <a:lnTo>
                    <a:pt x="843754" y="246405"/>
                  </a:lnTo>
                  <a:lnTo>
                    <a:pt x="847344" y="228600"/>
                  </a:lnTo>
                  <a:lnTo>
                    <a:pt x="847344" y="45719"/>
                  </a:lnTo>
                  <a:lnTo>
                    <a:pt x="843754" y="27914"/>
                  </a:lnTo>
                  <a:lnTo>
                    <a:pt x="833961" y="13382"/>
                  </a:lnTo>
                  <a:lnTo>
                    <a:pt x="819429" y="3589"/>
                  </a:lnTo>
                  <a:lnTo>
                    <a:pt x="801624" y="0"/>
                  </a:lnTo>
                  <a:close/>
                </a:path>
              </a:pathLst>
            </a:custGeom>
            <a:solidFill>
              <a:srgbClr val="0D80B8"/>
            </a:solidFill>
          </p:spPr>
          <p:txBody>
            <a:bodyPr wrap="square" lIns="0" tIns="0" rIns="0" bIns="0" rtlCol="0"/>
            <a:lstStyle/>
            <a:p>
              <a:endParaRPr/>
            </a:p>
          </p:txBody>
        </p:sp>
      </p:grpSp>
      <p:sp>
        <p:nvSpPr>
          <p:cNvPr id="14" name="object 14"/>
          <p:cNvSpPr txBox="1"/>
          <p:nvPr/>
        </p:nvSpPr>
        <p:spPr>
          <a:xfrm>
            <a:off x="7310373" y="2403729"/>
            <a:ext cx="535940" cy="208279"/>
          </a:xfrm>
          <a:prstGeom prst="rect">
            <a:avLst/>
          </a:prstGeom>
        </p:spPr>
        <p:txBody>
          <a:bodyPr vert="horz" wrap="square" lIns="0" tIns="12700" rIns="0" bIns="0" rtlCol="0">
            <a:spAutoFit/>
          </a:bodyPr>
          <a:lstStyle/>
          <a:p>
            <a:pPr marL="12700">
              <a:lnSpc>
                <a:spcPct val="100000"/>
              </a:lnSpc>
              <a:spcBef>
                <a:spcPts val="100"/>
              </a:spcBef>
            </a:pPr>
            <a:r>
              <a:rPr sz="1200" spc="-30" dirty="0">
                <a:solidFill>
                  <a:srgbClr val="FFFFFF"/>
                </a:solidFill>
                <a:latin typeface="Calibri"/>
                <a:cs typeface="Calibri"/>
              </a:rPr>
              <a:t>R</a:t>
            </a:r>
            <a:r>
              <a:rPr sz="1200" dirty="0">
                <a:solidFill>
                  <a:srgbClr val="FFFFFF"/>
                </a:solidFill>
                <a:latin typeface="Calibri"/>
                <a:cs typeface="Calibri"/>
              </a:rPr>
              <a:t>e</a:t>
            </a:r>
            <a:r>
              <a:rPr sz="1200" spc="5" dirty="0">
                <a:solidFill>
                  <a:srgbClr val="FFFFFF"/>
                </a:solidFill>
                <a:latin typeface="Calibri"/>
                <a:cs typeface="Calibri"/>
              </a:rPr>
              <a:t>d</a:t>
            </a:r>
            <a:r>
              <a:rPr sz="1200" dirty="0">
                <a:solidFill>
                  <a:srgbClr val="FFFFFF"/>
                </a:solidFill>
                <a:latin typeface="Calibri"/>
                <a:cs typeface="Calibri"/>
              </a:rPr>
              <a:t>u</a:t>
            </a:r>
            <a:r>
              <a:rPr sz="1200" spc="-5" dirty="0">
                <a:solidFill>
                  <a:srgbClr val="FFFFFF"/>
                </a:solidFill>
                <a:latin typeface="Calibri"/>
                <a:cs typeface="Calibri"/>
              </a:rPr>
              <a:t>c</a:t>
            </a:r>
            <a:r>
              <a:rPr sz="1200" dirty="0">
                <a:solidFill>
                  <a:srgbClr val="FFFFFF"/>
                </a:solidFill>
                <a:latin typeface="Calibri"/>
                <a:cs typeface="Calibri"/>
              </a:rPr>
              <a:t>er</a:t>
            </a:r>
            <a:endParaRPr sz="1200">
              <a:latin typeface="Calibri"/>
              <a:cs typeface="Calibri"/>
            </a:endParaRPr>
          </a:p>
        </p:txBody>
      </p:sp>
      <p:grpSp>
        <p:nvGrpSpPr>
          <p:cNvPr id="15" name="object 15"/>
          <p:cNvGrpSpPr/>
          <p:nvPr/>
        </p:nvGrpSpPr>
        <p:grpSpPr>
          <a:xfrm>
            <a:off x="906525" y="1178052"/>
            <a:ext cx="6038850" cy="2887980"/>
            <a:chOff x="906525" y="1178052"/>
            <a:chExt cx="6038850" cy="2887980"/>
          </a:xfrm>
        </p:grpSpPr>
        <p:sp>
          <p:nvSpPr>
            <p:cNvPr id="16" name="object 16"/>
            <p:cNvSpPr/>
            <p:nvPr/>
          </p:nvSpPr>
          <p:spPr>
            <a:xfrm>
              <a:off x="4689347" y="1752600"/>
              <a:ext cx="1257935" cy="817244"/>
            </a:xfrm>
            <a:custGeom>
              <a:avLst/>
              <a:gdLst/>
              <a:ahLst/>
              <a:cxnLst/>
              <a:rect l="l" t="t" r="r" b="b"/>
              <a:pathLst>
                <a:path w="1257935" h="817244">
                  <a:moveTo>
                    <a:pt x="1022603" y="816863"/>
                  </a:moveTo>
                  <a:lnTo>
                    <a:pt x="1257553" y="816863"/>
                  </a:lnTo>
                </a:path>
                <a:path w="1257935" h="817244">
                  <a:moveTo>
                    <a:pt x="0" y="0"/>
                  </a:moveTo>
                  <a:lnTo>
                    <a:pt x="234950" y="0"/>
                  </a:lnTo>
                </a:path>
              </a:pathLst>
            </a:custGeom>
            <a:ln w="12192">
              <a:solidFill>
                <a:srgbClr val="5F5F5F"/>
              </a:solidFill>
            </a:ln>
          </p:spPr>
          <p:txBody>
            <a:bodyPr wrap="square" lIns="0" tIns="0" rIns="0" bIns="0" rtlCol="0"/>
            <a:lstStyle/>
            <a:p>
              <a:endParaRPr/>
            </a:p>
          </p:txBody>
        </p:sp>
        <p:pic>
          <p:nvPicPr>
            <p:cNvPr id="17" name="object 17"/>
            <p:cNvPicPr/>
            <p:nvPr/>
          </p:nvPicPr>
          <p:blipFill>
            <a:blip r:embed="rId6" cstate="print"/>
            <a:stretch>
              <a:fillRect/>
            </a:stretch>
          </p:blipFill>
          <p:spPr>
            <a:xfrm>
              <a:off x="3913421" y="1960016"/>
              <a:ext cx="294801" cy="67710"/>
            </a:xfrm>
            <a:prstGeom prst="rect">
              <a:avLst/>
            </a:prstGeom>
          </p:spPr>
        </p:pic>
        <p:sp>
          <p:nvSpPr>
            <p:cNvPr id="18" name="object 18"/>
            <p:cNvSpPr/>
            <p:nvPr/>
          </p:nvSpPr>
          <p:spPr>
            <a:xfrm>
              <a:off x="2784347" y="1972056"/>
              <a:ext cx="1398270" cy="1765300"/>
            </a:xfrm>
            <a:custGeom>
              <a:avLst/>
              <a:gdLst/>
              <a:ahLst/>
              <a:cxnLst/>
              <a:rect l="l" t="t" r="r" b="b"/>
              <a:pathLst>
                <a:path w="1398270" h="1765300">
                  <a:moveTo>
                    <a:pt x="1162812" y="0"/>
                  </a:moveTo>
                  <a:lnTo>
                    <a:pt x="1397762" y="0"/>
                  </a:lnTo>
                </a:path>
                <a:path w="1398270" h="1765300">
                  <a:moveTo>
                    <a:pt x="0" y="1764791"/>
                  </a:moveTo>
                  <a:lnTo>
                    <a:pt x="289560" y="1764791"/>
                  </a:lnTo>
                  <a:lnTo>
                    <a:pt x="289560" y="897635"/>
                  </a:lnTo>
                  <a:lnTo>
                    <a:pt x="0" y="897635"/>
                  </a:lnTo>
                  <a:lnTo>
                    <a:pt x="0" y="1764791"/>
                  </a:lnTo>
                  <a:close/>
                </a:path>
              </a:pathLst>
            </a:custGeom>
            <a:ln w="12192">
              <a:solidFill>
                <a:srgbClr val="5F5F5F"/>
              </a:solidFill>
            </a:ln>
          </p:spPr>
          <p:txBody>
            <a:bodyPr wrap="square" lIns="0" tIns="0" rIns="0" bIns="0" rtlCol="0"/>
            <a:lstStyle/>
            <a:p>
              <a:endParaRPr/>
            </a:p>
          </p:txBody>
        </p:sp>
        <p:pic>
          <p:nvPicPr>
            <p:cNvPr id="19" name="object 19"/>
            <p:cNvPicPr/>
            <p:nvPr/>
          </p:nvPicPr>
          <p:blipFill>
            <a:blip r:embed="rId7" cstate="print"/>
            <a:stretch>
              <a:fillRect/>
            </a:stretch>
          </p:blipFill>
          <p:spPr>
            <a:xfrm>
              <a:off x="2474975" y="1178052"/>
              <a:ext cx="544068" cy="2887980"/>
            </a:xfrm>
            <a:prstGeom prst="rect">
              <a:avLst/>
            </a:prstGeom>
          </p:spPr>
        </p:pic>
        <p:sp>
          <p:nvSpPr>
            <p:cNvPr id="20" name="object 20"/>
            <p:cNvSpPr/>
            <p:nvPr/>
          </p:nvSpPr>
          <p:spPr>
            <a:xfrm>
              <a:off x="2517647" y="1200912"/>
              <a:ext cx="463550" cy="2807335"/>
            </a:xfrm>
            <a:custGeom>
              <a:avLst/>
              <a:gdLst/>
              <a:ahLst/>
              <a:cxnLst/>
              <a:rect l="l" t="t" r="r" b="b"/>
              <a:pathLst>
                <a:path w="463550" h="2807335">
                  <a:moveTo>
                    <a:pt x="463295" y="0"/>
                  </a:moveTo>
                  <a:lnTo>
                    <a:pt x="0" y="0"/>
                  </a:lnTo>
                  <a:lnTo>
                    <a:pt x="0" y="2807208"/>
                  </a:lnTo>
                  <a:lnTo>
                    <a:pt x="463295" y="2807208"/>
                  </a:lnTo>
                  <a:lnTo>
                    <a:pt x="463295" y="0"/>
                  </a:lnTo>
                  <a:close/>
                </a:path>
              </a:pathLst>
            </a:custGeom>
            <a:solidFill>
              <a:srgbClr val="9CB955"/>
            </a:solidFill>
          </p:spPr>
          <p:txBody>
            <a:bodyPr wrap="square" lIns="0" tIns="0" rIns="0" bIns="0" rtlCol="0"/>
            <a:lstStyle/>
            <a:p>
              <a:endParaRPr/>
            </a:p>
          </p:txBody>
        </p:sp>
        <p:sp>
          <p:nvSpPr>
            <p:cNvPr id="21" name="object 21"/>
            <p:cNvSpPr/>
            <p:nvPr/>
          </p:nvSpPr>
          <p:spPr>
            <a:xfrm>
              <a:off x="912875" y="1560576"/>
              <a:ext cx="6026150" cy="1769745"/>
            </a:xfrm>
            <a:custGeom>
              <a:avLst/>
              <a:gdLst/>
              <a:ahLst/>
              <a:cxnLst/>
              <a:rect l="l" t="t" r="r" b="b"/>
              <a:pathLst>
                <a:path w="6026150" h="1769745">
                  <a:moveTo>
                    <a:pt x="1191768" y="429768"/>
                  </a:moveTo>
                  <a:lnTo>
                    <a:pt x="1385951" y="429768"/>
                  </a:lnTo>
                </a:path>
                <a:path w="6026150" h="1769745">
                  <a:moveTo>
                    <a:pt x="1171956" y="1769364"/>
                  </a:moveTo>
                  <a:lnTo>
                    <a:pt x="1406906" y="1769364"/>
                  </a:lnTo>
                </a:path>
                <a:path w="6026150" h="1769745">
                  <a:moveTo>
                    <a:pt x="5736335" y="1392936"/>
                  </a:moveTo>
                  <a:lnTo>
                    <a:pt x="6025895" y="1392936"/>
                  </a:lnTo>
                  <a:lnTo>
                    <a:pt x="6025895" y="527304"/>
                  </a:lnTo>
                  <a:lnTo>
                    <a:pt x="5736335" y="527304"/>
                  </a:lnTo>
                  <a:lnTo>
                    <a:pt x="5736335" y="1392936"/>
                  </a:lnTo>
                  <a:close/>
                </a:path>
                <a:path w="6026150" h="1769745">
                  <a:moveTo>
                    <a:pt x="0" y="865632"/>
                  </a:moveTo>
                  <a:lnTo>
                    <a:pt x="288036" y="865632"/>
                  </a:lnTo>
                  <a:lnTo>
                    <a:pt x="288036" y="0"/>
                  </a:lnTo>
                  <a:lnTo>
                    <a:pt x="0" y="0"/>
                  </a:lnTo>
                  <a:lnTo>
                    <a:pt x="0" y="865632"/>
                  </a:lnTo>
                  <a:close/>
                </a:path>
              </a:pathLst>
            </a:custGeom>
            <a:ln w="12192">
              <a:solidFill>
                <a:srgbClr val="5F5F5F"/>
              </a:solidFill>
            </a:ln>
          </p:spPr>
          <p:txBody>
            <a:bodyPr wrap="square" lIns="0" tIns="0" rIns="0" bIns="0" rtlCol="0"/>
            <a:lstStyle/>
            <a:p>
              <a:endParaRPr/>
            </a:p>
          </p:txBody>
        </p:sp>
      </p:grpSp>
      <p:sp>
        <p:nvSpPr>
          <p:cNvPr id="22" name="object 22"/>
          <p:cNvSpPr txBox="1"/>
          <p:nvPr/>
        </p:nvSpPr>
        <p:spPr>
          <a:xfrm>
            <a:off x="2593085" y="1355216"/>
            <a:ext cx="496570" cy="208279"/>
          </a:xfrm>
          <a:prstGeom prst="rect">
            <a:avLst/>
          </a:prstGeom>
        </p:spPr>
        <p:txBody>
          <a:bodyPr vert="horz" wrap="square" lIns="0" tIns="12700" rIns="0" bIns="0" rtlCol="0">
            <a:spAutoFit/>
          </a:bodyPr>
          <a:lstStyle/>
          <a:p>
            <a:pPr marL="12700">
              <a:lnSpc>
                <a:spcPct val="100000"/>
              </a:lnSpc>
              <a:spcBef>
                <a:spcPts val="100"/>
              </a:spcBef>
              <a:tabLst>
                <a:tab pos="483234" algn="l"/>
              </a:tabLst>
            </a:pPr>
            <a:r>
              <a:rPr sz="1200" spc="-10" dirty="0">
                <a:solidFill>
                  <a:srgbClr val="252525"/>
                </a:solidFill>
                <a:latin typeface="Calibri"/>
                <a:cs typeface="Calibri"/>
              </a:rPr>
              <a:t>(B,</a:t>
            </a:r>
            <a:r>
              <a:rPr sz="1200" u="sng" spc="-10" dirty="0">
                <a:solidFill>
                  <a:srgbClr val="252525"/>
                </a:solidFill>
                <a:uFill>
                  <a:solidFill>
                    <a:srgbClr val="5F5F5F"/>
                  </a:solidFill>
                </a:uFill>
                <a:latin typeface="Calibri"/>
                <a:cs typeface="Calibri"/>
              </a:rPr>
              <a:t>1)	</a:t>
            </a:r>
            <a:endParaRPr sz="1200">
              <a:latin typeface="Calibri"/>
              <a:cs typeface="Calibri"/>
            </a:endParaRPr>
          </a:p>
        </p:txBody>
      </p:sp>
      <p:sp>
        <p:nvSpPr>
          <p:cNvPr id="23" name="object 23"/>
          <p:cNvSpPr txBox="1"/>
          <p:nvPr/>
        </p:nvSpPr>
        <p:spPr>
          <a:xfrm>
            <a:off x="2593085" y="1538096"/>
            <a:ext cx="323215" cy="939800"/>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252525"/>
                </a:solidFill>
                <a:latin typeface="Calibri"/>
                <a:cs typeface="Calibri"/>
              </a:rPr>
              <a:t>(C,1)</a:t>
            </a:r>
            <a:endParaRPr sz="1200">
              <a:latin typeface="Calibri"/>
              <a:cs typeface="Calibri"/>
            </a:endParaRPr>
          </a:p>
          <a:p>
            <a:pPr marL="12700">
              <a:lnSpc>
                <a:spcPct val="100000"/>
              </a:lnSpc>
            </a:pPr>
            <a:r>
              <a:rPr sz="1200" spc="-5" dirty="0">
                <a:solidFill>
                  <a:srgbClr val="252525"/>
                </a:solidFill>
                <a:latin typeface="Calibri"/>
                <a:cs typeface="Calibri"/>
              </a:rPr>
              <a:t>(</a:t>
            </a:r>
            <a:r>
              <a:rPr sz="1200" spc="-35" dirty="0">
                <a:solidFill>
                  <a:srgbClr val="252525"/>
                </a:solidFill>
                <a:latin typeface="Calibri"/>
                <a:cs typeface="Calibri"/>
              </a:rPr>
              <a:t>D</a:t>
            </a:r>
            <a:r>
              <a:rPr sz="1200" dirty="0">
                <a:solidFill>
                  <a:srgbClr val="252525"/>
                </a:solidFill>
                <a:latin typeface="Calibri"/>
                <a:cs typeface="Calibri"/>
              </a:rPr>
              <a:t>,1)</a:t>
            </a:r>
            <a:endParaRPr sz="1200">
              <a:latin typeface="Calibri"/>
              <a:cs typeface="Calibri"/>
            </a:endParaRPr>
          </a:p>
          <a:p>
            <a:pPr marL="12700">
              <a:lnSpc>
                <a:spcPct val="100000"/>
              </a:lnSpc>
            </a:pPr>
            <a:r>
              <a:rPr sz="1200" spc="-5" dirty="0">
                <a:solidFill>
                  <a:srgbClr val="252525"/>
                </a:solidFill>
                <a:latin typeface="Calibri"/>
                <a:cs typeface="Calibri"/>
              </a:rPr>
              <a:t>(E,1)</a:t>
            </a:r>
            <a:endParaRPr sz="1200">
              <a:latin typeface="Calibri"/>
              <a:cs typeface="Calibri"/>
            </a:endParaRPr>
          </a:p>
          <a:p>
            <a:pPr marL="12700">
              <a:lnSpc>
                <a:spcPct val="100000"/>
              </a:lnSpc>
            </a:pPr>
            <a:r>
              <a:rPr sz="1200" spc="-5" dirty="0">
                <a:solidFill>
                  <a:srgbClr val="252525"/>
                </a:solidFill>
                <a:latin typeface="Calibri"/>
                <a:cs typeface="Calibri"/>
              </a:rPr>
              <a:t>(</a:t>
            </a:r>
            <a:r>
              <a:rPr sz="1200" spc="-35" dirty="0">
                <a:solidFill>
                  <a:srgbClr val="252525"/>
                </a:solidFill>
                <a:latin typeface="Calibri"/>
                <a:cs typeface="Calibri"/>
              </a:rPr>
              <a:t>D</a:t>
            </a:r>
            <a:r>
              <a:rPr sz="1200" dirty="0">
                <a:solidFill>
                  <a:srgbClr val="252525"/>
                </a:solidFill>
                <a:latin typeface="Calibri"/>
                <a:cs typeface="Calibri"/>
              </a:rPr>
              <a:t>,1)</a:t>
            </a:r>
            <a:endParaRPr sz="1200">
              <a:latin typeface="Calibri"/>
              <a:cs typeface="Calibri"/>
            </a:endParaRPr>
          </a:p>
          <a:p>
            <a:pPr marL="12700">
              <a:lnSpc>
                <a:spcPct val="100000"/>
              </a:lnSpc>
            </a:pPr>
            <a:r>
              <a:rPr sz="1200" spc="-10" dirty="0">
                <a:solidFill>
                  <a:srgbClr val="252525"/>
                </a:solidFill>
                <a:latin typeface="Calibri"/>
                <a:cs typeface="Calibri"/>
              </a:rPr>
              <a:t>(B,1)</a:t>
            </a:r>
            <a:endParaRPr sz="1200">
              <a:latin typeface="Calibri"/>
              <a:cs typeface="Calibri"/>
            </a:endParaRPr>
          </a:p>
        </p:txBody>
      </p:sp>
      <p:sp>
        <p:nvSpPr>
          <p:cNvPr id="24" name="object 24"/>
          <p:cNvSpPr txBox="1"/>
          <p:nvPr/>
        </p:nvSpPr>
        <p:spPr>
          <a:xfrm>
            <a:off x="2593085" y="2818638"/>
            <a:ext cx="323215" cy="940435"/>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252525"/>
                </a:solidFill>
                <a:latin typeface="Calibri"/>
                <a:cs typeface="Calibri"/>
              </a:rPr>
              <a:t>(</a:t>
            </a:r>
            <a:r>
              <a:rPr sz="1200" spc="-35" dirty="0">
                <a:solidFill>
                  <a:srgbClr val="252525"/>
                </a:solidFill>
                <a:latin typeface="Calibri"/>
                <a:cs typeface="Calibri"/>
              </a:rPr>
              <a:t>D</a:t>
            </a:r>
            <a:r>
              <a:rPr sz="1200" dirty="0">
                <a:solidFill>
                  <a:srgbClr val="252525"/>
                </a:solidFill>
                <a:latin typeface="Calibri"/>
                <a:cs typeface="Calibri"/>
              </a:rPr>
              <a:t>,1)</a:t>
            </a:r>
            <a:endParaRPr sz="1200">
              <a:latin typeface="Calibri"/>
              <a:cs typeface="Calibri"/>
            </a:endParaRPr>
          </a:p>
          <a:p>
            <a:pPr marL="12700">
              <a:lnSpc>
                <a:spcPct val="100000"/>
              </a:lnSpc>
            </a:pPr>
            <a:r>
              <a:rPr sz="1200" spc="-5" dirty="0">
                <a:solidFill>
                  <a:srgbClr val="252525"/>
                </a:solidFill>
                <a:latin typeface="Calibri"/>
                <a:cs typeface="Calibri"/>
              </a:rPr>
              <a:t>(</a:t>
            </a:r>
            <a:r>
              <a:rPr sz="1200" spc="5" dirty="0">
                <a:solidFill>
                  <a:srgbClr val="252525"/>
                </a:solidFill>
                <a:latin typeface="Calibri"/>
                <a:cs typeface="Calibri"/>
              </a:rPr>
              <a:t>A</a:t>
            </a:r>
            <a:r>
              <a:rPr sz="1200" dirty="0">
                <a:solidFill>
                  <a:srgbClr val="252525"/>
                </a:solidFill>
                <a:latin typeface="Calibri"/>
                <a:cs typeface="Calibri"/>
              </a:rPr>
              <a:t>,1)</a:t>
            </a:r>
            <a:endParaRPr sz="1200">
              <a:latin typeface="Calibri"/>
              <a:cs typeface="Calibri"/>
            </a:endParaRPr>
          </a:p>
          <a:p>
            <a:pPr marL="12700">
              <a:lnSpc>
                <a:spcPct val="100000"/>
              </a:lnSpc>
            </a:pPr>
            <a:r>
              <a:rPr sz="1200" spc="-5" dirty="0">
                <a:solidFill>
                  <a:srgbClr val="252525"/>
                </a:solidFill>
                <a:latin typeface="Calibri"/>
                <a:cs typeface="Calibri"/>
              </a:rPr>
              <a:t>(</a:t>
            </a:r>
            <a:r>
              <a:rPr sz="1200" spc="5" dirty="0">
                <a:solidFill>
                  <a:srgbClr val="252525"/>
                </a:solidFill>
                <a:latin typeface="Calibri"/>
                <a:cs typeface="Calibri"/>
              </a:rPr>
              <a:t>A</a:t>
            </a:r>
            <a:r>
              <a:rPr sz="1200" dirty="0">
                <a:solidFill>
                  <a:srgbClr val="252525"/>
                </a:solidFill>
                <a:latin typeface="Calibri"/>
                <a:cs typeface="Calibri"/>
              </a:rPr>
              <a:t>,1)</a:t>
            </a:r>
            <a:endParaRPr sz="1200">
              <a:latin typeface="Calibri"/>
              <a:cs typeface="Calibri"/>
            </a:endParaRPr>
          </a:p>
          <a:p>
            <a:pPr marL="12700">
              <a:lnSpc>
                <a:spcPct val="100000"/>
              </a:lnSpc>
            </a:pPr>
            <a:r>
              <a:rPr sz="1200" spc="-5" dirty="0">
                <a:solidFill>
                  <a:srgbClr val="252525"/>
                </a:solidFill>
                <a:latin typeface="Calibri"/>
                <a:cs typeface="Calibri"/>
              </a:rPr>
              <a:t>(C,1)</a:t>
            </a:r>
            <a:endParaRPr sz="1200">
              <a:latin typeface="Calibri"/>
              <a:cs typeface="Calibri"/>
            </a:endParaRPr>
          </a:p>
          <a:p>
            <a:pPr marL="12700">
              <a:lnSpc>
                <a:spcPct val="100000"/>
              </a:lnSpc>
            </a:pPr>
            <a:r>
              <a:rPr sz="1200" spc="-10" dirty="0">
                <a:solidFill>
                  <a:srgbClr val="252525"/>
                </a:solidFill>
                <a:latin typeface="Calibri"/>
                <a:cs typeface="Calibri"/>
              </a:rPr>
              <a:t>(B,1)</a:t>
            </a:r>
            <a:endParaRPr sz="1200">
              <a:latin typeface="Calibri"/>
              <a:cs typeface="Calibri"/>
            </a:endParaRPr>
          </a:p>
        </p:txBody>
      </p:sp>
      <p:sp>
        <p:nvSpPr>
          <p:cNvPr id="25" name="object 25"/>
          <p:cNvSpPr txBox="1"/>
          <p:nvPr/>
        </p:nvSpPr>
        <p:spPr>
          <a:xfrm>
            <a:off x="2593085" y="3733291"/>
            <a:ext cx="32321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252525"/>
                </a:solidFill>
                <a:latin typeface="Calibri"/>
                <a:cs typeface="Calibri"/>
              </a:rPr>
              <a:t>(</a:t>
            </a:r>
            <a:r>
              <a:rPr sz="1200" spc="-35" dirty="0">
                <a:solidFill>
                  <a:srgbClr val="252525"/>
                </a:solidFill>
                <a:latin typeface="Calibri"/>
                <a:cs typeface="Calibri"/>
              </a:rPr>
              <a:t>D</a:t>
            </a:r>
            <a:r>
              <a:rPr sz="1200" dirty="0">
                <a:solidFill>
                  <a:srgbClr val="252525"/>
                </a:solidFill>
                <a:latin typeface="Calibri"/>
                <a:cs typeface="Calibri"/>
              </a:rPr>
              <a:t>,1)</a:t>
            </a:r>
            <a:endParaRPr sz="1200">
              <a:latin typeface="Calibri"/>
              <a:cs typeface="Calibri"/>
            </a:endParaRPr>
          </a:p>
        </p:txBody>
      </p:sp>
      <p:pic>
        <p:nvPicPr>
          <p:cNvPr id="26" name="object 26"/>
          <p:cNvPicPr/>
          <p:nvPr/>
        </p:nvPicPr>
        <p:blipFill>
          <a:blip r:embed="rId8" cstate="print"/>
          <a:stretch>
            <a:fillRect/>
          </a:stretch>
        </p:blipFill>
        <p:spPr>
          <a:xfrm>
            <a:off x="4354067" y="1463052"/>
            <a:ext cx="544067" cy="984491"/>
          </a:xfrm>
          <a:prstGeom prst="rect">
            <a:avLst/>
          </a:prstGeom>
        </p:spPr>
      </p:pic>
      <p:sp>
        <p:nvSpPr>
          <p:cNvPr id="27" name="object 27"/>
          <p:cNvSpPr txBox="1"/>
          <p:nvPr/>
        </p:nvSpPr>
        <p:spPr>
          <a:xfrm>
            <a:off x="4396740" y="1485900"/>
            <a:ext cx="463550" cy="904240"/>
          </a:xfrm>
          <a:prstGeom prst="rect">
            <a:avLst/>
          </a:prstGeom>
          <a:solidFill>
            <a:srgbClr val="9CB955"/>
          </a:solidFill>
        </p:spPr>
        <p:txBody>
          <a:bodyPr vert="horz" wrap="square" lIns="0" tIns="75565" rIns="0" bIns="0" rtlCol="0">
            <a:spAutoFit/>
          </a:bodyPr>
          <a:lstStyle/>
          <a:p>
            <a:pPr marL="66675">
              <a:lnSpc>
                <a:spcPct val="100000"/>
              </a:lnSpc>
              <a:spcBef>
                <a:spcPts val="595"/>
              </a:spcBef>
            </a:pPr>
            <a:r>
              <a:rPr sz="1200" spc="-10" dirty="0">
                <a:solidFill>
                  <a:srgbClr val="252525"/>
                </a:solidFill>
                <a:latin typeface="Calibri"/>
                <a:cs typeface="Calibri"/>
              </a:rPr>
              <a:t>(B,2)</a:t>
            </a:r>
            <a:endParaRPr sz="1200">
              <a:latin typeface="Calibri"/>
              <a:cs typeface="Calibri"/>
            </a:endParaRPr>
          </a:p>
          <a:p>
            <a:pPr marL="66675">
              <a:lnSpc>
                <a:spcPct val="100000"/>
              </a:lnSpc>
            </a:pPr>
            <a:r>
              <a:rPr sz="1200" spc="-5" dirty="0">
                <a:solidFill>
                  <a:srgbClr val="252525"/>
                </a:solidFill>
                <a:latin typeface="Calibri"/>
                <a:cs typeface="Calibri"/>
              </a:rPr>
              <a:t>(C,1)</a:t>
            </a:r>
            <a:endParaRPr sz="1200">
              <a:latin typeface="Calibri"/>
              <a:cs typeface="Calibri"/>
            </a:endParaRPr>
          </a:p>
          <a:p>
            <a:pPr marL="62230">
              <a:lnSpc>
                <a:spcPct val="100000"/>
              </a:lnSpc>
              <a:spcBef>
                <a:spcPts val="5"/>
              </a:spcBef>
            </a:pPr>
            <a:r>
              <a:rPr sz="1200" spc="-10" dirty="0">
                <a:solidFill>
                  <a:srgbClr val="252525"/>
                </a:solidFill>
                <a:latin typeface="Calibri"/>
                <a:cs typeface="Calibri"/>
              </a:rPr>
              <a:t>(D,2)</a:t>
            </a:r>
            <a:endParaRPr sz="1200">
              <a:latin typeface="Calibri"/>
              <a:cs typeface="Calibri"/>
            </a:endParaRPr>
          </a:p>
          <a:p>
            <a:pPr marL="69850">
              <a:lnSpc>
                <a:spcPct val="100000"/>
              </a:lnSpc>
            </a:pPr>
            <a:r>
              <a:rPr sz="1200" spc="-5" dirty="0">
                <a:solidFill>
                  <a:srgbClr val="252525"/>
                </a:solidFill>
                <a:latin typeface="Calibri"/>
                <a:cs typeface="Calibri"/>
              </a:rPr>
              <a:t>(E,1)</a:t>
            </a:r>
            <a:endParaRPr sz="1200">
              <a:latin typeface="Calibri"/>
              <a:cs typeface="Calibri"/>
            </a:endParaRPr>
          </a:p>
        </p:txBody>
      </p:sp>
      <p:grpSp>
        <p:nvGrpSpPr>
          <p:cNvPr id="28" name="object 28"/>
          <p:cNvGrpSpPr/>
          <p:nvPr/>
        </p:nvGrpSpPr>
        <p:grpSpPr>
          <a:xfrm>
            <a:off x="4337303" y="1967496"/>
            <a:ext cx="2545715" cy="1811020"/>
            <a:chOff x="4337303" y="1967496"/>
            <a:chExt cx="2545715" cy="1811020"/>
          </a:xfrm>
        </p:grpSpPr>
        <p:pic>
          <p:nvPicPr>
            <p:cNvPr id="29" name="object 29"/>
            <p:cNvPicPr/>
            <p:nvPr/>
          </p:nvPicPr>
          <p:blipFill>
            <a:blip r:embed="rId9" cstate="print"/>
            <a:stretch>
              <a:fillRect/>
            </a:stretch>
          </p:blipFill>
          <p:spPr>
            <a:xfrm>
              <a:off x="4337303" y="2793504"/>
              <a:ext cx="542556" cy="984491"/>
            </a:xfrm>
            <a:prstGeom prst="rect">
              <a:avLst/>
            </a:prstGeom>
          </p:spPr>
        </p:pic>
        <p:pic>
          <p:nvPicPr>
            <p:cNvPr id="30" name="object 30"/>
            <p:cNvPicPr/>
            <p:nvPr/>
          </p:nvPicPr>
          <p:blipFill>
            <a:blip r:embed="rId10" cstate="print"/>
            <a:stretch>
              <a:fillRect/>
            </a:stretch>
          </p:blipFill>
          <p:spPr>
            <a:xfrm>
              <a:off x="6041135" y="1967496"/>
              <a:ext cx="841273" cy="1150607"/>
            </a:xfrm>
            <a:prstGeom prst="rect">
              <a:avLst/>
            </a:prstGeom>
          </p:spPr>
        </p:pic>
      </p:grpSp>
      <p:sp>
        <p:nvSpPr>
          <p:cNvPr id="31" name="object 31"/>
          <p:cNvSpPr txBox="1"/>
          <p:nvPr/>
        </p:nvSpPr>
        <p:spPr>
          <a:xfrm>
            <a:off x="6083808" y="1990344"/>
            <a:ext cx="760730" cy="1069975"/>
          </a:xfrm>
          <a:prstGeom prst="rect">
            <a:avLst/>
          </a:prstGeom>
          <a:solidFill>
            <a:srgbClr val="9CB955"/>
          </a:solidFill>
        </p:spPr>
        <p:txBody>
          <a:bodyPr vert="horz" wrap="square" lIns="0" tIns="73025" rIns="0" bIns="0" rtlCol="0">
            <a:spAutoFit/>
          </a:bodyPr>
          <a:lstStyle/>
          <a:p>
            <a:pPr marL="141605">
              <a:lnSpc>
                <a:spcPct val="100000"/>
              </a:lnSpc>
              <a:spcBef>
                <a:spcPts val="575"/>
              </a:spcBef>
            </a:pPr>
            <a:r>
              <a:rPr sz="1200" dirty="0">
                <a:solidFill>
                  <a:srgbClr val="252525"/>
                </a:solidFill>
                <a:latin typeface="Calibri"/>
                <a:cs typeface="Calibri"/>
              </a:rPr>
              <a:t>(A,</a:t>
            </a:r>
            <a:r>
              <a:rPr sz="1200" spc="-40" dirty="0">
                <a:solidFill>
                  <a:srgbClr val="252525"/>
                </a:solidFill>
                <a:latin typeface="Calibri"/>
                <a:cs typeface="Calibri"/>
              </a:rPr>
              <a:t> </a:t>
            </a:r>
            <a:r>
              <a:rPr sz="1200" dirty="0">
                <a:solidFill>
                  <a:srgbClr val="252525"/>
                </a:solidFill>
                <a:latin typeface="Calibri"/>
                <a:cs typeface="Calibri"/>
              </a:rPr>
              <a:t>[2])</a:t>
            </a:r>
            <a:endParaRPr sz="1200">
              <a:latin typeface="Calibri"/>
              <a:cs typeface="Calibri"/>
            </a:endParaRPr>
          </a:p>
          <a:p>
            <a:pPr marL="88265">
              <a:lnSpc>
                <a:spcPct val="100000"/>
              </a:lnSpc>
            </a:pPr>
            <a:r>
              <a:rPr sz="1200" spc="-5" dirty="0">
                <a:solidFill>
                  <a:srgbClr val="252525"/>
                </a:solidFill>
                <a:latin typeface="Calibri"/>
                <a:cs typeface="Calibri"/>
              </a:rPr>
              <a:t>(</a:t>
            </a:r>
            <a:r>
              <a:rPr sz="1200" spc="-25" dirty="0">
                <a:solidFill>
                  <a:srgbClr val="252525"/>
                </a:solidFill>
                <a:latin typeface="Calibri"/>
                <a:cs typeface="Calibri"/>
              </a:rPr>
              <a:t>B</a:t>
            </a:r>
            <a:r>
              <a:rPr sz="1200" dirty="0">
                <a:solidFill>
                  <a:srgbClr val="252525"/>
                </a:solidFill>
                <a:latin typeface="Calibri"/>
                <a:cs typeface="Calibri"/>
              </a:rPr>
              <a:t>, [</a:t>
            </a:r>
            <a:r>
              <a:rPr sz="1200" spc="5" dirty="0">
                <a:solidFill>
                  <a:srgbClr val="252525"/>
                </a:solidFill>
                <a:latin typeface="Calibri"/>
                <a:cs typeface="Calibri"/>
              </a:rPr>
              <a:t>2</a:t>
            </a:r>
            <a:r>
              <a:rPr sz="1200" dirty="0">
                <a:solidFill>
                  <a:srgbClr val="252525"/>
                </a:solidFill>
                <a:latin typeface="Calibri"/>
                <a:cs typeface="Calibri"/>
              </a:rPr>
              <a:t>,1</a:t>
            </a:r>
            <a:r>
              <a:rPr sz="1200" spc="5" dirty="0">
                <a:solidFill>
                  <a:srgbClr val="252525"/>
                </a:solidFill>
                <a:latin typeface="Calibri"/>
                <a:cs typeface="Calibri"/>
              </a:rPr>
              <a:t>]</a:t>
            </a:r>
            <a:r>
              <a:rPr sz="1200" dirty="0">
                <a:solidFill>
                  <a:srgbClr val="252525"/>
                </a:solidFill>
                <a:latin typeface="Calibri"/>
                <a:cs typeface="Calibri"/>
              </a:rPr>
              <a:t>)</a:t>
            </a:r>
            <a:endParaRPr sz="1200">
              <a:latin typeface="Calibri"/>
              <a:cs typeface="Calibri"/>
            </a:endParaRPr>
          </a:p>
          <a:p>
            <a:pPr marL="88265">
              <a:lnSpc>
                <a:spcPct val="100000"/>
              </a:lnSpc>
            </a:pPr>
            <a:r>
              <a:rPr sz="1200" spc="-5" dirty="0">
                <a:solidFill>
                  <a:srgbClr val="252525"/>
                </a:solidFill>
                <a:latin typeface="Calibri"/>
                <a:cs typeface="Calibri"/>
              </a:rPr>
              <a:t>(</a:t>
            </a:r>
            <a:r>
              <a:rPr sz="1200" spc="-10" dirty="0">
                <a:solidFill>
                  <a:srgbClr val="252525"/>
                </a:solidFill>
                <a:latin typeface="Calibri"/>
                <a:cs typeface="Calibri"/>
              </a:rPr>
              <a:t>C</a:t>
            </a:r>
            <a:r>
              <a:rPr sz="1200" dirty="0">
                <a:solidFill>
                  <a:srgbClr val="252525"/>
                </a:solidFill>
                <a:latin typeface="Calibri"/>
                <a:cs typeface="Calibri"/>
              </a:rPr>
              <a:t>, [</a:t>
            </a:r>
            <a:r>
              <a:rPr sz="1200" spc="5" dirty="0">
                <a:solidFill>
                  <a:srgbClr val="252525"/>
                </a:solidFill>
                <a:latin typeface="Calibri"/>
                <a:cs typeface="Calibri"/>
              </a:rPr>
              <a:t>1</a:t>
            </a:r>
            <a:r>
              <a:rPr sz="1200" dirty="0">
                <a:solidFill>
                  <a:srgbClr val="252525"/>
                </a:solidFill>
                <a:latin typeface="Calibri"/>
                <a:cs typeface="Calibri"/>
              </a:rPr>
              <a:t>,1</a:t>
            </a:r>
            <a:r>
              <a:rPr sz="1200" spc="5" dirty="0">
                <a:solidFill>
                  <a:srgbClr val="252525"/>
                </a:solidFill>
                <a:latin typeface="Calibri"/>
                <a:cs typeface="Calibri"/>
              </a:rPr>
              <a:t>]</a:t>
            </a:r>
            <a:r>
              <a:rPr sz="1200" dirty="0">
                <a:solidFill>
                  <a:srgbClr val="252525"/>
                </a:solidFill>
                <a:latin typeface="Calibri"/>
                <a:cs typeface="Calibri"/>
              </a:rPr>
              <a:t>)</a:t>
            </a:r>
            <a:endParaRPr sz="1200">
              <a:latin typeface="Calibri"/>
              <a:cs typeface="Calibri"/>
            </a:endParaRPr>
          </a:p>
          <a:p>
            <a:pPr marL="83820">
              <a:lnSpc>
                <a:spcPct val="100000"/>
              </a:lnSpc>
            </a:pPr>
            <a:r>
              <a:rPr sz="1200" spc="-5" dirty="0">
                <a:solidFill>
                  <a:srgbClr val="252525"/>
                </a:solidFill>
                <a:latin typeface="Calibri"/>
                <a:cs typeface="Calibri"/>
              </a:rPr>
              <a:t>(</a:t>
            </a:r>
            <a:r>
              <a:rPr sz="1200" spc="-35" dirty="0">
                <a:solidFill>
                  <a:srgbClr val="252525"/>
                </a:solidFill>
                <a:latin typeface="Calibri"/>
                <a:cs typeface="Calibri"/>
              </a:rPr>
              <a:t>D</a:t>
            </a:r>
            <a:r>
              <a:rPr sz="1200" dirty="0">
                <a:solidFill>
                  <a:srgbClr val="252525"/>
                </a:solidFill>
                <a:latin typeface="Calibri"/>
                <a:cs typeface="Calibri"/>
              </a:rPr>
              <a:t>, [</a:t>
            </a:r>
            <a:r>
              <a:rPr sz="1200" spc="5" dirty="0">
                <a:solidFill>
                  <a:srgbClr val="252525"/>
                </a:solidFill>
                <a:latin typeface="Calibri"/>
                <a:cs typeface="Calibri"/>
              </a:rPr>
              <a:t>2</a:t>
            </a:r>
            <a:r>
              <a:rPr sz="1200" dirty="0">
                <a:solidFill>
                  <a:srgbClr val="252525"/>
                </a:solidFill>
                <a:latin typeface="Calibri"/>
                <a:cs typeface="Calibri"/>
              </a:rPr>
              <a:t>,2</a:t>
            </a:r>
            <a:r>
              <a:rPr sz="1200" spc="5" dirty="0">
                <a:solidFill>
                  <a:srgbClr val="252525"/>
                </a:solidFill>
                <a:latin typeface="Calibri"/>
                <a:cs typeface="Calibri"/>
              </a:rPr>
              <a:t>]</a:t>
            </a:r>
            <a:r>
              <a:rPr sz="1200" dirty="0">
                <a:solidFill>
                  <a:srgbClr val="252525"/>
                </a:solidFill>
                <a:latin typeface="Calibri"/>
                <a:cs typeface="Calibri"/>
              </a:rPr>
              <a:t>)</a:t>
            </a:r>
            <a:endParaRPr sz="1200">
              <a:latin typeface="Calibri"/>
              <a:cs typeface="Calibri"/>
            </a:endParaRPr>
          </a:p>
          <a:p>
            <a:pPr marL="149225">
              <a:lnSpc>
                <a:spcPct val="100000"/>
              </a:lnSpc>
            </a:pPr>
            <a:r>
              <a:rPr sz="1200" spc="-5" dirty="0">
                <a:solidFill>
                  <a:srgbClr val="252525"/>
                </a:solidFill>
                <a:latin typeface="Calibri"/>
                <a:cs typeface="Calibri"/>
              </a:rPr>
              <a:t>(E,</a:t>
            </a:r>
            <a:r>
              <a:rPr sz="1200" spc="-40" dirty="0">
                <a:solidFill>
                  <a:srgbClr val="252525"/>
                </a:solidFill>
                <a:latin typeface="Calibri"/>
                <a:cs typeface="Calibri"/>
              </a:rPr>
              <a:t> </a:t>
            </a:r>
            <a:r>
              <a:rPr sz="1200" dirty="0">
                <a:solidFill>
                  <a:srgbClr val="252525"/>
                </a:solidFill>
                <a:latin typeface="Calibri"/>
                <a:cs typeface="Calibri"/>
              </a:rPr>
              <a:t>[1])</a:t>
            </a:r>
            <a:endParaRPr sz="1200">
              <a:latin typeface="Calibri"/>
              <a:cs typeface="Calibri"/>
            </a:endParaRPr>
          </a:p>
        </p:txBody>
      </p:sp>
      <p:grpSp>
        <p:nvGrpSpPr>
          <p:cNvPr id="32" name="object 32"/>
          <p:cNvGrpSpPr/>
          <p:nvPr/>
        </p:nvGrpSpPr>
        <p:grpSpPr>
          <a:xfrm>
            <a:off x="8301205" y="1976555"/>
            <a:ext cx="620395" cy="1163320"/>
            <a:chOff x="8301205" y="1976555"/>
            <a:chExt cx="620395" cy="1163320"/>
          </a:xfrm>
        </p:grpSpPr>
        <p:pic>
          <p:nvPicPr>
            <p:cNvPr id="33" name="object 33"/>
            <p:cNvPicPr/>
            <p:nvPr/>
          </p:nvPicPr>
          <p:blipFill>
            <a:blip r:embed="rId11" cstate="print"/>
            <a:stretch>
              <a:fillRect/>
            </a:stretch>
          </p:blipFill>
          <p:spPr>
            <a:xfrm>
              <a:off x="8301205" y="1976555"/>
              <a:ext cx="620286" cy="1144655"/>
            </a:xfrm>
            <a:prstGeom prst="rect">
              <a:avLst/>
            </a:prstGeom>
          </p:spPr>
        </p:pic>
        <p:pic>
          <p:nvPicPr>
            <p:cNvPr id="34" name="object 34"/>
            <p:cNvPicPr/>
            <p:nvPr/>
          </p:nvPicPr>
          <p:blipFill>
            <a:blip r:embed="rId12" cstate="print"/>
            <a:stretch>
              <a:fillRect/>
            </a:stretch>
          </p:blipFill>
          <p:spPr>
            <a:xfrm>
              <a:off x="8330183" y="2007120"/>
              <a:ext cx="560844" cy="1132319"/>
            </a:xfrm>
            <a:prstGeom prst="rect">
              <a:avLst/>
            </a:prstGeom>
          </p:spPr>
        </p:pic>
      </p:grpSp>
      <p:sp>
        <p:nvSpPr>
          <p:cNvPr id="35" name="object 35"/>
          <p:cNvSpPr txBox="1"/>
          <p:nvPr/>
        </p:nvSpPr>
        <p:spPr>
          <a:xfrm>
            <a:off x="8334756" y="1990344"/>
            <a:ext cx="558165" cy="1082040"/>
          </a:xfrm>
          <a:prstGeom prst="rect">
            <a:avLst/>
          </a:prstGeom>
          <a:solidFill>
            <a:srgbClr val="9CB955"/>
          </a:solidFill>
        </p:spPr>
        <p:txBody>
          <a:bodyPr vert="horz" wrap="square" lIns="0" tIns="74930" rIns="0" bIns="0" rtlCol="0">
            <a:spAutoFit/>
          </a:bodyPr>
          <a:lstStyle/>
          <a:p>
            <a:pPr marL="130810">
              <a:lnSpc>
                <a:spcPct val="100000"/>
              </a:lnSpc>
              <a:spcBef>
                <a:spcPts val="590"/>
              </a:spcBef>
            </a:pPr>
            <a:r>
              <a:rPr sz="1200" dirty="0">
                <a:solidFill>
                  <a:srgbClr val="252525"/>
                </a:solidFill>
                <a:latin typeface="Calibri"/>
                <a:cs typeface="Calibri"/>
              </a:rPr>
              <a:t>(A,2)</a:t>
            </a:r>
            <a:endParaRPr sz="1200">
              <a:latin typeface="Calibri"/>
              <a:cs typeface="Calibri"/>
            </a:endParaRPr>
          </a:p>
          <a:p>
            <a:pPr marL="135255">
              <a:lnSpc>
                <a:spcPct val="100000"/>
              </a:lnSpc>
            </a:pPr>
            <a:r>
              <a:rPr sz="1200" spc="-10" dirty="0">
                <a:solidFill>
                  <a:srgbClr val="252525"/>
                </a:solidFill>
                <a:latin typeface="Calibri"/>
                <a:cs typeface="Calibri"/>
              </a:rPr>
              <a:t>(B,3)</a:t>
            </a:r>
            <a:endParaRPr sz="1200">
              <a:latin typeface="Calibri"/>
              <a:cs typeface="Calibri"/>
            </a:endParaRPr>
          </a:p>
          <a:p>
            <a:pPr marL="135255">
              <a:lnSpc>
                <a:spcPct val="100000"/>
              </a:lnSpc>
            </a:pPr>
            <a:r>
              <a:rPr sz="1200" spc="-5" dirty="0">
                <a:solidFill>
                  <a:srgbClr val="252525"/>
                </a:solidFill>
                <a:latin typeface="Calibri"/>
                <a:cs typeface="Calibri"/>
              </a:rPr>
              <a:t>(C,2)</a:t>
            </a:r>
            <a:endParaRPr sz="1200">
              <a:latin typeface="Calibri"/>
              <a:cs typeface="Calibri"/>
            </a:endParaRPr>
          </a:p>
          <a:p>
            <a:pPr marL="130810">
              <a:lnSpc>
                <a:spcPct val="100000"/>
              </a:lnSpc>
            </a:pPr>
            <a:r>
              <a:rPr sz="1200" spc="-10" dirty="0">
                <a:solidFill>
                  <a:srgbClr val="252525"/>
                </a:solidFill>
                <a:latin typeface="Calibri"/>
                <a:cs typeface="Calibri"/>
              </a:rPr>
              <a:t>(D,4)</a:t>
            </a:r>
            <a:endParaRPr sz="1200">
              <a:latin typeface="Calibri"/>
              <a:cs typeface="Calibri"/>
            </a:endParaRPr>
          </a:p>
          <a:p>
            <a:pPr marL="138430">
              <a:lnSpc>
                <a:spcPct val="100000"/>
              </a:lnSpc>
            </a:pPr>
            <a:r>
              <a:rPr sz="1200" spc="-10" dirty="0">
                <a:solidFill>
                  <a:srgbClr val="252525"/>
                </a:solidFill>
                <a:latin typeface="Calibri"/>
                <a:cs typeface="Calibri"/>
              </a:rPr>
              <a:t>(E,1)</a:t>
            </a:r>
            <a:endParaRPr sz="1200">
              <a:latin typeface="Calibri"/>
              <a:cs typeface="Calibri"/>
            </a:endParaRPr>
          </a:p>
        </p:txBody>
      </p:sp>
      <p:grpSp>
        <p:nvGrpSpPr>
          <p:cNvPr id="36" name="object 36"/>
          <p:cNvGrpSpPr/>
          <p:nvPr/>
        </p:nvGrpSpPr>
        <p:grpSpPr>
          <a:xfrm>
            <a:off x="4977384" y="2403373"/>
            <a:ext cx="928369" cy="401320"/>
            <a:chOff x="4977384" y="2403373"/>
            <a:chExt cx="928369" cy="401320"/>
          </a:xfrm>
        </p:grpSpPr>
        <p:pic>
          <p:nvPicPr>
            <p:cNvPr id="37" name="object 37"/>
            <p:cNvPicPr/>
            <p:nvPr/>
          </p:nvPicPr>
          <p:blipFill>
            <a:blip r:embed="rId2" cstate="print"/>
            <a:stretch>
              <a:fillRect/>
            </a:stretch>
          </p:blipFill>
          <p:spPr>
            <a:xfrm>
              <a:off x="4977384" y="2403373"/>
              <a:ext cx="928115" cy="353542"/>
            </a:xfrm>
            <a:prstGeom prst="rect">
              <a:avLst/>
            </a:prstGeom>
          </p:spPr>
        </p:pic>
        <p:pic>
          <p:nvPicPr>
            <p:cNvPr id="38" name="object 38"/>
            <p:cNvPicPr/>
            <p:nvPr/>
          </p:nvPicPr>
          <p:blipFill>
            <a:blip r:embed="rId13" cstate="print"/>
            <a:stretch>
              <a:fillRect/>
            </a:stretch>
          </p:blipFill>
          <p:spPr>
            <a:xfrm>
              <a:off x="5093208" y="2403386"/>
              <a:ext cx="698004" cy="400773"/>
            </a:xfrm>
            <a:prstGeom prst="rect">
              <a:avLst/>
            </a:prstGeom>
          </p:spPr>
        </p:pic>
        <p:sp>
          <p:nvSpPr>
            <p:cNvPr id="39" name="object 39"/>
            <p:cNvSpPr/>
            <p:nvPr/>
          </p:nvSpPr>
          <p:spPr>
            <a:xfrm>
              <a:off x="5020056" y="2426208"/>
              <a:ext cx="847725" cy="273050"/>
            </a:xfrm>
            <a:custGeom>
              <a:avLst/>
              <a:gdLst/>
              <a:ahLst/>
              <a:cxnLst/>
              <a:rect l="l" t="t" r="r" b="b"/>
              <a:pathLst>
                <a:path w="847725" h="273050">
                  <a:moveTo>
                    <a:pt x="801878" y="0"/>
                  </a:moveTo>
                  <a:lnTo>
                    <a:pt x="45466" y="0"/>
                  </a:lnTo>
                  <a:lnTo>
                    <a:pt x="27753" y="3567"/>
                  </a:lnTo>
                  <a:lnTo>
                    <a:pt x="13303" y="13303"/>
                  </a:lnTo>
                  <a:lnTo>
                    <a:pt x="3567" y="27753"/>
                  </a:lnTo>
                  <a:lnTo>
                    <a:pt x="0" y="45466"/>
                  </a:lnTo>
                  <a:lnTo>
                    <a:pt x="0" y="227330"/>
                  </a:lnTo>
                  <a:lnTo>
                    <a:pt x="3567" y="245042"/>
                  </a:lnTo>
                  <a:lnTo>
                    <a:pt x="13303" y="259492"/>
                  </a:lnTo>
                  <a:lnTo>
                    <a:pt x="27753" y="269228"/>
                  </a:lnTo>
                  <a:lnTo>
                    <a:pt x="45466" y="272796"/>
                  </a:lnTo>
                  <a:lnTo>
                    <a:pt x="801878" y="272796"/>
                  </a:lnTo>
                  <a:lnTo>
                    <a:pt x="819590" y="269228"/>
                  </a:lnTo>
                  <a:lnTo>
                    <a:pt x="834040" y="259492"/>
                  </a:lnTo>
                  <a:lnTo>
                    <a:pt x="843776" y="245042"/>
                  </a:lnTo>
                  <a:lnTo>
                    <a:pt x="847344" y="227330"/>
                  </a:lnTo>
                  <a:lnTo>
                    <a:pt x="847344" y="45466"/>
                  </a:lnTo>
                  <a:lnTo>
                    <a:pt x="843776" y="27753"/>
                  </a:lnTo>
                  <a:lnTo>
                    <a:pt x="834040" y="13303"/>
                  </a:lnTo>
                  <a:lnTo>
                    <a:pt x="819590" y="3567"/>
                  </a:lnTo>
                  <a:lnTo>
                    <a:pt x="801878" y="0"/>
                  </a:lnTo>
                  <a:close/>
                </a:path>
              </a:pathLst>
            </a:custGeom>
            <a:solidFill>
              <a:srgbClr val="0D80B8"/>
            </a:solidFill>
          </p:spPr>
          <p:txBody>
            <a:bodyPr wrap="square" lIns="0" tIns="0" rIns="0" bIns="0" rtlCol="0"/>
            <a:lstStyle/>
            <a:p>
              <a:endParaRPr/>
            </a:p>
          </p:txBody>
        </p:sp>
      </p:grpSp>
      <p:sp>
        <p:nvSpPr>
          <p:cNvPr id="40" name="object 40"/>
          <p:cNvSpPr txBox="1"/>
          <p:nvPr/>
        </p:nvSpPr>
        <p:spPr>
          <a:xfrm>
            <a:off x="5214620" y="2449829"/>
            <a:ext cx="45974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S</a:t>
            </a:r>
            <a:r>
              <a:rPr sz="1200" spc="5" dirty="0">
                <a:solidFill>
                  <a:srgbClr val="FFFFFF"/>
                </a:solidFill>
                <a:latin typeface="Calibri"/>
                <a:cs typeface="Calibri"/>
              </a:rPr>
              <a:t>h</a:t>
            </a:r>
            <a:r>
              <a:rPr sz="1200" dirty="0">
                <a:solidFill>
                  <a:srgbClr val="FFFFFF"/>
                </a:solidFill>
                <a:latin typeface="Calibri"/>
                <a:cs typeface="Calibri"/>
              </a:rPr>
              <a:t>u</a:t>
            </a:r>
            <a:r>
              <a:rPr sz="1200" spc="-10" dirty="0">
                <a:solidFill>
                  <a:srgbClr val="FFFFFF"/>
                </a:solidFill>
                <a:latin typeface="Calibri"/>
                <a:cs typeface="Calibri"/>
              </a:rPr>
              <a:t>ff</a:t>
            </a:r>
            <a:r>
              <a:rPr sz="1200" dirty="0">
                <a:solidFill>
                  <a:srgbClr val="FFFFFF"/>
                </a:solidFill>
                <a:latin typeface="Calibri"/>
                <a:cs typeface="Calibri"/>
              </a:rPr>
              <a:t>le</a:t>
            </a:r>
            <a:endParaRPr sz="1200">
              <a:latin typeface="Calibri"/>
              <a:cs typeface="Calibri"/>
            </a:endParaRPr>
          </a:p>
        </p:txBody>
      </p:sp>
      <p:grpSp>
        <p:nvGrpSpPr>
          <p:cNvPr id="41" name="object 41"/>
          <p:cNvGrpSpPr/>
          <p:nvPr/>
        </p:nvGrpSpPr>
        <p:grpSpPr>
          <a:xfrm>
            <a:off x="3233927" y="1813585"/>
            <a:ext cx="928369" cy="402590"/>
            <a:chOff x="3233927" y="1813585"/>
            <a:chExt cx="928369" cy="402590"/>
          </a:xfrm>
        </p:grpSpPr>
        <p:pic>
          <p:nvPicPr>
            <p:cNvPr id="42" name="object 42"/>
            <p:cNvPicPr/>
            <p:nvPr/>
          </p:nvPicPr>
          <p:blipFill>
            <a:blip r:embed="rId2" cstate="print"/>
            <a:stretch>
              <a:fillRect/>
            </a:stretch>
          </p:blipFill>
          <p:spPr>
            <a:xfrm>
              <a:off x="3233927" y="1813585"/>
              <a:ext cx="928115" cy="353542"/>
            </a:xfrm>
            <a:prstGeom prst="rect">
              <a:avLst/>
            </a:prstGeom>
          </p:spPr>
        </p:pic>
        <p:pic>
          <p:nvPicPr>
            <p:cNvPr id="43" name="object 43"/>
            <p:cNvPicPr/>
            <p:nvPr/>
          </p:nvPicPr>
          <p:blipFill>
            <a:blip r:embed="rId14" cstate="print"/>
            <a:stretch>
              <a:fillRect/>
            </a:stretch>
          </p:blipFill>
          <p:spPr>
            <a:xfrm>
              <a:off x="3261359" y="1815122"/>
              <a:ext cx="873251" cy="400773"/>
            </a:xfrm>
            <a:prstGeom prst="rect">
              <a:avLst/>
            </a:prstGeom>
          </p:spPr>
        </p:pic>
        <p:sp>
          <p:nvSpPr>
            <p:cNvPr id="44" name="object 44"/>
            <p:cNvSpPr/>
            <p:nvPr/>
          </p:nvSpPr>
          <p:spPr>
            <a:xfrm>
              <a:off x="3276599" y="1836420"/>
              <a:ext cx="847725" cy="273050"/>
            </a:xfrm>
            <a:custGeom>
              <a:avLst/>
              <a:gdLst/>
              <a:ahLst/>
              <a:cxnLst/>
              <a:rect l="l" t="t" r="r" b="b"/>
              <a:pathLst>
                <a:path w="847725" h="273050">
                  <a:moveTo>
                    <a:pt x="801877" y="0"/>
                  </a:moveTo>
                  <a:lnTo>
                    <a:pt x="45465" y="0"/>
                  </a:lnTo>
                  <a:lnTo>
                    <a:pt x="27753" y="3567"/>
                  </a:lnTo>
                  <a:lnTo>
                    <a:pt x="13303" y="13303"/>
                  </a:lnTo>
                  <a:lnTo>
                    <a:pt x="3567" y="27753"/>
                  </a:lnTo>
                  <a:lnTo>
                    <a:pt x="0" y="45465"/>
                  </a:lnTo>
                  <a:lnTo>
                    <a:pt x="0" y="227329"/>
                  </a:lnTo>
                  <a:lnTo>
                    <a:pt x="3567" y="245042"/>
                  </a:lnTo>
                  <a:lnTo>
                    <a:pt x="13303" y="259492"/>
                  </a:lnTo>
                  <a:lnTo>
                    <a:pt x="27753" y="269228"/>
                  </a:lnTo>
                  <a:lnTo>
                    <a:pt x="45465" y="272795"/>
                  </a:lnTo>
                  <a:lnTo>
                    <a:pt x="801877" y="272795"/>
                  </a:lnTo>
                  <a:lnTo>
                    <a:pt x="819590" y="269228"/>
                  </a:lnTo>
                  <a:lnTo>
                    <a:pt x="834040" y="259492"/>
                  </a:lnTo>
                  <a:lnTo>
                    <a:pt x="843776" y="245042"/>
                  </a:lnTo>
                  <a:lnTo>
                    <a:pt x="847344" y="227329"/>
                  </a:lnTo>
                  <a:lnTo>
                    <a:pt x="847344" y="45465"/>
                  </a:lnTo>
                  <a:lnTo>
                    <a:pt x="843776" y="27753"/>
                  </a:lnTo>
                  <a:lnTo>
                    <a:pt x="834040" y="13303"/>
                  </a:lnTo>
                  <a:lnTo>
                    <a:pt x="819590" y="3567"/>
                  </a:lnTo>
                  <a:lnTo>
                    <a:pt x="801877" y="0"/>
                  </a:lnTo>
                  <a:close/>
                </a:path>
              </a:pathLst>
            </a:custGeom>
            <a:solidFill>
              <a:srgbClr val="0D80B8"/>
            </a:solidFill>
          </p:spPr>
          <p:txBody>
            <a:bodyPr wrap="square" lIns="0" tIns="0" rIns="0" bIns="0" rtlCol="0"/>
            <a:lstStyle/>
            <a:p>
              <a:endParaRPr/>
            </a:p>
          </p:txBody>
        </p:sp>
      </p:grpSp>
      <p:sp>
        <p:nvSpPr>
          <p:cNvPr id="45" name="object 45"/>
          <p:cNvSpPr txBox="1"/>
          <p:nvPr/>
        </p:nvSpPr>
        <p:spPr>
          <a:xfrm>
            <a:off x="3383026" y="1860550"/>
            <a:ext cx="63436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Combiner</a:t>
            </a:r>
            <a:endParaRPr sz="1200">
              <a:latin typeface="Calibri"/>
              <a:cs typeface="Calibri"/>
            </a:endParaRPr>
          </a:p>
        </p:txBody>
      </p:sp>
      <p:grpSp>
        <p:nvGrpSpPr>
          <p:cNvPr id="46" name="object 46"/>
          <p:cNvGrpSpPr/>
          <p:nvPr/>
        </p:nvGrpSpPr>
        <p:grpSpPr>
          <a:xfrm>
            <a:off x="1360932" y="1831873"/>
            <a:ext cx="929640" cy="353695"/>
            <a:chOff x="1360932" y="1831873"/>
            <a:chExt cx="929640" cy="353695"/>
          </a:xfrm>
        </p:grpSpPr>
        <p:pic>
          <p:nvPicPr>
            <p:cNvPr id="47" name="object 47"/>
            <p:cNvPicPr/>
            <p:nvPr/>
          </p:nvPicPr>
          <p:blipFill>
            <a:blip r:embed="rId15" cstate="print"/>
            <a:stretch>
              <a:fillRect/>
            </a:stretch>
          </p:blipFill>
          <p:spPr>
            <a:xfrm>
              <a:off x="1360932" y="1831873"/>
              <a:ext cx="929627" cy="353542"/>
            </a:xfrm>
            <a:prstGeom prst="rect">
              <a:avLst/>
            </a:prstGeom>
          </p:spPr>
        </p:pic>
        <p:sp>
          <p:nvSpPr>
            <p:cNvPr id="48" name="object 48"/>
            <p:cNvSpPr/>
            <p:nvPr/>
          </p:nvSpPr>
          <p:spPr>
            <a:xfrm>
              <a:off x="1403604" y="1854708"/>
              <a:ext cx="848994" cy="273050"/>
            </a:xfrm>
            <a:custGeom>
              <a:avLst/>
              <a:gdLst/>
              <a:ahLst/>
              <a:cxnLst/>
              <a:rect l="l" t="t" r="r" b="b"/>
              <a:pathLst>
                <a:path w="848994" h="273050">
                  <a:moveTo>
                    <a:pt x="803402" y="0"/>
                  </a:moveTo>
                  <a:lnTo>
                    <a:pt x="45465" y="0"/>
                  </a:lnTo>
                  <a:lnTo>
                    <a:pt x="27753" y="3567"/>
                  </a:lnTo>
                  <a:lnTo>
                    <a:pt x="13303" y="13303"/>
                  </a:lnTo>
                  <a:lnTo>
                    <a:pt x="3567" y="27753"/>
                  </a:lnTo>
                  <a:lnTo>
                    <a:pt x="0" y="45465"/>
                  </a:lnTo>
                  <a:lnTo>
                    <a:pt x="0" y="227329"/>
                  </a:lnTo>
                  <a:lnTo>
                    <a:pt x="3567" y="245042"/>
                  </a:lnTo>
                  <a:lnTo>
                    <a:pt x="13303" y="259492"/>
                  </a:lnTo>
                  <a:lnTo>
                    <a:pt x="27753" y="269228"/>
                  </a:lnTo>
                  <a:lnTo>
                    <a:pt x="45465" y="272795"/>
                  </a:lnTo>
                  <a:lnTo>
                    <a:pt x="803402" y="272795"/>
                  </a:lnTo>
                  <a:lnTo>
                    <a:pt x="821114" y="269228"/>
                  </a:lnTo>
                  <a:lnTo>
                    <a:pt x="835564" y="259492"/>
                  </a:lnTo>
                  <a:lnTo>
                    <a:pt x="845300" y="245042"/>
                  </a:lnTo>
                  <a:lnTo>
                    <a:pt x="848868" y="227329"/>
                  </a:lnTo>
                  <a:lnTo>
                    <a:pt x="848868" y="45465"/>
                  </a:lnTo>
                  <a:lnTo>
                    <a:pt x="845300" y="27753"/>
                  </a:lnTo>
                  <a:lnTo>
                    <a:pt x="835564" y="13303"/>
                  </a:lnTo>
                  <a:lnTo>
                    <a:pt x="821114" y="3567"/>
                  </a:lnTo>
                  <a:lnTo>
                    <a:pt x="803402" y="0"/>
                  </a:lnTo>
                  <a:close/>
                </a:path>
              </a:pathLst>
            </a:custGeom>
            <a:solidFill>
              <a:srgbClr val="16A995"/>
            </a:solidFill>
          </p:spPr>
          <p:txBody>
            <a:bodyPr wrap="square" lIns="0" tIns="0" rIns="0" bIns="0" rtlCol="0"/>
            <a:lstStyle/>
            <a:p>
              <a:endParaRPr/>
            </a:p>
          </p:txBody>
        </p:sp>
      </p:grpSp>
      <p:sp>
        <p:nvSpPr>
          <p:cNvPr id="49" name="object 49"/>
          <p:cNvSpPr txBox="1"/>
          <p:nvPr/>
        </p:nvSpPr>
        <p:spPr>
          <a:xfrm>
            <a:off x="1574419" y="1881885"/>
            <a:ext cx="52006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Ma</a:t>
            </a:r>
            <a:r>
              <a:rPr sz="1200" spc="5" dirty="0">
                <a:solidFill>
                  <a:srgbClr val="FFFFFF"/>
                </a:solidFill>
                <a:latin typeface="Calibri"/>
                <a:cs typeface="Calibri"/>
              </a:rPr>
              <a:t>p</a:t>
            </a:r>
            <a:r>
              <a:rPr sz="1200" dirty="0">
                <a:solidFill>
                  <a:srgbClr val="FFFFFF"/>
                </a:solidFill>
                <a:latin typeface="Calibri"/>
                <a:cs typeface="Calibri"/>
              </a:rPr>
              <a:t>per</a:t>
            </a:r>
            <a:endParaRPr sz="1200">
              <a:latin typeface="Calibri"/>
              <a:cs typeface="Calibri"/>
            </a:endParaRPr>
          </a:p>
        </p:txBody>
      </p:sp>
      <p:grpSp>
        <p:nvGrpSpPr>
          <p:cNvPr id="50" name="object 50"/>
          <p:cNvGrpSpPr/>
          <p:nvPr/>
        </p:nvGrpSpPr>
        <p:grpSpPr>
          <a:xfrm>
            <a:off x="1360932" y="3156242"/>
            <a:ext cx="929640" cy="355600"/>
            <a:chOff x="1360932" y="3156242"/>
            <a:chExt cx="929640" cy="355600"/>
          </a:xfrm>
        </p:grpSpPr>
        <p:pic>
          <p:nvPicPr>
            <p:cNvPr id="51" name="object 51"/>
            <p:cNvPicPr/>
            <p:nvPr/>
          </p:nvPicPr>
          <p:blipFill>
            <a:blip r:embed="rId16" cstate="print"/>
            <a:stretch>
              <a:fillRect/>
            </a:stretch>
          </p:blipFill>
          <p:spPr>
            <a:xfrm>
              <a:off x="1360932" y="3156242"/>
              <a:ext cx="929627" cy="355053"/>
            </a:xfrm>
            <a:prstGeom prst="rect">
              <a:avLst/>
            </a:prstGeom>
          </p:spPr>
        </p:pic>
        <p:sp>
          <p:nvSpPr>
            <p:cNvPr id="52" name="object 52"/>
            <p:cNvSpPr/>
            <p:nvPr/>
          </p:nvSpPr>
          <p:spPr>
            <a:xfrm>
              <a:off x="1403604" y="3179063"/>
              <a:ext cx="848994" cy="274320"/>
            </a:xfrm>
            <a:custGeom>
              <a:avLst/>
              <a:gdLst/>
              <a:ahLst/>
              <a:cxnLst/>
              <a:rect l="l" t="t" r="r" b="b"/>
              <a:pathLst>
                <a:path w="848994" h="274320">
                  <a:moveTo>
                    <a:pt x="803147" y="0"/>
                  </a:moveTo>
                  <a:lnTo>
                    <a:pt x="45720" y="0"/>
                  </a:lnTo>
                  <a:lnTo>
                    <a:pt x="27914" y="3589"/>
                  </a:lnTo>
                  <a:lnTo>
                    <a:pt x="13382" y="13382"/>
                  </a:lnTo>
                  <a:lnTo>
                    <a:pt x="3589" y="27914"/>
                  </a:lnTo>
                  <a:lnTo>
                    <a:pt x="0" y="45719"/>
                  </a:lnTo>
                  <a:lnTo>
                    <a:pt x="0" y="228600"/>
                  </a:lnTo>
                  <a:lnTo>
                    <a:pt x="3589" y="246405"/>
                  </a:lnTo>
                  <a:lnTo>
                    <a:pt x="13382" y="260937"/>
                  </a:lnTo>
                  <a:lnTo>
                    <a:pt x="27914" y="270730"/>
                  </a:lnTo>
                  <a:lnTo>
                    <a:pt x="45720" y="274319"/>
                  </a:lnTo>
                  <a:lnTo>
                    <a:pt x="803147" y="274319"/>
                  </a:lnTo>
                  <a:lnTo>
                    <a:pt x="820953" y="270730"/>
                  </a:lnTo>
                  <a:lnTo>
                    <a:pt x="835485" y="260937"/>
                  </a:lnTo>
                  <a:lnTo>
                    <a:pt x="845278" y="246405"/>
                  </a:lnTo>
                  <a:lnTo>
                    <a:pt x="848868" y="228600"/>
                  </a:lnTo>
                  <a:lnTo>
                    <a:pt x="848868" y="45719"/>
                  </a:lnTo>
                  <a:lnTo>
                    <a:pt x="845278" y="27914"/>
                  </a:lnTo>
                  <a:lnTo>
                    <a:pt x="835485" y="13382"/>
                  </a:lnTo>
                  <a:lnTo>
                    <a:pt x="820953" y="3589"/>
                  </a:lnTo>
                  <a:lnTo>
                    <a:pt x="803147" y="0"/>
                  </a:lnTo>
                  <a:close/>
                </a:path>
              </a:pathLst>
            </a:custGeom>
            <a:solidFill>
              <a:srgbClr val="16A995"/>
            </a:solidFill>
          </p:spPr>
          <p:txBody>
            <a:bodyPr wrap="square" lIns="0" tIns="0" rIns="0" bIns="0" rtlCol="0"/>
            <a:lstStyle/>
            <a:p>
              <a:endParaRPr/>
            </a:p>
          </p:txBody>
        </p:sp>
      </p:grpSp>
      <p:sp>
        <p:nvSpPr>
          <p:cNvPr id="53" name="object 53"/>
          <p:cNvSpPr txBox="1"/>
          <p:nvPr/>
        </p:nvSpPr>
        <p:spPr>
          <a:xfrm>
            <a:off x="1574419" y="3207766"/>
            <a:ext cx="52006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Ma</a:t>
            </a:r>
            <a:r>
              <a:rPr sz="1200" spc="5" dirty="0">
                <a:solidFill>
                  <a:srgbClr val="FFFFFF"/>
                </a:solidFill>
                <a:latin typeface="Calibri"/>
                <a:cs typeface="Calibri"/>
              </a:rPr>
              <a:t>p</a:t>
            </a:r>
            <a:r>
              <a:rPr sz="1200" dirty="0">
                <a:solidFill>
                  <a:srgbClr val="FFFFFF"/>
                </a:solidFill>
                <a:latin typeface="Calibri"/>
                <a:cs typeface="Calibri"/>
              </a:rPr>
              <a:t>per</a:t>
            </a:r>
            <a:endParaRPr sz="1200">
              <a:latin typeface="Calibri"/>
              <a:cs typeface="Calibri"/>
            </a:endParaRPr>
          </a:p>
        </p:txBody>
      </p:sp>
      <p:grpSp>
        <p:nvGrpSpPr>
          <p:cNvPr id="54" name="object 54"/>
          <p:cNvGrpSpPr/>
          <p:nvPr/>
        </p:nvGrpSpPr>
        <p:grpSpPr>
          <a:xfrm>
            <a:off x="641604" y="1226832"/>
            <a:ext cx="2477770" cy="2889885"/>
            <a:chOff x="641604" y="1226832"/>
            <a:chExt cx="2477770" cy="2889885"/>
          </a:xfrm>
        </p:grpSpPr>
        <p:sp>
          <p:nvSpPr>
            <p:cNvPr id="55" name="object 55"/>
            <p:cNvSpPr/>
            <p:nvPr/>
          </p:nvSpPr>
          <p:spPr>
            <a:xfrm>
              <a:off x="917447" y="2653283"/>
              <a:ext cx="2195195" cy="1122045"/>
            </a:xfrm>
            <a:custGeom>
              <a:avLst/>
              <a:gdLst/>
              <a:ahLst/>
              <a:cxnLst/>
              <a:rect l="l" t="t" r="r" b="b"/>
              <a:pathLst>
                <a:path w="2195195" h="1122045">
                  <a:moveTo>
                    <a:pt x="1421892" y="0"/>
                  </a:moveTo>
                  <a:lnTo>
                    <a:pt x="2195068" y="0"/>
                  </a:lnTo>
                </a:path>
                <a:path w="2195195" h="1122045">
                  <a:moveTo>
                    <a:pt x="0" y="1121664"/>
                  </a:moveTo>
                  <a:lnTo>
                    <a:pt x="288035" y="1121664"/>
                  </a:lnTo>
                  <a:lnTo>
                    <a:pt x="288035" y="257556"/>
                  </a:lnTo>
                  <a:lnTo>
                    <a:pt x="0" y="257556"/>
                  </a:lnTo>
                  <a:lnTo>
                    <a:pt x="0" y="1121664"/>
                  </a:lnTo>
                  <a:close/>
                </a:path>
              </a:pathLst>
            </a:custGeom>
            <a:ln w="12192">
              <a:solidFill>
                <a:srgbClr val="5F5F5F"/>
              </a:solidFill>
            </a:ln>
          </p:spPr>
          <p:txBody>
            <a:bodyPr wrap="square" lIns="0" tIns="0" rIns="0" bIns="0" rtlCol="0"/>
            <a:lstStyle/>
            <a:p>
              <a:endParaRPr/>
            </a:p>
          </p:txBody>
        </p:sp>
        <p:pic>
          <p:nvPicPr>
            <p:cNvPr id="56" name="object 56"/>
            <p:cNvPicPr/>
            <p:nvPr/>
          </p:nvPicPr>
          <p:blipFill>
            <a:blip r:embed="rId17" cstate="print"/>
            <a:stretch>
              <a:fillRect/>
            </a:stretch>
          </p:blipFill>
          <p:spPr>
            <a:xfrm>
              <a:off x="641604" y="1226832"/>
              <a:ext cx="512102" cy="2889504"/>
            </a:xfrm>
            <a:prstGeom prst="rect">
              <a:avLst/>
            </a:prstGeom>
          </p:spPr>
        </p:pic>
        <p:pic>
          <p:nvPicPr>
            <p:cNvPr id="57" name="object 57"/>
            <p:cNvPicPr/>
            <p:nvPr/>
          </p:nvPicPr>
          <p:blipFill>
            <a:blip r:embed="rId18" cstate="print"/>
            <a:stretch>
              <a:fillRect/>
            </a:stretch>
          </p:blipFill>
          <p:spPr>
            <a:xfrm>
              <a:off x="717804" y="1397507"/>
              <a:ext cx="358178" cy="2595372"/>
            </a:xfrm>
            <a:prstGeom prst="rect">
              <a:avLst/>
            </a:prstGeom>
          </p:spPr>
        </p:pic>
        <p:sp>
          <p:nvSpPr>
            <p:cNvPr id="58" name="object 58"/>
            <p:cNvSpPr/>
            <p:nvPr/>
          </p:nvSpPr>
          <p:spPr>
            <a:xfrm>
              <a:off x="684276" y="1249679"/>
              <a:ext cx="431800" cy="2809240"/>
            </a:xfrm>
            <a:custGeom>
              <a:avLst/>
              <a:gdLst/>
              <a:ahLst/>
              <a:cxnLst/>
              <a:rect l="l" t="t" r="r" b="b"/>
              <a:pathLst>
                <a:path w="431800" h="2809240">
                  <a:moveTo>
                    <a:pt x="431292" y="0"/>
                  </a:moveTo>
                  <a:lnTo>
                    <a:pt x="0" y="0"/>
                  </a:lnTo>
                  <a:lnTo>
                    <a:pt x="0" y="2808732"/>
                  </a:lnTo>
                  <a:lnTo>
                    <a:pt x="431292" y="2808732"/>
                  </a:lnTo>
                  <a:lnTo>
                    <a:pt x="431292" y="0"/>
                  </a:lnTo>
                  <a:close/>
                </a:path>
              </a:pathLst>
            </a:custGeom>
            <a:solidFill>
              <a:srgbClr val="9CB955"/>
            </a:solidFill>
          </p:spPr>
          <p:txBody>
            <a:bodyPr wrap="square" lIns="0" tIns="0" rIns="0" bIns="0" rtlCol="0"/>
            <a:lstStyle/>
            <a:p>
              <a:endParaRPr/>
            </a:p>
          </p:txBody>
        </p:sp>
      </p:grpSp>
      <p:sp>
        <p:nvSpPr>
          <p:cNvPr id="59" name="object 59"/>
          <p:cNvSpPr txBox="1"/>
          <p:nvPr/>
        </p:nvSpPr>
        <p:spPr>
          <a:xfrm>
            <a:off x="845921" y="1443354"/>
            <a:ext cx="10858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B</a:t>
            </a:r>
            <a:endParaRPr sz="1200">
              <a:latin typeface="Calibri"/>
              <a:cs typeface="Calibri"/>
            </a:endParaRPr>
          </a:p>
        </p:txBody>
      </p:sp>
      <p:sp>
        <p:nvSpPr>
          <p:cNvPr id="60" name="object 60"/>
          <p:cNvSpPr txBox="1"/>
          <p:nvPr/>
        </p:nvSpPr>
        <p:spPr>
          <a:xfrm>
            <a:off x="839825" y="1625930"/>
            <a:ext cx="119380" cy="940435"/>
          </a:xfrm>
          <a:prstGeom prst="rect">
            <a:avLst/>
          </a:prstGeom>
        </p:spPr>
        <p:txBody>
          <a:bodyPr vert="horz" wrap="square" lIns="0" tIns="12700" rIns="0" bIns="0" rtlCol="0">
            <a:spAutoFit/>
          </a:bodyPr>
          <a:lstStyle/>
          <a:p>
            <a:pPr marL="12700" marR="5080" indent="7620" algn="just">
              <a:lnSpc>
                <a:spcPct val="100000"/>
              </a:lnSpc>
              <a:spcBef>
                <a:spcPts val="100"/>
              </a:spcBef>
            </a:pPr>
            <a:r>
              <a:rPr sz="1200" dirty="0">
                <a:solidFill>
                  <a:srgbClr val="252525"/>
                </a:solidFill>
                <a:latin typeface="Calibri"/>
                <a:cs typeface="Calibri"/>
              </a:rPr>
              <a:t>C  D  E </a:t>
            </a:r>
            <a:r>
              <a:rPr sz="1200" spc="-260" dirty="0">
                <a:solidFill>
                  <a:srgbClr val="252525"/>
                </a:solidFill>
                <a:latin typeface="Calibri"/>
                <a:cs typeface="Calibri"/>
              </a:rPr>
              <a:t> </a:t>
            </a:r>
            <a:r>
              <a:rPr sz="1200" dirty="0">
                <a:solidFill>
                  <a:srgbClr val="252525"/>
                </a:solidFill>
                <a:latin typeface="Calibri"/>
                <a:cs typeface="Calibri"/>
              </a:rPr>
              <a:t>D  B</a:t>
            </a:r>
            <a:endParaRPr sz="1200">
              <a:latin typeface="Calibri"/>
              <a:cs typeface="Calibri"/>
            </a:endParaRPr>
          </a:p>
        </p:txBody>
      </p:sp>
      <p:sp>
        <p:nvSpPr>
          <p:cNvPr id="61" name="object 61"/>
          <p:cNvSpPr txBox="1"/>
          <p:nvPr/>
        </p:nvSpPr>
        <p:spPr>
          <a:xfrm>
            <a:off x="839825" y="2723464"/>
            <a:ext cx="119380"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D</a:t>
            </a:r>
            <a:endParaRPr sz="1200">
              <a:latin typeface="Calibri"/>
              <a:cs typeface="Calibri"/>
            </a:endParaRPr>
          </a:p>
        </p:txBody>
      </p:sp>
      <p:sp>
        <p:nvSpPr>
          <p:cNvPr id="62" name="object 62"/>
          <p:cNvSpPr txBox="1"/>
          <p:nvPr/>
        </p:nvSpPr>
        <p:spPr>
          <a:xfrm>
            <a:off x="839825" y="2907029"/>
            <a:ext cx="119380" cy="939800"/>
          </a:xfrm>
          <a:prstGeom prst="rect">
            <a:avLst/>
          </a:prstGeom>
        </p:spPr>
        <p:txBody>
          <a:bodyPr vert="horz" wrap="square" lIns="0" tIns="12700" rIns="0" bIns="0" rtlCol="0">
            <a:spAutoFit/>
          </a:bodyPr>
          <a:lstStyle/>
          <a:p>
            <a:pPr marL="12700" marR="5080" indent="2540" algn="just">
              <a:lnSpc>
                <a:spcPct val="100000"/>
              </a:lnSpc>
              <a:spcBef>
                <a:spcPts val="100"/>
              </a:spcBef>
            </a:pPr>
            <a:r>
              <a:rPr sz="1200" dirty="0">
                <a:solidFill>
                  <a:srgbClr val="252525"/>
                </a:solidFill>
                <a:latin typeface="Calibri"/>
                <a:cs typeface="Calibri"/>
              </a:rPr>
              <a:t>A  A  C  B  D</a:t>
            </a:r>
            <a:endParaRPr sz="1200">
              <a:latin typeface="Calibri"/>
              <a:cs typeface="Calibri"/>
            </a:endParaRPr>
          </a:p>
        </p:txBody>
      </p:sp>
      <p:sp>
        <p:nvSpPr>
          <p:cNvPr id="63" name="object 63"/>
          <p:cNvSpPr txBox="1"/>
          <p:nvPr/>
        </p:nvSpPr>
        <p:spPr>
          <a:xfrm>
            <a:off x="389407" y="1672115"/>
            <a:ext cx="203835" cy="542925"/>
          </a:xfrm>
          <a:prstGeom prst="rect">
            <a:avLst/>
          </a:prstGeom>
        </p:spPr>
        <p:txBody>
          <a:bodyPr vert="vert270" wrap="square" lIns="0" tIns="0" rIns="0" bIns="0" rtlCol="0">
            <a:spAutoFit/>
          </a:bodyPr>
          <a:lstStyle/>
          <a:p>
            <a:pPr marL="12700">
              <a:lnSpc>
                <a:spcPts val="1435"/>
              </a:lnSpc>
            </a:pPr>
            <a:r>
              <a:rPr sz="1400" spc="-5" dirty="0">
                <a:solidFill>
                  <a:srgbClr val="252525"/>
                </a:solidFill>
                <a:latin typeface="Calibri"/>
                <a:cs typeface="Calibri"/>
              </a:rPr>
              <a:t>Block</a:t>
            </a:r>
            <a:r>
              <a:rPr sz="1400" spc="-75" dirty="0">
                <a:solidFill>
                  <a:srgbClr val="252525"/>
                </a:solidFill>
                <a:latin typeface="Calibri"/>
                <a:cs typeface="Calibri"/>
              </a:rPr>
              <a:t> </a:t>
            </a:r>
            <a:r>
              <a:rPr sz="1400" dirty="0">
                <a:solidFill>
                  <a:srgbClr val="252525"/>
                </a:solidFill>
                <a:latin typeface="Calibri"/>
                <a:cs typeface="Calibri"/>
              </a:rPr>
              <a:t>1</a:t>
            </a:r>
            <a:endParaRPr sz="1400">
              <a:latin typeface="Calibri"/>
              <a:cs typeface="Calibri"/>
            </a:endParaRPr>
          </a:p>
        </p:txBody>
      </p:sp>
      <p:sp>
        <p:nvSpPr>
          <p:cNvPr id="64" name="object 64"/>
          <p:cNvSpPr txBox="1"/>
          <p:nvPr/>
        </p:nvSpPr>
        <p:spPr>
          <a:xfrm>
            <a:off x="397332" y="2980596"/>
            <a:ext cx="203835" cy="542925"/>
          </a:xfrm>
          <a:prstGeom prst="rect">
            <a:avLst/>
          </a:prstGeom>
        </p:spPr>
        <p:txBody>
          <a:bodyPr vert="vert270" wrap="square" lIns="0" tIns="0" rIns="0" bIns="0" rtlCol="0">
            <a:spAutoFit/>
          </a:bodyPr>
          <a:lstStyle/>
          <a:p>
            <a:pPr marL="12700">
              <a:lnSpc>
                <a:spcPts val="1435"/>
              </a:lnSpc>
            </a:pPr>
            <a:r>
              <a:rPr sz="1400" spc="-5" dirty="0">
                <a:solidFill>
                  <a:srgbClr val="252525"/>
                </a:solidFill>
                <a:latin typeface="Calibri"/>
                <a:cs typeface="Calibri"/>
              </a:rPr>
              <a:t>Block</a:t>
            </a:r>
            <a:r>
              <a:rPr sz="1400" spc="-75" dirty="0">
                <a:solidFill>
                  <a:srgbClr val="252525"/>
                </a:solidFill>
                <a:latin typeface="Calibri"/>
                <a:cs typeface="Calibri"/>
              </a:rPr>
              <a:t> </a:t>
            </a:r>
            <a:r>
              <a:rPr sz="1400" dirty="0">
                <a:solidFill>
                  <a:srgbClr val="252525"/>
                </a:solidFill>
                <a:latin typeface="Calibri"/>
                <a:cs typeface="Calibri"/>
              </a:rPr>
              <a:t>2</a:t>
            </a:r>
            <a:endParaRPr sz="1400">
              <a:latin typeface="Calibri"/>
              <a:cs typeface="Calibri"/>
            </a:endParaRPr>
          </a:p>
        </p:txBody>
      </p:sp>
      <p:grpSp>
        <p:nvGrpSpPr>
          <p:cNvPr id="65" name="object 65"/>
          <p:cNvGrpSpPr/>
          <p:nvPr/>
        </p:nvGrpSpPr>
        <p:grpSpPr>
          <a:xfrm>
            <a:off x="486155" y="1501139"/>
            <a:ext cx="7849234" cy="2229485"/>
            <a:chOff x="486155" y="1501139"/>
            <a:chExt cx="7849234" cy="2229485"/>
          </a:xfrm>
        </p:grpSpPr>
        <p:sp>
          <p:nvSpPr>
            <p:cNvPr id="66" name="object 66"/>
            <p:cNvSpPr/>
            <p:nvPr/>
          </p:nvSpPr>
          <p:spPr>
            <a:xfrm>
              <a:off x="4160520" y="2895600"/>
              <a:ext cx="9525" cy="786130"/>
            </a:xfrm>
            <a:custGeom>
              <a:avLst/>
              <a:gdLst/>
              <a:ahLst/>
              <a:cxnLst/>
              <a:rect l="l" t="t" r="r" b="b"/>
              <a:pathLst>
                <a:path w="9525" h="786129">
                  <a:moveTo>
                    <a:pt x="0" y="0"/>
                  </a:moveTo>
                  <a:lnTo>
                    <a:pt x="9525" y="785749"/>
                  </a:lnTo>
                </a:path>
              </a:pathLst>
            </a:custGeom>
            <a:ln w="12192">
              <a:solidFill>
                <a:srgbClr val="5F5F5F"/>
              </a:solidFill>
            </a:ln>
          </p:spPr>
          <p:txBody>
            <a:bodyPr wrap="square" lIns="0" tIns="0" rIns="0" bIns="0" rtlCol="0"/>
            <a:lstStyle/>
            <a:p>
              <a:endParaRPr/>
            </a:p>
          </p:txBody>
        </p:sp>
        <p:pic>
          <p:nvPicPr>
            <p:cNvPr id="67" name="object 67"/>
            <p:cNvPicPr/>
            <p:nvPr/>
          </p:nvPicPr>
          <p:blipFill>
            <a:blip r:embed="rId19" cstate="print"/>
            <a:stretch>
              <a:fillRect/>
            </a:stretch>
          </p:blipFill>
          <p:spPr>
            <a:xfrm>
              <a:off x="4922520" y="2523743"/>
              <a:ext cx="107950" cy="76200"/>
            </a:xfrm>
            <a:prstGeom prst="rect">
              <a:avLst/>
            </a:prstGeom>
          </p:spPr>
        </p:pic>
        <p:sp>
          <p:nvSpPr>
            <p:cNvPr id="68" name="object 68"/>
            <p:cNvSpPr/>
            <p:nvPr/>
          </p:nvSpPr>
          <p:spPr>
            <a:xfrm>
              <a:off x="4183379" y="1540763"/>
              <a:ext cx="0" cy="786130"/>
            </a:xfrm>
            <a:custGeom>
              <a:avLst/>
              <a:gdLst/>
              <a:ahLst/>
              <a:cxnLst/>
              <a:rect l="l" t="t" r="r" b="b"/>
              <a:pathLst>
                <a:path h="786130">
                  <a:moveTo>
                    <a:pt x="0" y="0"/>
                  </a:moveTo>
                  <a:lnTo>
                    <a:pt x="0" y="785749"/>
                  </a:lnTo>
                </a:path>
              </a:pathLst>
            </a:custGeom>
            <a:ln w="12192">
              <a:solidFill>
                <a:srgbClr val="5F5F5F"/>
              </a:solidFill>
            </a:ln>
          </p:spPr>
          <p:txBody>
            <a:bodyPr wrap="square" lIns="0" tIns="0" rIns="0" bIns="0" rtlCol="0"/>
            <a:lstStyle/>
            <a:p>
              <a:endParaRPr/>
            </a:p>
          </p:txBody>
        </p:sp>
        <p:pic>
          <p:nvPicPr>
            <p:cNvPr id="69" name="object 69"/>
            <p:cNvPicPr/>
            <p:nvPr/>
          </p:nvPicPr>
          <p:blipFill>
            <a:blip r:embed="rId20" cstate="print"/>
            <a:stretch>
              <a:fillRect/>
            </a:stretch>
          </p:blipFill>
          <p:spPr>
            <a:xfrm>
              <a:off x="4181855" y="1501139"/>
              <a:ext cx="198374" cy="76200"/>
            </a:xfrm>
            <a:prstGeom prst="rect">
              <a:avLst/>
            </a:prstGeom>
          </p:spPr>
        </p:pic>
        <p:sp>
          <p:nvSpPr>
            <p:cNvPr id="70" name="object 70"/>
            <p:cNvSpPr/>
            <p:nvPr/>
          </p:nvSpPr>
          <p:spPr>
            <a:xfrm>
              <a:off x="4917947" y="1749551"/>
              <a:ext cx="1015365" cy="1516380"/>
            </a:xfrm>
            <a:custGeom>
              <a:avLst/>
              <a:gdLst/>
              <a:ahLst/>
              <a:cxnLst/>
              <a:rect l="l" t="t" r="r" b="b"/>
              <a:pathLst>
                <a:path w="1015364" h="1516379">
                  <a:moveTo>
                    <a:pt x="0" y="0"/>
                  </a:moveTo>
                  <a:lnTo>
                    <a:pt x="0" y="1516126"/>
                  </a:lnTo>
                </a:path>
                <a:path w="1015364" h="1516379">
                  <a:moveTo>
                    <a:pt x="1014984" y="419100"/>
                  </a:moveTo>
                  <a:lnTo>
                    <a:pt x="1014984" y="1206500"/>
                  </a:lnTo>
                </a:path>
              </a:pathLst>
            </a:custGeom>
            <a:ln w="12192">
              <a:solidFill>
                <a:srgbClr val="5F5F5F"/>
              </a:solidFill>
            </a:ln>
          </p:spPr>
          <p:txBody>
            <a:bodyPr wrap="square" lIns="0" tIns="0" rIns="0" bIns="0" rtlCol="0"/>
            <a:lstStyle/>
            <a:p>
              <a:endParaRPr/>
            </a:p>
          </p:txBody>
        </p:sp>
        <p:pic>
          <p:nvPicPr>
            <p:cNvPr id="71" name="object 71"/>
            <p:cNvPicPr/>
            <p:nvPr/>
          </p:nvPicPr>
          <p:blipFill>
            <a:blip r:embed="rId21" cstate="print"/>
            <a:stretch>
              <a:fillRect/>
            </a:stretch>
          </p:blipFill>
          <p:spPr>
            <a:xfrm>
              <a:off x="4181855" y="2285999"/>
              <a:ext cx="196850" cy="76200"/>
            </a:xfrm>
            <a:prstGeom prst="rect">
              <a:avLst/>
            </a:prstGeom>
          </p:spPr>
        </p:pic>
        <p:sp>
          <p:nvSpPr>
            <p:cNvPr id="72" name="object 72"/>
            <p:cNvSpPr/>
            <p:nvPr/>
          </p:nvSpPr>
          <p:spPr>
            <a:xfrm>
              <a:off x="2302763" y="1574291"/>
              <a:ext cx="0" cy="786130"/>
            </a:xfrm>
            <a:custGeom>
              <a:avLst/>
              <a:gdLst/>
              <a:ahLst/>
              <a:cxnLst/>
              <a:rect l="l" t="t" r="r" b="b"/>
              <a:pathLst>
                <a:path h="786130">
                  <a:moveTo>
                    <a:pt x="0" y="0"/>
                  </a:moveTo>
                  <a:lnTo>
                    <a:pt x="0" y="785876"/>
                  </a:lnTo>
                </a:path>
              </a:pathLst>
            </a:custGeom>
            <a:ln w="12192">
              <a:solidFill>
                <a:srgbClr val="5F5F5F"/>
              </a:solidFill>
            </a:ln>
          </p:spPr>
          <p:txBody>
            <a:bodyPr wrap="square" lIns="0" tIns="0" rIns="0" bIns="0" rtlCol="0"/>
            <a:lstStyle/>
            <a:p>
              <a:endParaRPr/>
            </a:p>
          </p:txBody>
        </p:sp>
        <p:pic>
          <p:nvPicPr>
            <p:cNvPr id="73" name="object 73"/>
            <p:cNvPicPr/>
            <p:nvPr/>
          </p:nvPicPr>
          <p:blipFill>
            <a:blip r:embed="rId22" cstate="print"/>
            <a:stretch>
              <a:fillRect/>
            </a:stretch>
          </p:blipFill>
          <p:spPr>
            <a:xfrm>
              <a:off x="2305811" y="1536191"/>
              <a:ext cx="203200" cy="76200"/>
            </a:xfrm>
            <a:prstGeom prst="rect">
              <a:avLst/>
            </a:prstGeom>
          </p:spPr>
        </p:pic>
        <p:pic>
          <p:nvPicPr>
            <p:cNvPr id="74" name="object 74"/>
            <p:cNvPicPr/>
            <p:nvPr/>
          </p:nvPicPr>
          <p:blipFill>
            <a:blip r:embed="rId23" cstate="print"/>
            <a:stretch>
              <a:fillRect/>
            </a:stretch>
          </p:blipFill>
          <p:spPr>
            <a:xfrm>
              <a:off x="2305811" y="2325115"/>
              <a:ext cx="204724" cy="76200"/>
            </a:xfrm>
            <a:prstGeom prst="rect">
              <a:avLst/>
            </a:prstGeom>
          </p:spPr>
        </p:pic>
        <p:sp>
          <p:nvSpPr>
            <p:cNvPr id="75" name="object 75"/>
            <p:cNvSpPr/>
            <p:nvPr/>
          </p:nvSpPr>
          <p:spPr>
            <a:xfrm>
              <a:off x="2307335" y="2904743"/>
              <a:ext cx="9525" cy="786130"/>
            </a:xfrm>
            <a:custGeom>
              <a:avLst/>
              <a:gdLst/>
              <a:ahLst/>
              <a:cxnLst/>
              <a:rect l="l" t="t" r="r" b="b"/>
              <a:pathLst>
                <a:path w="9525" h="786129">
                  <a:moveTo>
                    <a:pt x="0" y="0"/>
                  </a:moveTo>
                  <a:lnTo>
                    <a:pt x="9525" y="785876"/>
                  </a:lnTo>
                </a:path>
              </a:pathLst>
            </a:custGeom>
            <a:ln w="12192">
              <a:solidFill>
                <a:srgbClr val="5F5F5F"/>
              </a:solidFill>
            </a:ln>
          </p:spPr>
          <p:txBody>
            <a:bodyPr wrap="square" lIns="0" tIns="0" rIns="0" bIns="0" rtlCol="0"/>
            <a:lstStyle/>
            <a:p>
              <a:endParaRPr/>
            </a:p>
          </p:txBody>
        </p:sp>
        <p:pic>
          <p:nvPicPr>
            <p:cNvPr id="76" name="object 76"/>
            <p:cNvPicPr/>
            <p:nvPr/>
          </p:nvPicPr>
          <p:blipFill>
            <a:blip r:embed="rId24" cstate="print"/>
            <a:stretch>
              <a:fillRect/>
            </a:stretch>
          </p:blipFill>
          <p:spPr>
            <a:xfrm>
              <a:off x="2302763" y="2870707"/>
              <a:ext cx="203200" cy="76200"/>
            </a:xfrm>
            <a:prstGeom prst="rect">
              <a:avLst/>
            </a:prstGeom>
          </p:spPr>
        </p:pic>
        <p:pic>
          <p:nvPicPr>
            <p:cNvPr id="77" name="object 77"/>
            <p:cNvPicPr/>
            <p:nvPr/>
          </p:nvPicPr>
          <p:blipFill>
            <a:blip r:embed="rId25" cstate="print"/>
            <a:stretch>
              <a:fillRect/>
            </a:stretch>
          </p:blipFill>
          <p:spPr>
            <a:xfrm>
              <a:off x="2311907" y="3654044"/>
              <a:ext cx="203200" cy="76200"/>
            </a:xfrm>
            <a:prstGeom prst="rect">
              <a:avLst/>
            </a:prstGeom>
          </p:spPr>
        </p:pic>
        <p:pic>
          <p:nvPicPr>
            <p:cNvPr id="78" name="object 78"/>
            <p:cNvPicPr/>
            <p:nvPr/>
          </p:nvPicPr>
          <p:blipFill>
            <a:blip r:embed="rId21" cstate="print"/>
            <a:stretch>
              <a:fillRect/>
            </a:stretch>
          </p:blipFill>
          <p:spPr>
            <a:xfrm>
              <a:off x="3076955" y="1952243"/>
              <a:ext cx="196849" cy="76200"/>
            </a:xfrm>
            <a:prstGeom prst="rect">
              <a:avLst/>
            </a:prstGeom>
          </p:spPr>
        </p:pic>
        <p:pic>
          <p:nvPicPr>
            <p:cNvPr id="79" name="object 79"/>
            <p:cNvPicPr/>
            <p:nvPr/>
          </p:nvPicPr>
          <p:blipFill>
            <a:blip r:embed="rId26" cstate="print"/>
            <a:stretch>
              <a:fillRect/>
            </a:stretch>
          </p:blipFill>
          <p:spPr>
            <a:xfrm>
              <a:off x="5932932" y="2130551"/>
              <a:ext cx="144017" cy="76200"/>
            </a:xfrm>
            <a:prstGeom prst="rect">
              <a:avLst/>
            </a:prstGeom>
          </p:spPr>
        </p:pic>
        <p:pic>
          <p:nvPicPr>
            <p:cNvPr id="80" name="object 80"/>
            <p:cNvPicPr/>
            <p:nvPr/>
          </p:nvPicPr>
          <p:blipFill>
            <a:blip r:embed="rId26" cstate="print"/>
            <a:stretch>
              <a:fillRect/>
            </a:stretch>
          </p:blipFill>
          <p:spPr>
            <a:xfrm>
              <a:off x="5929884" y="2915411"/>
              <a:ext cx="144017" cy="76200"/>
            </a:xfrm>
            <a:prstGeom prst="rect">
              <a:avLst/>
            </a:prstGeom>
          </p:spPr>
        </p:pic>
        <p:pic>
          <p:nvPicPr>
            <p:cNvPr id="81" name="object 81"/>
            <p:cNvPicPr/>
            <p:nvPr/>
          </p:nvPicPr>
          <p:blipFill>
            <a:blip r:embed="rId21" cstate="print"/>
            <a:stretch>
              <a:fillRect/>
            </a:stretch>
          </p:blipFill>
          <p:spPr>
            <a:xfrm>
              <a:off x="4160520" y="2857500"/>
              <a:ext cx="196850" cy="76200"/>
            </a:xfrm>
            <a:prstGeom prst="rect">
              <a:avLst/>
            </a:prstGeom>
          </p:spPr>
        </p:pic>
        <p:pic>
          <p:nvPicPr>
            <p:cNvPr id="82" name="object 82"/>
            <p:cNvPicPr/>
            <p:nvPr/>
          </p:nvPicPr>
          <p:blipFill>
            <a:blip r:embed="rId20" cstate="print"/>
            <a:stretch>
              <a:fillRect/>
            </a:stretch>
          </p:blipFill>
          <p:spPr>
            <a:xfrm>
              <a:off x="4174235" y="3639311"/>
              <a:ext cx="198374" cy="76200"/>
            </a:xfrm>
            <a:prstGeom prst="rect">
              <a:avLst/>
            </a:prstGeom>
          </p:spPr>
        </p:pic>
        <p:pic>
          <p:nvPicPr>
            <p:cNvPr id="83" name="object 83"/>
            <p:cNvPicPr/>
            <p:nvPr/>
          </p:nvPicPr>
          <p:blipFill>
            <a:blip r:embed="rId27" cstate="print"/>
            <a:stretch>
              <a:fillRect/>
            </a:stretch>
          </p:blipFill>
          <p:spPr>
            <a:xfrm>
              <a:off x="3073907" y="3258947"/>
              <a:ext cx="196850" cy="76200"/>
            </a:xfrm>
            <a:prstGeom prst="rect">
              <a:avLst/>
            </a:prstGeom>
          </p:spPr>
        </p:pic>
        <p:pic>
          <p:nvPicPr>
            <p:cNvPr id="84" name="object 84"/>
            <p:cNvPicPr/>
            <p:nvPr/>
          </p:nvPicPr>
          <p:blipFill>
            <a:blip r:embed="rId28" cstate="print"/>
            <a:stretch>
              <a:fillRect/>
            </a:stretch>
          </p:blipFill>
          <p:spPr>
            <a:xfrm>
              <a:off x="8136636" y="2873375"/>
              <a:ext cx="198374" cy="76200"/>
            </a:xfrm>
            <a:prstGeom prst="rect">
              <a:avLst/>
            </a:prstGeom>
          </p:spPr>
        </p:pic>
        <p:pic>
          <p:nvPicPr>
            <p:cNvPr id="85" name="object 85"/>
            <p:cNvPicPr/>
            <p:nvPr/>
          </p:nvPicPr>
          <p:blipFill>
            <a:blip r:embed="rId29" cstate="print"/>
            <a:stretch>
              <a:fillRect/>
            </a:stretch>
          </p:blipFill>
          <p:spPr>
            <a:xfrm>
              <a:off x="8122920" y="2092451"/>
              <a:ext cx="198374" cy="76200"/>
            </a:xfrm>
            <a:prstGeom prst="rect">
              <a:avLst/>
            </a:prstGeom>
          </p:spPr>
        </p:pic>
        <p:pic>
          <p:nvPicPr>
            <p:cNvPr id="86" name="object 86"/>
            <p:cNvPicPr/>
            <p:nvPr/>
          </p:nvPicPr>
          <p:blipFill>
            <a:blip r:embed="rId30" cstate="print"/>
            <a:stretch>
              <a:fillRect/>
            </a:stretch>
          </p:blipFill>
          <p:spPr>
            <a:xfrm>
              <a:off x="6949440" y="2478023"/>
              <a:ext cx="196850" cy="76200"/>
            </a:xfrm>
            <a:prstGeom prst="rect">
              <a:avLst/>
            </a:prstGeom>
          </p:spPr>
        </p:pic>
        <p:sp>
          <p:nvSpPr>
            <p:cNvPr id="87" name="object 87"/>
            <p:cNvSpPr/>
            <p:nvPr/>
          </p:nvSpPr>
          <p:spPr>
            <a:xfrm>
              <a:off x="486155" y="2653283"/>
              <a:ext cx="773430" cy="0"/>
            </a:xfrm>
            <a:custGeom>
              <a:avLst/>
              <a:gdLst/>
              <a:ahLst/>
              <a:cxnLst/>
              <a:rect l="l" t="t" r="r" b="b"/>
              <a:pathLst>
                <a:path w="773430">
                  <a:moveTo>
                    <a:pt x="0" y="0"/>
                  </a:moveTo>
                  <a:lnTo>
                    <a:pt x="773112" y="0"/>
                  </a:lnTo>
                </a:path>
              </a:pathLst>
            </a:custGeom>
            <a:ln w="12192">
              <a:solidFill>
                <a:srgbClr val="5F5F5F"/>
              </a:solidFill>
            </a:ln>
          </p:spPr>
          <p:txBody>
            <a:bodyPr wrap="square" lIns="0" tIns="0" rIns="0" bIns="0" rtlCol="0"/>
            <a:lstStyle/>
            <a:p>
              <a:endParaRPr/>
            </a:p>
          </p:txBody>
        </p:sp>
        <p:pic>
          <p:nvPicPr>
            <p:cNvPr id="88" name="object 88"/>
            <p:cNvPicPr/>
            <p:nvPr/>
          </p:nvPicPr>
          <p:blipFill>
            <a:blip r:embed="rId31" cstate="print"/>
            <a:stretch>
              <a:fillRect/>
            </a:stretch>
          </p:blipFill>
          <p:spPr>
            <a:xfrm>
              <a:off x="1205483" y="1952243"/>
              <a:ext cx="198500" cy="76200"/>
            </a:xfrm>
            <a:prstGeom prst="rect">
              <a:avLst/>
            </a:prstGeom>
          </p:spPr>
        </p:pic>
        <p:pic>
          <p:nvPicPr>
            <p:cNvPr id="89" name="object 89"/>
            <p:cNvPicPr/>
            <p:nvPr/>
          </p:nvPicPr>
          <p:blipFill>
            <a:blip r:embed="rId32" cstate="print"/>
            <a:stretch>
              <a:fillRect/>
            </a:stretch>
          </p:blipFill>
          <p:spPr>
            <a:xfrm>
              <a:off x="1200911" y="3291839"/>
              <a:ext cx="198500" cy="76200"/>
            </a:xfrm>
            <a:prstGeom prst="rect">
              <a:avLst/>
            </a:prstGeom>
          </p:spPr>
        </p:pic>
      </p:grpSp>
      <p:sp>
        <p:nvSpPr>
          <p:cNvPr id="90" name="object 90"/>
          <p:cNvSpPr txBox="1">
            <a:spLocks noGrp="1"/>
          </p:cNvSpPr>
          <p:nvPr>
            <p:ph type="title"/>
          </p:nvPr>
        </p:nvSpPr>
        <p:spPr>
          <a:xfrm>
            <a:off x="471017" y="324053"/>
            <a:ext cx="1464310" cy="452120"/>
          </a:xfrm>
          <a:prstGeom prst="rect">
            <a:avLst/>
          </a:prstGeom>
        </p:spPr>
        <p:txBody>
          <a:bodyPr vert="horz" wrap="square" lIns="0" tIns="12065" rIns="0" bIns="0" rtlCol="0">
            <a:spAutoFit/>
          </a:bodyPr>
          <a:lstStyle/>
          <a:p>
            <a:pPr marL="12700">
              <a:lnSpc>
                <a:spcPct val="100000"/>
              </a:lnSpc>
              <a:spcBef>
                <a:spcPts val="95"/>
              </a:spcBef>
            </a:pPr>
            <a:r>
              <a:rPr spc="-10" dirty="0">
                <a:solidFill>
                  <a:srgbClr val="095A82"/>
                </a:solidFill>
              </a:rPr>
              <a:t>Combiner</a:t>
            </a:r>
          </a:p>
        </p:txBody>
      </p:sp>
      <p:sp>
        <p:nvSpPr>
          <p:cNvPr id="92" name="object 92"/>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91" name="object 91"/>
          <p:cNvSpPr txBox="1"/>
          <p:nvPr/>
        </p:nvSpPr>
        <p:spPr>
          <a:xfrm>
            <a:off x="4379976" y="2816351"/>
            <a:ext cx="462280" cy="904240"/>
          </a:xfrm>
          <a:prstGeom prst="rect">
            <a:avLst/>
          </a:prstGeom>
          <a:solidFill>
            <a:srgbClr val="9CB955"/>
          </a:solidFill>
        </p:spPr>
        <p:txBody>
          <a:bodyPr vert="horz" wrap="square" lIns="0" tIns="93980" rIns="0" bIns="0" rtlCol="0">
            <a:spAutoFit/>
          </a:bodyPr>
          <a:lstStyle/>
          <a:p>
            <a:pPr marL="86995">
              <a:lnSpc>
                <a:spcPct val="100000"/>
              </a:lnSpc>
              <a:spcBef>
                <a:spcPts val="740"/>
              </a:spcBef>
            </a:pPr>
            <a:r>
              <a:rPr sz="1200" spc="-10" dirty="0">
                <a:solidFill>
                  <a:srgbClr val="252525"/>
                </a:solidFill>
                <a:latin typeface="Calibri"/>
                <a:cs typeface="Calibri"/>
              </a:rPr>
              <a:t>(D,2)</a:t>
            </a:r>
            <a:endParaRPr sz="1200">
              <a:latin typeface="Calibri"/>
              <a:cs typeface="Calibri"/>
            </a:endParaRPr>
          </a:p>
          <a:p>
            <a:pPr marL="86995">
              <a:lnSpc>
                <a:spcPct val="100000"/>
              </a:lnSpc>
            </a:pPr>
            <a:r>
              <a:rPr sz="1200" dirty="0">
                <a:solidFill>
                  <a:srgbClr val="252525"/>
                </a:solidFill>
                <a:latin typeface="Calibri"/>
                <a:cs typeface="Calibri"/>
              </a:rPr>
              <a:t>(A,2)</a:t>
            </a:r>
            <a:endParaRPr sz="1200">
              <a:latin typeface="Calibri"/>
              <a:cs typeface="Calibri"/>
            </a:endParaRPr>
          </a:p>
          <a:p>
            <a:pPr marL="92075">
              <a:lnSpc>
                <a:spcPct val="100000"/>
              </a:lnSpc>
            </a:pPr>
            <a:r>
              <a:rPr sz="1200" spc="-5" dirty="0">
                <a:solidFill>
                  <a:srgbClr val="252525"/>
                </a:solidFill>
                <a:latin typeface="Calibri"/>
                <a:cs typeface="Calibri"/>
              </a:rPr>
              <a:t>(C,1)</a:t>
            </a:r>
            <a:endParaRPr sz="1200">
              <a:latin typeface="Calibri"/>
              <a:cs typeface="Calibri"/>
            </a:endParaRPr>
          </a:p>
          <a:p>
            <a:pPr marL="92075">
              <a:lnSpc>
                <a:spcPct val="100000"/>
              </a:lnSpc>
              <a:spcBef>
                <a:spcPts val="5"/>
              </a:spcBef>
            </a:pPr>
            <a:r>
              <a:rPr sz="1200" spc="-10" dirty="0">
                <a:solidFill>
                  <a:srgbClr val="252525"/>
                </a:solidFill>
                <a:latin typeface="Calibri"/>
                <a:cs typeface="Calibri"/>
              </a:rPr>
              <a:t>(B,1)</a:t>
            </a:r>
            <a:endParaRPr sz="1200">
              <a:latin typeface="Calibri"/>
              <a:cs typeface="Calibri"/>
            </a:endParaRPr>
          </a:p>
        </p:txBody>
      </p:sp>
      <p:sp>
        <p:nvSpPr>
          <p:cNvPr id="93" name="object 3">
            <a:extLst>
              <a:ext uri="{FF2B5EF4-FFF2-40B4-BE49-F238E27FC236}">
                <a16:creationId xmlns:a16="http://schemas.microsoft.com/office/drawing/2014/main" id="{34270161-14D3-1E9C-99B3-D6AC4D6A1C8E}"/>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94" name="Rectangle 93">
            <a:extLst>
              <a:ext uri="{FF2B5EF4-FFF2-40B4-BE49-F238E27FC236}">
                <a16:creationId xmlns:a16="http://schemas.microsoft.com/office/drawing/2014/main" id="{9BCDFE42-677C-D63E-85DD-E29985E797AA}"/>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5890418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DB166101-B496-6989-8825-008FA2812DF0}"/>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7" name="TextBox 6">
            <a:extLst>
              <a:ext uri="{FF2B5EF4-FFF2-40B4-BE49-F238E27FC236}">
                <a16:creationId xmlns:a16="http://schemas.microsoft.com/office/drawing/2014/main" id="{E2D04B8E-8931-3347-F992-DC981B75C313}"/>
              </a:ext>
            </a:extLst>
          </p:cNvPr>
          <p:cNvSpPr txBox="1"/>
          <p:nvPr/>
        </p:nvSpPr>
        <p:spPr>
          <a:xfrm>
            <a:off x="1066800" y="1048256"/>
            <a:ext cx="7391400" cy="3046988"/>
          </a:xfrm>
          <a:prstGeom prst="rect">
            <a:avLst/>
          </a:prstGeom>
          <a:noFill/>
        </p:spPr>
        <p:txBody>
          <a:bodyPr wrap="square">
            <a:spAutoFit/>
          </a:bodyPr>
          <a:lstStyle/>
          <a:p>
            <a:r>
              <a:rPr lang="en-IN" sz="3200" b="1" spc="-5" dirty="0">
                <a:solidFill>
                  <a:srgbClr val="095A82"/>
                </a:solidFill>
                <a:latin typeface="Calibri"/>
                <a:ea typeface="+mj-ea"/>
                <a:cs typeface="Calibri"/>
              </a:rPr>
              <a:t>YARN: </a:t>
            </a:r>
          </a:p>
          <a:p>
            <a:r>
              <a:rPr lang="en-US" sz="3200" b="1" spc="-5" dirty="0">
                <a:solidFill>
                  <a:srgbClr val="095A82"/>
                </a:solidFill>
                <a:latin typeface="Calibri"/>
                <a:ea typeface="+mj-ea"/>
                <a:cs typeface="Calibri"/>
              </a:rPr>
              <a:t>Anatomy of a YARN Application Run  	</a:t>
            </a:r>
          </a:p>
          <a:p>
            <a:r>
              <a:rPr lang="en-US" sz="3200" b="1" spc="-5" dirty="0">
                <a:solidFill>
                  <a:srgbClr val="095A82"/>
                </a:solidFill>
                <a:latin typeface="Calibri"/>
                <a:ea typeface="+mj-ea"/>
                <a:cs typeface="Calibri"/>
              </a:rPr>
              <a:t>	- Resource Requests </a:t>
            </a:r>
          </a:p>
          <a:p>
            <a:r>
              <a:rPr lang="en-US" sz="3200" b="1" spc="-5" dirty="0">
                <a:solidFill>
                  <a:srgbClr val="095A82"/>
                </a:solidFill>
                <a:latin typeface="Calibri"/>
                <a:ea typeface="+mj-ea"/>
                <a:cs typeface="Calibri"/>
              </a:rPr>
              <a:t>	- Application Lifespan </a:t>
            </a:r>
          </a:p>
          <a:p>
            <a:r>
              <a:rPr lang="en-US" sz="3200" b="1" spc="-5" dirty="0">
                <a:solidFill>
                  <a:srgbClr val="095A82"/>
                </a:solidFill>
                <a:latin typeface="Calibri"/>
                <a:ea typeface="+mj-ea"/>
                <a:cs typeface="Calibri"/>
              </a:rPr>
              <a:t>	- Building YARN Applications </a:t>
            </a:r>
          </a:p>
          <a:p>
            <a:r>
              <a:rPr lang="en-US" sz="3200" b="1" spc="-5" dirty="0">
                <a:solidFill>
                  <a:srgbClr val="095A82"/>
                </a:solidFill>
                <a:latin typeface="Calibri"/>
                <a:ea typeface="+mj-ea"/>
                <a:cs typeface="Calibri"/>
              </a:rPr>
              <a:t>	- YARN Compared to MapReduce 1 </a:t>
            </a:r>
          </a:p>
        </p:txBody>
      </p:sp>
    </p:spTree>
    <p:extLst>
      <p:ext uri="{BB962C8B-B14F-4D97-AF65-F5344CB8AC3E}">
        <p14:creationId xmlns:p14="http://schemas.microsoft.com/office/powerpoint/2010/main" val="25495196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YARN</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4" name="TextBox 3">
            <a:extLst>
              <a:ext uri="{FF2B5EF4-FFF2-40B4-BE49-F238E27FC236}">
                <a16:creationId xmlns:a16="http://schemas.microsoft.com/office/drawing/2014/main" id="{5E34DCD7-F4C4-E5D4-E828-74F9F6D0E6F7}"/>
              </a:ext>
            </a:extLst>
          </p:cNvPr>
          <p:cNvSpPr txBox="1"/>
          <p:nvPr/>
        </p:nvSpPr>
        <p:spPr>
          <a:xfrm>
            <a:off x="304800" y="925482"/>
            <a:ext cx="8595750" cy="3477875"/>
          </a:xfrm>
          <a:prstGeom prst="rect">
            <a:avLst/>
          </a:prstGeom>
          <a:noFill/>
        </p:spPr>
        <p:txBody>
          <a:bodyPr wrap="square">
            <a:spAutoFit/>
          </a:bodyPr>
          <a:lstStyle/>
          <a:p>
            <a:pPr marL="285750" indent="-285750" algn="l">
              <a:buFont typeface="Arial" panose="020B0604020202020204" pitchFamily="34" charset="0"/>
              <a:buChar char="•"/>
            </a:pPr>
            <a:r>
              <a:rPr lang="en-US" sz="2200" b="0" i="0" u="none" strike="noStrike" baseline="0" dirty="0">
                <a:solidFill>
                  <a:srgbClr val="000000"/>
                </a:solidFill>
                <a:latin typeface="MinionPro-Regular"/>
              </a:rPr>
              <a:t>Apache YARN (Yet Another Resource Negotiator) is Hadoop’s cluster resource management system. </a:t>
            </a:r>
          </a:p>
          <a:p>
            <a:pPr marL="285750" indent="-285750" algn="l">
              <a:buFont typeface="Arial" panose="020B0604020202020204" pitchFamily="34" charset="0"/>
              <a:buChar char="•"/>
            </a:pPr>
            <a:r>
              <a:rPr lang="en-US" sz="2200" b="0" i="0" u="none" strike="noStrike" baseline="0" dirty="0">
                <a:solidFill>
                  <a:srgbClr val="000000"/>
                </a:solidFill>
                <a:latin typeface="MinionPro-Regular"/>
              </a:rPr>
              <a:t>YARN was introduced in Hadoop 2 to improve the MapReduce implementation, but it is general enough to support other distributed computing paradigms </a:t>
            </a:r>
            <a:r>
              <a:rPr lang="en-IN" sz="2200" b="0" i="0" u="none" strike="noStrike" baseline="0" dirty="0">
                <a:solidFill>
                  <a:srgbClr val="000000"/>
                </a:solidFill>
                <a:latin typeface="MinionPro-Regular"/>
              </a:rPr>
              <a:t>as well.</a:t>
            </a:r>
          </a:p>
          <a:p>
            <a:pPr marL="285750" indent="-285750" algn="l">
              <a:buFont typeface="Arial" panose="020B0604020202020204" pitchFamily="34" charset="0"/>
              <a:buChar char="•"/>
            </a:pPr>
            <a:r>
              <a:rPr lang="en-US" sz="2200" b="0" i="0" u="none" strike="noStrike" baseline="0" dirty="0">
                <a:solidFill>
                  <a:srgbClr val="000000"/>
                </a:solidFill>
                <a:latin typeface="MinionPro-Regular"/>
              </a:rPr>
              <a:t>YARN provides APIs for requesting and working with cluster resources, but these APIs are not typically used directly by user code. </a:t>
            </a:r>
          </a:p>
          <a:p>
            <a:pPr marL="285750" indent="-285750" algn="l">
              <a:buFont typeface="Arial" panose="020B0604020202020204" pitchFamily="34" charset="0"/>
              <a:buChar char="•"/>
            </a:pPr>
            <a:r>
              <a:rPr lang="en-US" sz="2200" b="0" i="0" u="none" strike="noStrike" baseline="0" dirty="0">
                <a:solidFill>
                  <a:srgbClr val="000000"/>
                </a:solidFill>
                <a:latin typeface="MinionPro-Regular"/>
              </a:rPr>
              <a:t>Instead, users write to higher-level APIs provided by distributed computing frameworks, which themselves are built on YARN and hide the resource management details from the user. </a:t>
            </a:r>
            <a:endParaRPr lang="en-US" sz="2200" b="0" i="0" u="none" strike="noStrike" baseline="0" dirty="0">
              <a:latin typeface="MinionPro-Regular"/>
            </a:endParaRPr>
          </a:p>
        </p:txBody>
      </p:sp>
    </p:spTree>
    <p:extLst>
      <p:ext uri="{BB962C8B-B14F-4D97-AF65-F5344CB8AC3E}">
        <p14:creationId xmlns:p14="http://schemas.microsoft.com/office/powerpoint/2010/main" val="28780346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5243983" cy="443070"/>
          </a:xfrm>
          <a:prstGeom prst="rect">
            <a:avLst/>
          </a:prstGeom>
        </p:spPr>
        <p:txBody>
          <a:bodyPr vert="horz" wrap="square" lIns="0" tIns="12065" rIns="0" bIns="0" rtlCol="0">
            <a:spAutoFit/>
          </a:bodyPr>
          <a:lstStyle/>
          <a:p>
            <a:pPr marL="12700">
              <a:lnSpc>
                <a:spcPct val="100000"/>
              </a:lnSpc>
              <a:spcBef>
                <a:spcPts val="95"/>
              </a:spcBef>
            </a:pPr>
            <a:r>
              <a:rPr lang="en-US" spc="-5" dirty="0"/>
              <a:t>YARN</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pic>
        <p:nvPicPr>
          <p:cNvPr id="5" name="Picture 4">
            <a:extLst>
              <a:ext uri="{FF2B5EF4-FFF2-40B4-BE49-F238E27FC236}">
                <a16:creationId xmlns:a16="http://schemas.microsoft.com/office/drawing/2014/main" id="{3E4D6C38-2AB6-E315-BFC2-16B475ED7368}"/>
              </a:ext>
            </a:extLst>
          </p:cNvPr>
          <p:cNvPicPr>
            <a:picLocks noChangeAspect="1"/>
          </p:cNvPicPr>
          <p:nvPr/>
        </p:nvPicPr>
        <p:blipFill rotWithShape="1">
          <a:blip r:embed="rId2"/>
          <a:srcRect l="13616" t="23334" r="14166" b="37504"/>
          <a:stretch/>
        </p:blipFill>
        <p:spPr>
          <a:xfrm>
            <a:off x="1371600" y="1657350"/>
            <a:ext cx="6603609" cy="2014317"/>
          </a:xfrm>
          <a:prstGeom prst="rect">
            <a:avLst/>
          </a:prstGeom>
        </p:spPr>
      </p:pic>
    </p:spTree>
    <p:extLst>
      <p:ext uri="{BB962C8B-B14F-4D97-AF65-F5344CB8AC3E}">
        <p14:creationId xmlns:p14="http://schemas.microsoft.com/office/powerpoint/2010/main" val="2539608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DB166101-B496-6989-8825-008FA2812DF0}"/>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7" name="TextBox 6">
            <a:extLst>
              <a:ext uri="{FF2B5EF4-FFF2-40B4-BE49-F238E27FC236}">
                <a16:creationId xmlns:a16="http://schemas.microsoft.com/office/drawing/2014/main" id="{E2D04B8E-8931-3347-F992-DC981B75C313}"/>
              </a:ext>
            </a:extLst>
          </p:cNvPr>
          <p:cNvSpPr txBox="1"/>
          <p:nvPr/>
        </p:nvSpPr>
        <p:spPr>
          <a:xfrm>
            <a:off x="1143000" y="2190750"/>
            <a:ext cx="7391400" cy="584775"/>
          </a:xfrm>
          <a:prstGeom prst="rect">
            <a:avLst/>
          </a:prstGeom>
          <a:noFill/>
        </p:spPr>
        <p:txBody>
          <a:bodyPr wrap="square">
            <a:spAutoFit/>
          </a:bodyPr>
          <a:lstStyle/>
          <a:p>
            <a:r>
              <a:rPr lang="en-US" sz="3200" b="1" spc="-5" dirty="0">
                <a:solidFill>
                  <a:srgbClr val="095A82"/>
                </a:solidFill>
                <a:latin typeface="Calibri"/>
                <a:ea typeface="+mj-ea"/>
                <a:cs typeface="Calibri"/>
              </a:rPr>
              <a:t>Anatomy of a YARN Application Run  	</a:t>
            </a:r>
          </a:p>
        </p:txBody>
      </p:sp>
    </p:spTree>
    <p:extLst>
      <p:ext uri="{BB962C8B-B14F-4D97-AF65-F5344CB8AC3E}">
        <p14:creationId xmlns:p14="http://schemas.microsoft.com/office/powerpoint/2010/main" val="4872753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16972" y="1018032"/>
            <a:ext cx="6576695" cy="4125595"/>
            <a:chOff x="316972" y="1018032"/>
            <a:chExt cx="6576695" cy="4125595"/>
          </a:xfrm>
        </p:grpSpPr>
        <p:pic>
          <p:nvPicPr>
            <p:cNvPr id="3" name="object 3"/>
            <p:cNvPicPr/>
            <p:nvPr/>
          </p:nvPicPr>
          <p:blipFill>
            <a:blip r:embed="rId2" cstate="print"/>
            <a:stretch>
              <a:fillRect/>
            </a:stretch>
          </p:blipFill>
          <p:spPr>
            <a:xfrm>
              <a:off x="316972" y="2609035"/>
              <a:ext cx="3640874" cy="2106246"/>
            </a:xfrm>
            <a:prstGeom prst="rect">
              <a:avLst/>
            </a:prstGeom>
          </p:spPr>
        </p:pic>
        <p:sp>
          <p:nvSpPr>
            <p:cNvPr id="4" name="object 4"/>
            <p:cNvSpPr/>
            <p:nvPr/>
          </p:nvSpPr>
          <p:spPr>
            <a:xfrm>
              <a:off x="361188" y="2606040"/>
              <a:ext cx="3557270" cy="2032000"/>
            </a:xfrm>
            <a:custGeom>
              <a:avLst/>
              <a:gdLst/>
              <a:ahLst/>
              <a:cxnLst/>
              <a:rect l="l" t="t" r="r" b="b"/>
              <a:pathLst>
                <a:path w="3557270" h="2032000">
                  <a:moveTo>
                    <a:pt x="3557016" y="0"/>
                  </a:moveTo>
                  <a:lnTo>
                    <a:pt x="338594" y="0"/>
                  </a:lnTo>
                  <a:lnTo>
                    <a:pt x="292647" y="3091"/>
                  </a:lnTo>
                  <a:lnTo>
                    <a:pt x="248580" y="12097"/>
                  </a:lnTo>
                  <a:lnTo>
                    <a:pt x="206795" y="26614"/>
                  </a:lnTo>
                  <a:lnTo>
                    <a:pt x="167696" y="46237"/>
                  </a:lnTo>
                  <a:lnTo>
                    <a:pt x="131686" y="70562"/>
                  </a:lnTo>
                  <a:lnTo>
                    <a:pt x="99169" y="99187"/>
                  </a:lnTo>
                  <a:lnTo>
                    <a:pt x="70548" y="131705"/>
                  </a:lnTo>
                  <a:lnTo>
                    <a:pt x="46226" y="167715"/>
                  </a:lnTo>
                  <a:lnTo>
                    <a:pt x="26607" y="206811"/>
                  </a:lnTo>
                  <a:lnTo>
                    <a:pt x="12094" y="248590"/>
                  </a:lnTo>
                  <a:lnTo>
                    <a:pt x="3090" y="292648"/>
                  </a:lnTo>
                  <a:lnTo>
                    <a:pt x="0" y="338582"/>
                  </a:lnTo>
                  <a:lnTo>
                    <a:pt x="0" y="2031492"/>
                  </a:lnTo>
                  <a:lnTo>
                    <a:pt x="3218434" y="2031492"/>
                  </a:lnTo>
                  <a:lnTo>
                    <a:pt x="3264367" y="2028401"/>
                  </a:lnTo>
                  <a:lnTo>
                    <a:pt x="3308425" y="2019397"/>
                  </a:lnTo>
                  <a:lnTo>
                    <a:pt x="3350204" y="2004884"/>
                  </a:lnTo>
                  <a:lnTo>
                    <a:pt x="3389300" y="1985265"/>
                  </a:lnTo>
                  <a:lnTo>
                    <a:pt x="3425310" y="1960943"/>
                  </a:lnTo>
                  <a:lnTo>
                    <a:pt x="3457828" y="1932322"/>
                  </a:lnTo>
                  <a:lnTo>
                    <a:pt x="3486453" y="1899805"/>
                  </a:lnTo>
                  <a:lnTo>
                    <a:pt x="3510778" y="1863795"/>
                  </a:lnTo>
                  <a:lnTo>
                    <a:pt x="3530401" y="1824696"/>
                  </a:lnTo>
                  <a:lnTo>
                    <a:pt x="3544918" y="1782911"/>
                  </a:lnTo>
                  <a:lnTo>
                    <a:pt x="3553924" y="1738844"/>
                  </a:lnTo>
                  <a:lnTo>
                    <a:pt x="3557016" y="1692897"/>
                  </a:lnTo>
                  <a:lnTo>
                    <a:pt x="3557016" y="0"/>
                  </a:lnTo>
                  <a:close/>
                </a:path>
              </a:pathLst>
            </a:custGeom>
            <a:solidFill>
              <a:srgbClr val="D6E2BA"/>
            </a:solidFill>
          </p:spPr>
          <p:txBody>
            <a:bodyPr wrap="square" lIns="0" tIns="0" rIns="0" bIns="0" rtlCol="0"/>
            <a:lstStyle/>
            <a:p>
              <a:endParaRPr/>
            </a:p>
          </p:txBody>
        </p:sp>
        <p:pic>
          <p:nvPicPr>
            <p:cNvPr id="5" name="object 5"/>
            <p:cNvPicPr/>
            <p:nvPr/>
          </p:nvPicPr>
          <p:blipFill>
            <a:blip r:embed="rId3" cstate="print"/>
            <a:stretch>
              <a:fillRect/>
            </a:stretch>
          </p:blipFill>
          <p:spPr>
            <a:xfrm>
              <a:off x="537972" y="3473196"/>
              <a:ext cx="1242047" cy="893051"/>
            </a:xfrm>
            <a:prstGeom prst="rect">
              <a:avLst/>
            </a:prstGeom>
          </p:spPr>
        </p:pic>
        <p:sp>
          <p:nvSpPr>
            <p:cNvPr id="6" name="object 6"/>
            <p:cNvSpPr/>
            <p:nvPr/>
          </p:nvSpPr>
          <p:spPr>
            <a:xfrm>
              <a:off x="583691" y="3499104"/>
              <a:ext cx="1155700" cy="806450"/>
            </a:xfrm>
            <a:custGeom>
              <a:avLst/>
              <a:gdLst/>
              <a:ahLst/>
              <a:cxnLst/>
              <a:rect l="l" t="t" r="r" b="b"/>
              <a:pathLst>
                <a:path w="1155700" h="806450">
                  <a:moveTo>
                    <a:pt x="1020826" y="0"/>
                  </a:moveTo>
                  <a:lnTo>
                    <a:pt x="134365" y="0"/>
                  </a:lnTo>
                  <a:lnTo>
                    <a:pt x="91896" y="6853"/>
                  </a:lnTo>
                  <a:lnTo>
                    <a:pt x="55012" y="25936"/>
                  </a:lnTo>
                  <a:lnTo>
                    <a:pt x="25925" y="55028"/>
                  </a:lnTo>
                  <a:lnTo>
                    <a:pt x="6850" y="91911"/>
                  </a:lnTo>
                  <a:lnTo>
                    <a:pt x="0" y="134366"/>
                  </a:lnTo>
                  <a:lnTo>
                    <a:pt x="0" y="671830"/>
                  </a:lnTo>
                  <a:lnTo>
                    <a:pt x="6850" y="714299"/>
                  </a:lnTo>
                  <a:lnTo>
                    <a:pt x="25925" y="751183"/>
                  </a:lnTo>
                  <a:lnTo>
                    <a:pt x="55012" y="780270"/>
                  </a:lnTo>
                  <a:lnTo>
                    <a:pt x="91896" y="799345"/>
                  </a:lnTo>
                  <a:lnTo>
                    <a:pt x="134365" y="806196"/>
                  </a:lnTo>
                  <a:lnTo>
                    <a:pt x="1020826" y="806196"/>
                  </a:lnTo>
                  <a:lnTo>
                    <a:pt x="1063280" y="799345"/>
                  </a:lnTo>
                  <a:lnTo>
                    <a:pt x="1100163" y="780270"/>
                  </a:lnTo>
                  <a:lnTo>
                    <a:pt x="1129255" y="751183"/>
                  </a:lnTo>
                  <a:lnTo>
                    <a:pt x="1148338" y="714299"/>
                  </a:lnTo>
                  <a:lnTo>
                    <a:pt x="1155191" y="671830"/>
                  </a:lnTo>
                  <a:lnTo>
                    <a:pt x="1155191" y="134366"/>
                  </a:lnTo>
                  <a:lnTo>
                    <a:pt x="1148338" y="91911"/>
                  </a:lnTo>
                  <a:lnTo>
                    <a:pt x="1129255" y="55028"/>
                  </a:lnTo>
                  <a:lnTo>
                    <a:pt x="1100163" y="25936"/>
                  </a:lnTo>
                  <a:lnTo>
                    <a:pt x="1063280" y="6853"/>
                  </a:lnTo>
                  <a:lnTo>
                    <a:pt x="1020826" y="0"/>
                  </a:lnTo>
                  <a:close/>
                </a:path>
              </a:pathLst>
            </a:custGeom>
            <a:solidFill>
              <a:srgbClr val="095A82"/>
            </a:solidFill>
          </p:spPr>
          <p:txBody>
            <a:bodyPr wrap="square" lIns="0" tIns="0" rIns="0" bIns="0" rtlCol="0"/>
            <a:lstStyle/>
            <a:p>
              <a:endParaRPr/>
            </a:p>
          </p:txBody>
        </p:sp>
        <p:sp>
          <p:nvSpPr>
            <p:cNvPr id="7" name="object 7"/>
            <p:cNvSpPr/>
            <p:nvPr/>
          </p:nvSpPr>
          <p:spPr>
            <a:xfrm>
              <a:off x="583691" y="3499104"/>
              <a:ext cx="1155700" cy="806450"/>
            </a:xfrm>
            <a:custGeom>
              <a:avLst/>
              <a:gdLst/>
              <a:ahLst/>
              <a:cxnLst/>
              <a:rect l="l" t="t" r="r" b="b"/>
              <a:pathLst>
                <a:path w="1155700" h="806450">
                  <a:moveTo>
                    <a:pt x="0" y="134366"/>
                  </a:moveTo>
                  <a:lnTo>
                    <a:pt x="6850" y="91911"/>
                  </a:lnTo>
                  <a:lnTo>
                    <a:pt x="25925" y="55028"/>
                  </a:lnTo>
                  <a:lnTo>
                    <a:pt x="55012" y="25936"/>
                  </a:lnTo>
                  <a:lnTo>
                    <a:pt x="91896" y="6853"/>
                  </a:lnTo>
                  <a:lnTo>
                    <a:pt x="134365" y="0"/>
                  </a:lnTo>
                  <a:lnTo>
                    <a:pt x="1020826" y="0"/>
                  </a:lnTo>
                  <a:lnTo>
                    <a:pt x="1063280" y="6853"/>
                  </a:lnTo>
                  <a:lnTo>
                    <a:pt x="1100163" y="25936"/>
                  </a:lnTo>
                  <a:lnTo>
                    <a:pt x="1129255" y="55028"/>
                  </a:lnTo>
                  <a:lnTo>
                    <a:pt x="1148338" y="91911"/>
                  </a:lnTo>
                  <a:lnTo>
                    <a:pt x="1155191" y="134366"/>
                  </a:lnTo>
                  <a:lnTo>
                    <a:pt x="1155191" y="671830"/>
                  </a:lnTo>
                  <a:lnTo>
                    <a:pt x="1148338" y="714299"/>
                  </a:lnTo>
                  <a:lnTo>
                    <a:pt x="1129255" y="751183"/>
                  </a:lnTo>
                  <a:lnTo>
                    <a:pt x="1100163" y="780270"/>
                  </a:lnTo>
                  <a:lnTo>
                    <a:pt x="1063280" y="799345"/>
                  </a:lnTo>
                  <a:lnTo>
                    <a:pt x="1020826" y="806196"/>
                  </a:lnTo>
                  <a:lnTo>
                    <a:pt x="134365" y="806196"/>
                  </a:lnTo>
                  <a:lnTo>
                    <a:pt x="91896" y="799345"/>
                  </a:lnTo>
                  <a:lnTo>
                    <a:pt x="55012" y="780270"/>
                  </a:lnTo>
                  <a:lnTo>
                    <a:pt x="25925" y="751183"/>
                  </a:lnTo>
                  <a:lnTo>
                    <a:pt x="6850" y="714299"/>
                  </a:lnTo>
                  <a:lnTo>
                    <a:pt x="0" y="671830"/>
                  </a:lnTo>
                  <a:lnTo>
                    <a:pt x="0" y="134366"/>
                  </a:lnTo>
                  <a:close/>
                </a:path>
              </a:pathLst>
            </a:custGeom>
            <a:ln w="6096">
              <a:solidFill>
                <a:srgbClr val="FFFFFF"/>
              </a:solidFill>
            </a:ln>
          </p:spPr>
          <p:txBody>
            <a:bodyPr wrap="square" lIns="0" tIns="0" rIns="0" bIns="0" rtlCol="0"/>
            <a:lstStyle/>
            <a:p>
              <a:endParaRPr/>
            </a:p>
          </p:txBody>
        </p:sp>
        <p:pic>
          <p:nvPicPr>
            <p:cNvPr id="8" name="object 8"/>
            <p:cNvPicPr/>
            <p:nvPr/>
          </p:nvPicPr>
          <p:blipFill>
            <a:blip r:embed="rId3" cstate="print"/>
            <a:stretch>
              <a:fillRect/>
            </a:stretch>
          </p:blipFill>
          <p:spPr>
            <a:xfrm>
              <a:off x="2517647" y="3473196"/>
              <a:ext cx="1242047" cy="893051"/>
            </a:xfrm>
            <a:prstGeom prst="rect">
              <a:avLst/>
            </a:prstGeom>
          </p:spPr>
        </p:pic>
        <p:sp>
          <p:nvSpPr>
            <p:cNvPr id="9" name="object 9"/>
            <p:cNvSpPr/>
            <p:nvPr/>
          </p:nvSpPr>
          <p:spPr>
            <a:xfrm>
              <a:off x="2563368" y="3499104"/>
              <a:ext cx="1155700" cy="806450"/>
            </a:xfrm>
            <a:custGeom>
              <a:avLst/>
              <a:gdLst/>
              <a:ahLst/>
              <a:cxnLst/>
              <a:rect l="l" t="t" r="r" b="b"/>
              <a:pathLst>
                <a:path w="1155700" h="806450">
                  <a:moveTo>
                    <a:pt x="1020826" y="0"/>
                  </a:moveTo>
                  <a:lnTo>
                    <a:pt x="134365" y="0"/>
                  </a:lnTo>
                  <a:lnTo>
                    <a:pt x="91911" y="6853"/>
                  </a:lnTo>
                  <a:lnTo>
                    <a:pt x="55028" y="25936"/>
                  </a:lnTo>
                  <a:lnTo>
                    <a:pt x="25936" y="55028"/>
                  </a:lnTo>
                  <a:lnTo>
                    <a:pt x="6853" y="91911"/>
                  </a:lnTo>
                  <a:lnTo>
                    <a:pt x="0" y="134366"/>
                  </a:lnTo>
                  <a:lnTo>
                    <a:pt x="0" y="671830"/>
                  </a:lnTo>
                  <a:lnTo>
                    <a:pt x="6853" y="714299"/>
                  </a:lnTo>
                  <a:lnTo>
                    <a:pt x="25936" y="751183"/>
                  </a:lnTo>
                  <a:lnTo>
                    <a:pt x="55028" y="780270"/>
                  </a:lnTo>
                  <a:lnTo>
                    <a:pt x="91911" y="799345"/>
                  </a:lnTo>
                  <a:lnTo>
                    <a:pt x="134365" y="806196"/>
                  </a:lnTo>
                  <a:lnTo>
                    <a:pt x="1020826" y="806196"/>
                  </a:lnTo>
                  <a:lnTo>
                    <a:pt x="1063280" y="799345"/>
                  </a:lnTo>
                  <a:lnTo>
                    <a:pt x="1100163" y="780270"/>
                  </a:lnTo>
                  <a:lnTo>
                    <a:pt x="1129255" y="751183"/>
                  </a:lnTo>
                  <a:lnTo>
                    <a:pt x="1148338" y="714299"/>
                  </a:lnTo>
                  <a:lnTo>
                    <a:pt x="1155192" y="671830"/>
                  </a:lnTo>
                  <a:lnTo>
                    <a:pt x="1155192" y="134366"/>
                  </a:lnTo>
                  <a:lnTo>
                    <a:pt x="1148338" y="91911"/>
                  </a:lnTo>
                  <a:lnTo>
                    <a:pt x="1129255" y="55028"/>
                  </a:lnTo>
                  <a:lnTo>
                    <a:pt x="1100163" y="25936"/>
                  </a:lnTo>
                  <a:lnTo>
                    <a:pt x="1063280" y="6853"/>
                  </a:lnTo>
                  <a:lnTo>
                    <a:pt x="1020826" y="0"/>
                  </a:lnTo>
                  <a:close/>
                </a:path>
              </a:pathLst>
            </a:custGeom>
            <a:solidFill>
              <a:srgbClr val="095A82"/>
            </a:solidFill>
          </p:spPr>
          <p:txBody>
            <a:bodyPr wrap="square" lIns="0" tIns="0" rIns="0" bIns="0" rtlCol="0"/>
            <a:lstStyle/>
            <a:p>
              <a:endParaRPr/>
            </a:p>
          </p:txBody>
        </p:sp>
        <p:sp>
          <p:nvSpPr>
            <p:cNvPr id="10" name="object 10"/>
            <p:cNvSpPr/>
            <p:nvPr/>
          </p:nvSpPr>
          <p:spPr>
            <a:xfrm>
              <a:off x="2563368" y="3499104"/>
              <a:ext cx="1155700" cy="806450"/>
            </a:xfrm>
            <a:custGeom>
              <a:avLst/>
              <a:gdLst/>
              <a:ahLst/>
              <a:cxnLst/>
              <a:rect l="l" t="t" r="r" b="b"/>
              <a:pathLst>
                <a:path w="1155700" h="806450">
                  <a:moveTo>
                    <a:pt x="0" y="134366"/>
                  </a:moveTo>
                  <a:lnTo>
                    <a:pt x="6853" y="91911"/>
                  </a:lnTo>
                  <a:lnTo>
                    <a:pt x="25936" y="55028"/>
                  </a:lnTo>
                  <a:lnTo>
                    <a:pt x="55028" y="25936"/>
                  </a:lnTo>
                  <a:lnTo>
                    <a:pt x="91911" y="6853"/>
                  </a:lnTo>
                  <a:lnTo>
                    <a:pt x="134365" y="0"/>
                  </a:lnTo>
                  <a:lnTo>
                    <a:pt x="1020826" y="0"/>
                  </a:lnTo>
                  <a:lnTo>
                    <a:pt x="1063280" y="6853"/>
                  </a:lnTo>
                  <a:lnTo>
                    <a:pt x="1100163" y="25936"/>
                  </a:lnTo>
                  <a:lnTo>
                    <a:pt x="1129255" y="55028"/>
                  </a:lnTo>
                  <a:lnTo>
                    <a:pt x="1148338" y="91911"/>
                  </a:lnTo>
                  <a:lnTo>
                    <a:pt x="1155192" y="134366"/>
                  </a:lnTo>
                  <a:lnTo>
                    <a:pt x="1155192" y="671830"/>
                  </a:lnTo>
                  <a:lnTo>
                    <a:pt x="1148338" y="714299"/>
                  </a:lnTo>
                  <a:lnTo>
                    <a:pt x="1129255" y="751183"/>
                  </a:lnTo>
                  <a:lnTo>
                    <a:pt x="1100163" y="780270"/>
                  </a:lnTo>
                  <a:lnTo>
                    <a:pt x="1063280" y="799345"/>
                  </a:lnTo>
                  <a:lnTo>
                    <a:pt x="1020826" y="806196"/>
                  </a:lnTo>
                  <a:lnTo>
                    <a:pt x="134365" y="806196"/>
                  </a:lnTo>
                  <a:lnTo>
                    <a:pt x="91911" y="799345"/>
                  </a:lnTo>
                  <a:lnTo>
                    <a:pt x="55028" y="780270"/>
                  </a:lnTo>
                  <a:lnTo>
                    <a:pt x="25936" y="751183"/>
                  </a:lnTo>
                  <a:lnTo>
                    <a:pt x="6853" y="714299"/>
                  </a:lnTo>
                  <a:lnTo>
                    <a:pt x="0" y="671830"/>
                  </a:lnTo>
                  <a:lnTo>
                    <a:pt x="0" y="134366"/>
                  </a:lnTo>
                  <a:close/>
                </a:path>
              </a:pathLst>
            </a:custGeom>
            <a:ln w="6096">
              <a:solidFill>
                <a:srgbClr val="FFFFFF"/>
              </a:solidFill>
            </a:ln>
          </p:spPr>
          <p:txBody>
            <a:bodyPr wrap="square" lIns="0" tIns="0" rIns="0" bIns="0" rtlCol="0"/>
            <a:lstStyle/>
            <a:p>
              <a:endParaRPr/>
            </a:p>
          </p:txBody>
        </p:sp>
        <p:pic>
          <p:nvPicPr>
            <p:cNvPr id="11" name="object 11"/>
            <p:cNvPicPr/>
            <p:nvPr/>
          </p:nvPicPr>
          <p:blipFill>
            <a:blip r:embed="rId4" cstate="print"/>
            <a:stretch>
              <a:fillRect/>
            </a:stretch>
          </p:blipFill>
          <p:spPr>
            <a:xfrm>
              <a:off x="537972" y="2662440"/>
              <a:ext cx="1242047" cy="563867"/>
            </a:xfrm>
            <a:prstGeom prst="rect">
              <a:avLst/>
            </a:prstGeom>
          </p:spPr>
        </p:pic>
        <p:sp>
          <p:nvSpPr>
            <p:cNvPr id="12" name="object 12"/>
            <p:cNvSpPr/>
            <p:nvPr/>
          </p:nvSpPr>
          <p:spPr>
            <a:xfrm>
              <a:off x="583691" y="2688336"/>
              <a:ext cx="1155700" cy="477520"/>
            </a:xfrm>
            <a:custGeom>
              <a:avLst/>
              <a:gdLst/>
              <a:ahLst/>
              <a:cxnLst/>
              <a:rect l="l" t="t" r="r" b="b"/>
              <a:pathLst>
                <a:path w="1155700" h="477519">
                  <a:moveTo>
                    <a:pt x="1075689" y="0"/>
                  </a:moveTo>
                  <a:lnTo>
                    <a:pt x="79501" y="0"/>
                  </a:lnTo>
                  <a:lnTo>
                    <a:pt x="48557" y="6242"/>
                  </a:lnTo>
                  <a:lnTo>
                    <a:pt x="23287" y="23272"/>
                  </a:lnTo>
                  <a:lnTo>
                    <a:pt x="6248" y="48541"/>
                  </a:lnTo>
                  <a:lnTo>
                    <a:pt x="0" y="79501"/>
                  </a:lnTo>
                  <a:lnTo>
                    <a:pt x="0" y="397509"/>
                  </a:lnTo>
                  <a:lnTo>
                    <a:pt x="6248" y="428470"/>
                  </a:lnTo>
                  <a:lnTo>
                    <a:pt x="23287" y="453739"/>
                  </a:lnTo>
                  <a:lnTo>
                    <a:pt x="48557" y="470769"/>
                  </a:lnTo>
                  <a:lnTo>
                    <a:pt x="79501" y="477012"/>
                  </a:lnTo>
                  <a:lnTo>
                    <a:pt x="1075689" y="477012"/>
                  </a:lnTo>
                  <a:lnTo>
                    <a:pt x="1106650" y="470769"/>
                  </a:lnTo>
                  <a:lnTo>
                    <a:pt x="1131919" y="453739"/>
                  </a:lnTo>
                  <a:lnTo>
                    <a:pt x="1148949" y="428470"/>
                  </a:lnTo>
                  <a:lnTo>
                    <a:pt x="1155191" y="397509"/>
                  </a:lnTo>
                  <a:lnTo>
                    <a:pt x="1155191" y="79501"/>
                  </a:lnTo>
                  <a:lnTo>
                    <a:pt x="1148949" y="48541"/>
                  </a:lnTo>
                  <a:lnTo>
                    <a:pt x="1131919" y="23272"/>
                  </a:lnTo>
                  <a:lnTo>
                    <a:pt x="1106650" y="6242"/>
                  </a:lnTo>
                  <a:lnTo>
                    <a:pt x="1075689" y="0"/>
                  </a:lnTo>
                  <a:close/>
                </a:path>
              </a:pathLst>
            </a:custGeom>
            <a:solidFill>
              <a:srgbClr val="16A995"/>
            </a:solidFill>
          </p:spPr>
          <p:txBody>
            <a:bodyPr wrap="square" lIns="0" tIns="0" rIns="0" bIns="0" rtlCol="0"/>
            <a:lstStyle/>
            <a:p>
              <a:endParaRPr/>
            </a:p>
          </p:txBody>
        </p:sp>
        <p:sp>
          <p:nvSpPr>
            <p:cNvPr id="13" name="object 13"/>
            <p:cNvSpPr/>
            <p:nvPr/>
          </p:nvSpPr>
          <p:spPr>
            <a:xfrm>
              <a:off x="583691" y="2688336"/>
              <a:ext cx="1155700" cy="477520"/>
            </a:xfrm>
            <a:custGeom>
              <a:avLst/>
              <a:gdLst/>
              <a:ahLst/>
              <a:cxnLst/>
              <a:rect l="l" t="t" r="r" b="b"/>
              <a:pathLst>
                <a:path w="1155700" h="477519">
                  <a:moveTo>
                    <a:pt x="0" y="79501"/>
                  </a:moveTo>
                  <a:lnTo>
                    <a:pt x="6248" y="48541"/>
                  </a:lnTo>
                  <a:lnTo>
                    <a:pt x="23287" y="23272"/>
                  </a:lnTo>
                  <a:lnTo>
                    <a:pt x="48557" y="6242"/>
                  </a:lnTo>
                  <a:lnTo>
                    <a:pt x="79501" y="0"/>
                  </a:lnTo>
                  <a:lnTo>
                    <a:pt x="1075689" y="0"/>
                  </a:lnTo>
                  <a:lnTo>
                    <a:pt x="1106650" y="6242"/>
                  </a:lnTo>
                  <a:lnTo>
                    <a:pt x="1131919" y="23272"/>
                  </a:lnTo>
                  <a:lnTo>
                    <a:pt x="1148949" y="48541"/>
                  </a:lnTo>
                  <a:lnTo>
                    <a:pt x="1155191" y="79501"/>
                  </a:lnTo>
                  <a:lnTo>
                    <a:pt x="1155191" y="397509"/>
                  </a:lnTo>
                  <a:lnTo>
                    <a:pt x="1148949" y="428470"/>
                  </a:lnTo>
                  <a:lnTo>
                    <a:pt x="1131919" y="453739"/>
                  </a:lnTo>
                  <a:lnTo>
                    <a:pt x="1106650" y="470769"/>
                  </a:lnTo>
                  <a:lnTo>
                    <a:pt x="1075689" y="477012"/>
                  </a:lnTo>
                  <a:lnTo>
                    <a:pt x="79501" y="477012"/>
                  </a:lnTo>
                  <a:lnTo>
                    <a:pt x="48557" y="470769"/>
                  </a:lnTo>
                  <a:lnTo>
                    <a:pt x="23287" y="453739"/>
                  </a:lnTo>
                  <a:lnTo>
                    <a:pt x="6248" y="428470"/>
                  </a:lnTo>
                  <a:lnTo>
                    <a:pt x="0" y="397509"/>
                  </a:lnTo>
                  <a:lnTo>
                    <a:pt x="0" y="79501"/>
                  </a:lnTo>
                  <a:close/>
                </a:path>
              </a:pathLst>
            </a:custGeom>
            <a:ln w="6096">
              <a:solidFill>
                <a:srgbClr val="FFFFFF"/>
              </a:solidFill>
            </a:ln>
          </p:spPr>
          <p:txBody>
            <a:bodyPr wrap="square" lIns="0" tIns="0" rIns="0" bIns="0" rtlCol="0"/>
            <a:lstStyle/>
            <a:p>
              <a:endParaRPr/>
            </a:p>
          </p:txBody>
        </p:sp>
        <p:pic>
          <p:nvPicPr>
            <p:cNvPr id="14" name="object 14"/>
            <p:cNvPicPr/>
            <p:nvPr/>
          </p:nvPicPr>
          <p:blipFill>
            <a:blip r:embed="rId5" cstate="print"/>
            <a:stretch>
              <a:fillRect/>
            </a:stretch>
          </p:blipFill>
          <p:spPr>
            <a:xfrm>
              <a:off x="5343117" y="2354522"/>
              <a:ext cx="1549961" cy="2406481"/>
            </a:xfrm>
            <a:prstGeom prst="rect">
              <a:avLst/>
            </a:prstGeom>
          </p:spPr>
        </p:pic>
        <p:sp>
          <p:nvSpPr>
            <p:cNvPr id="15" name="object 15"/>
            <p:cNvSpPr/>
            <p:nvPr/>
          </p:nvSpPr>
          <p:spPr>
            <a:xfrm>
              <a:off x="5387339" y="2351532"/>
              <a:ext cx="1466215" cy="2331720"/>
            </a:xfrm>
            <a:custGeom>
              <a:avLst/>
              <a:gdLst/>
              <a:ahLst/>
              <a:cxnLst/>
              <a:rect l="l" t="t" r="r" b="b"/>
              <a:pathLst>
                <a:path w="1466215" h="2331720">
                  <a:moveTo>
                    <a:pt x="1466088" y="0"/>
                  </a:moveTo>
                  <a:lnTo>
                    <a:pt x="244348" y="0"/>
                  </a:lnTo>
                  <a:lnTo>
                    <a:pt x="195088" y="4962"/>
                  </a:lnTo>
                  <a:lnTo>
                    <a:pt x="149215" y="19194"/>
                  </a:lnTo>
                  <a:lnTo>
                    <a:pt x="107708" y="41717"/>
                  </a:lnTo>
                  <a:lnTo>
                    <a:pt x="71548" y="71548"/>
                  </a:lnTo>
                  <a:lnTo>
                    <a:pt x="41717" y="107708"/>
                  </a:lnTo>
                  <a:lnTo>
                    <a:pt x="19194" y="149215"/>
                  </a:lnTo>
                  <a:lnTo>
                    <a:pt x="4962" y="195088"/>
                  </a:lnTo>
                  <a:lnTo>
                    <a:pt x="0" y="244348"/>
                  </a:lnTo>
                  <a:lnTo>
                    <a:pt x="0" y="2331720"/>
                  </a:lnTo>
                  <a:lnTo>
                    <a:pt x="1221739" y="2331720"/>
                  </a:lnTo>
                  <a:lnTo>
                    <a:pt x="1270999" y="2326755"/>
                  </a:lnTo>
                  <a:lnTo>
                    <a:pt x="1316872" y="2312517"/>
                  </a:lnTo>
                  <a:lnTo>
                    <a:pt x="1358379" y="2289989"/>
                  </a:lnTo>
                  <a:lnTo>
                    <a:pt x="1394539" y="2260152"/>
                  </a:lnTo>
                  <a:lnTo>
                    <a:pt x="1424370" y="2223989"/>
                  </a:lnTo>
                  <a:lnTo>
                    <a:pt x="1446893" y="2182483"/>
                  </a:lnTo>
                  <a:lnTo>
                    <a:pt x="1461125" y="2136616"/>
                  </a:lnTo>
                  <a:lnTo>
                    <a:pt x="1466088" y="2087372"/>
                  </a:lnTo>
                  <a:lnTo>
                    <a:pt x="1466088" y="0"/>
                  </a:lnTo>
                  <a:close/>
                </a:path>
              </a:pathLst>
            </a:custGeom>
            <a:solidFill>
              <a:srgbClr val="D6E2BA"/>
            </a:solidFill>
          </p:spPr>
          <p:txBody>
            <a:bodyPr wrap="square" lIns="0" tIns="0" rIns="0" bIns="0" rtlCol="0"/>
            <a:lstStyle/>
            <a:p>
              <a:endParaRPr/>
            </a:p>
          </p:txBody>
        </p:sp>
        <p:pic>
          <p:nvPicPr>
            <p:cNvPr id="16" name="object 16"/>
            <p:cNvPicPr/>
            <p:nvPr/>
          </p:nvPicPr>
          <p:blipFill>
            <a:blip r:embed="rId6" cstate="print"/>
            <a:stretch>
              <a:fillRect/>
            </a:stretch>
          </p:blipFill>
          <p:spPr>
            <a:xfrm>
              <a:off x="422144" y="1021069"/>
              <a:ext cx="3720091" cy="1205505"/>
            </a:xfrm>
            <a:prstGeom prst="rect">
              <a:avLst/>
            </a:prstGeom>
          </p:spPr>
        </p:pic>
        <p:sp>
          <p:nvSpPr>
            <p:cNvPr id="17" name="object 17"/>
            <p:cNvSpPr/>
            <p:nvPr/>
          </p:nvSpPr>
          <p:spPr>
            <a:xfrm>
              <a:off x="466344" y="1018032"/>
              <a:ext cx="3636645" cy="1130935"/>
            </a:xfrm>
            <a:custGeom>
              <a:avLst/>
              <a:gdLst/>
              <a:ahLst/>
              <a:cxnLst/>
              <a:rect l="l" t="t" r="r" b="b"/>
              <a:pathLst>
                <a:path w="3636645" h="1130935">
                  <a:moveTo>
                    <a:pt x="3636264" y="0"/>
                  </a:moveTo>
                  <a:lnTo>
                    <a:pt x="188468" y="0"/>
                  </a:lnTo>
                  <a:lnTo>
                    <a:pt x="138365" y="6728"/>
                  </a:lnTo>
                  <a:lnTo>
                    <a:pt x="93344" y="25719"/>
                  </a:lnTo>
                  <a:lnTo>
                    <a:pt x="55200" y="55181"/>
                  </a:lnTo>
                  <a:lnTo>
                    <a:pt x="25731" y="93321"/>
                  </a:lnTo>
                  <a:lnTo>
                    <a:pt x="6732" y="138347"/>
                  </a:lnTo>
                  <a:lnTo>
                    <a:pt x="0" y="188467"/>
                  </a:lnTo>
                  <a:lnTo>
                    <a:pt x="0" y="1130807"/>
                  </a:lnTo>
                  <a:lnTo>
                    <a:pt x="3447796" y="1130807"/>
                  </a:lnTo>
                  <a:lnTo>
                    <a:pt x="3497916" y="1124079"/>
                  </a:lnTo>
                  <a:lnTo>
                    <a:pt x="3542942" y="1105088"/>
                  </a:lnTo>
                  <a:lnTo>
                    <a:pt x="3581082" y="1075626"/>
                  </a:lnTo>
                  <a:lnTo>
                    <a:pt x="3610544" y="1037486"/>
                  </a:lnTo>
                  <a:lnTo>
                    <a:pt x="3629535" y="992460"/>
                  </a:lnTo>
                  <a:lnTo>
                    <a:pt x="3636264" y="942339"/>
                  </a:lnTo>
                  <a:lnTo>
                    <a:pt x="3636264" y="0"/>
                  </a:lnTo>
                  <a:close/>
                </a:path>
              </a:pathLst>
            </a:custGeom>
            <a:solidFill>
              <a:srgbClr val="D6E2BA"/>
            </a:solidFill>
          </p:spPr>
          <p:txBody>
            <a:bodyPr wrap="square" lIns="0" tIns="0" rIns="0" bIns="0" rtlCol="0"/>
            <a:lstStyle/>
            <a:p>
              <a:endParaRPr/>
            </a:p>
          </p:txBody>
        </p:sp>
      </p:grpSp>
      <p:sp>
        <p:nvSpPr>
          <p:cNvPr id="18" name="object 18"/>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19" name="object 19"/>
          <p:cNvSpPr txBox="1"/>
          <p:nvPr/>
        </p:nvSpPr>
        <p:spPr>
          <a:xfrm>
            <a:off x="687730" y="2815208"/>
            <a:ext cx="95313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Node</a:t>
            </a:r>
            <a:r>
              <a:rPr sz="1200" spc="-60" dirty="0">
                <a:solidFill>
                  <a:srgbClr val="FFFFFF"/>
                </a:solidFill>
                <a:latin typeface="Calibri"/>
                <a:cs typeface="Calibri"/>
              </a:rPr>
              <a:t> </a:t>
            </a:r>
            <a:r>
              <a:rPr sz="1200" spc="-5" dirty="0">
                <a:solidFill>
                  <a:srgbClr val="FFFFFF"/>
                </a:solidFill>
                <a:latin typeface="Calibri"/>
                <a:cs typeface="Calibri"/>
              </a:rPr>
              <a:t>Manager</a:t>
            </a:r>
            <a:endParaRPr sz="1200">
              <a:latin typeface="Calibri"/>
              <a:cs typeface="Calibri"/>
            </a:endParaRPr>
          </a:p>
        </p:txBody>
      </p:sp>
      <p:sp>
        <p:nvSpPr>
          <p:cNvPr id="20" name="object 20"/>
          <p:cNvSpPr txBox="1"/>
          <p:nvPr/>
        </p:nvSpPr>
        <p:spPr>
          <a:xfrm>
            <a:off x="637743" y="3519678"/>
            <a:ext cx="63436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Container</a:t>
            </a:r>
            <a:endParaRPr sz="1200">
              <a:latin typeface="Calibri"/>
              <a:cs typeface="Calibri"/>
            </a:endParaRPr>
          </a:p>
        </p:txBody>
      </p:sp>
      <p:grpSp>
        <p:nvGrpSpPr>
          <p:cNvPr id="21" name="object 21"/>
          <p:cNvGrpSpPr/>
          <p:nvPr/>
        </p:nvGrpSpPr>
        <p:grpSpPr>
          <a:xfrm>
            <a:off x="600455" y="3819144"/>
            <a:ext cx="1074420" cy="401320"/>
            <a:chOff x="600455" y="3819144"/>
            <a:chExt cx="1074420" cy="401320"/>
          </a:xfrm>
        </p:grpSpPr>
        <p:pic>
          <p:nvPicPr>
            <p:cNvPr id="22" name="object 22"/>
            <p:cNvPicPr/>
            <p:nvPr/>
          </p:nvPicPr>
          <p:blipFill>
            <a:blip r:embed="rId7" cstate="print"/>
            <a:stretch>
              <a:fillRect/>
            </a:stretch>
          </p:blipFill>
          <p:spPr>
            <a:xfrm>
              <a:off x="600455" y="3863340"/>
              <a:ext cx="1074420" cy="265252"/>
            </a:xfrm>
            <a:prstGeom prst="rect">
              <a:avLst/>
            </a:prstGeom>
          </p:spPr>
        </p:pic>
        <p:pic>
          <p:nvPicPr>
            <p:cNvPr id="23" name="object 23"/>
            <p:cNvPicPr/>
            <p:nvPr/>
          </p:nvPicPr>
          <p:blipFill>
            <a:blip r:embed="rId8" cstate="print"/>
            <a:stretch>
              <a:fillRect/>
            </a:stretch>
          </p:blipFill>
          <p:spPr>
            <a:xfrm>
              <a:off x="719327" y="3819144"/>
              <a:ext cx="844308" cy="400773"/>
            </a:xfrm>
            <a:prstGeom prst="rect">
              <a:avLst/>
            </a:prstGeom>
          </p:spPr>
        </p:pic>
      </p:grpSp>
      <p:sp>
        <p:nvSpPr>
          <p:cNvPr id="24" name="object 24"/>
          <p:cNvSpPr txBox="1"/>
          <p:nvPr/>
        </p:nvSpPr>
        <p:spPr>
          <a:xfrm>
            <a:off x="643127" y="3886200"/>
            <a:ext cx="993775" cy="184785"/>
          </a:xfrm>
          <a:prstGeom prst="rect">
            <a:avLst/>
          </a:prstGeom>
          <a:solidFill>
            <a:srgbClr val="9CB955"/>
          </a:solidFill>
        </p:spPr>
        <p:txBody>
          <a:bodyPr vert="horz" wrap="square" lIns="0" tIns="0" rIns="0" bIns="0" rtlCol="0">
            <a:spAutoFit/>
          </a:bodyPr>
          <a:lstStyle/>
          <a:p>
            <a:pPr marL="209550">
              <a:lnSpc>
                <a:spcPts val="1375"/>
              </a:lnSpc>
            </a:pPr>
            <a:r>
              <a:rPr sz="1200" dirty="0">
                <a:latin typeface="Calibri"/>
                <a:cs typeface="Calibri"/>
              </a:rPr>
              <a:t>Map</a:t>
            </a:r>
            <a:r>
              <a:rPr sz="1200" spc="-55" dirty="0">
                <a:latin typeface="Calibri"/>
                <a:cs typeface="Calibri"/>
              </a:rPr>
              <a:t> </a:t>
            </a:r>
            <a:r>
              <a:rPr sz="1200" spc="-25" dirty="0">
                <a:latin typeface="Calibri"/>
                <a:cs typeface="Calibri"/>
              </a:rPr>
              <a:t>Task</a:t>
            </a:r>
            <a:endParaRPr sz="1200">
              <a:latin typeface="Calibri"/>
              <a:cs typeface="Calibri"/>
            </a:endParaRPr>
          </a:p>
        </p:txBody>
      </p:sp>
      <p:sp>
        <p:nvSpPr>
          <p:cNvPr id="25" name="object 25"/>
          <p:cNvSpPr txBox="1"/>
          <p:nvPr/>
        </p:nvSpPr>
        <p:spPr>
          <a:xfrm>
            <a:off x="2614041" y="3541267"/>
            <a:ext cx="63436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Container</a:t>
            </a:r>
            <a:endParaRPr sz="1200">
              <a:latin typeface="Calibri"/>
              <a:cs typeface="Calibri"/>
            </a:endParaRPr>
          </a:p>
        </p:txBody>
      </p:sp>
      <p:grpSp>
        <p:nvGrpSpPr>
          <p:cNvPr id="26" name="object 26"/>
          <p:cNvGrpSpPr/>
          <p:nvPr/>
        </p:nvGrpSpPr>
        <p:grpSpPr>
          <a:xfrm>
            <a:off x="2596895" y="3721608"/>
            <a:ext cx="1074420" cy="584200"/>
            <a:chOff x="2596895" y="3721608"/>
            <a:chExt cx="1074420" cy="584200"/>
          </a:xfrm>
        </p:grpSpPr>
        <p:pic>
          <p:nvPicPr>
            <p:cNvPr id="27" name="object 27"/>
            <p:cNvPicPr/>
            <p:nvPr/>
          </p:nvPicPr>
          <p:blipFill>
            <a:blip r:embed="rId9" cstate="print"/>
            <a:stretch>
              <a:fillRect/>
            </a:stretch>
          </p:blipFill>
          <p:spPr>
            <a:xfrm>
              <a:off x="2596895" y="3765804"/>
              <a:ext cx="1074420" cy="451116"/>
            </a:xfrm>
            <a:prstGeom prst="rect">
              <a:avLst/>
            </a:prstGeom>
          </p:spPr>
        </p:pic>
        <p:pic>
          <p:nvPicPr>
            <p:cNvPr id="28" name="object 28"/>
            <p:cNvPicPr/>
            <p:nvPr/>
          </p:nvPicPr>
          <p:blipFill>
            <a:blip r:embed="rId10" cstate="print"/>
            <a:stretch>
              <a:fillRect/>
            </a:stretch>
          </p:blipFill>
          <p:spPr>
            <a:xfrm>
              <a:off x="2654807" y="3721608"/>
              <a:ext cx="966203" cy="583666"/>
            </a:xfrm>
            <a:prstGeom prst="rect">
              <a:avLst/>
            </a:prstGeom>
          </p:spPr>
        </p:pic>
        <p:sp>
          <p:nvSpPr>
            <p:cNvPr id="29" name="object 29"/>
            <p:cNvSpPr/>
            <p:nvPr/>
          </p:nvSpPr>
          <p:spPr>
            <a:xfrm>
              <a:off x="2639567" y="3788664"/>
              <a:ext cx="993775" cy="370840"/>
            </a:xfrm>
            <a:custGeom>
              <a:avLst/>
              <a:gdLst/>
              <a:ahLst/>
              <a:cxnLst/>
              <a:rect l="l" t="t" r="r" b="b"/>
              <a:pathLst>
                <a:path w="993775" h="370839">
                  <a:moveTo>
                    <a:pt x="993647" y="0"/>
                  </a:moveTo>
                  <a:lnTo>
                    <a:pt x="0" y="0"/>
                  </a:lnTo>
                  <a:lnTo>
                    <a:pt x="0" y="370332"/>
                  </a:lnTo>
                  <a:lnTo>
                    <a:pt x="993647" y="370332"/>
                  </a:lnTo>
                  <a:lnTo>
                    <a:pt x="993647" y="0"/>
                  </a:lnTo>
                  <a:close/>
                </a:path>
              </a:pathLst>
            </a:custGeom>
            <a:solidFill>
              <a:srgbClr val="9CB955"/>
            </a:solidFill>
          </p:spPr>
          <p:txBody>
            <a:bodyPr wrap="square" lIns="0" tIns="0" rIns="0" bIns="0" rtlCol="0"/>
            <a:lstStyle/>
            <a:p>
              <a:endParaRPr/>
            </a:p>
          </p:txBody>
        </p:sp>
      </p:grpSp>
      <p:sp>
        <p:nvSpPr>
          <p:cNvPr id="30" name="object 30"/>
          <p:cNvSpPr txBox="1"/>
          <p:nvPr/>
        </p:nvSpPr>
        <p:spPr>
          <a:xfrm>
            <a:off x="2776220" y="3768344"/>
            <a:ext cx="727075" cy="391160"/>
          </a:xfrm>
          <a:prstGeom prst="rect">
            <a:avLst/>
          </a:prstGeom>
        </p:spPr>
        <p:txBody>
          <a:bodyPr vert="horz" wrap="square" lIns="0" tIns="12700" rIns="0" bIns="0" rtlCol="0">
            <a:spAutoFit/>
          </a:bodyPr>
          <a:lstStyle/>
          <a:p>
            <a:pPr marL="142240" marR="5080" indent="-129539">
              <a:lnSpc>
                <a:spcPct val="100000"/>
              </a:lnSpc>
              <a:spcBef>
                <a:spcPts val="100"/>
              </a:spcBef>
            </a:pPr>
            <a:r>
              <a:rPr sz="1200" dirty="0">
                <a:latin typeface="Calibri"/>
                <a:cs typeface="Calibri"/>
              </a:rPr>
              <a:t>A</a:t>
            </a:r>
            <a:r>
              <a:rPr sz="1200" spc="5" dirty="0">
                <a:latin typeface="Calibri"/>
                <a:cs typeface="Calibri"/>
              </a:rPr>
              <a:t>p</a:t>
            </a:r>
            <a:r>
              <a:rPr sz="1200" dirty="0">
                <a:latin typeface="Calibri"/>
                <a:cs typeface="Calibri"/>
              </a:rPr>
              <a:t>pli</a:t>
            </a:r>
            <a:r>
              <a:rPr sz="1200" spc="-15" dirty="0">
                <a:latin typeface="Calibri"/>
                <a:cs typeface="Calibri"/>
              </a:rPr>
              <a:t>ca</a:t>
            </a:r>
            <a:r>
              <a:rPr sz="1200" dirty="0">
                <a:latin typeface="Calibri"/>
                <a:cs typeface="Calibri"/>
              </a:rPr>
              <a:t>tion  </a:t>
            </a:r>
            <a:r>
              <a:rPr sz="1200" spc="-5" dirty="0">
                <a:latin typeface="Calibri"/>
                <a:cs typeface="Calibri"/>
              </a:rPr>
              <a:t>Master</a:t>
            </a:r>
            <a:endParaRPr sz="1200">
              <a:latin typeface="Calibri"/>
              <a:cs typeface="Calibri"/>
            </a:endParaRPr>
          </a:p>
        </p:txBody>
      </p:sp>
      <p:pic>
        <p:nvPicPr>
          <p:cNvPr id="31" name="object 31"/>
          <p:cNvPicPr/>
          <p:nvPr/>
        </p:nvPicPr>
        <p:blipFill>
          <a:blip r:embed="rId11" cstate="print"/>
          <a:stretch>
            <a:fillRect/>
          </a:stretch>
        </p:blipFill>
        <p:spPr>
          <a:xfrm>
            <a:off x="5792723" y="998219"/>
            <a:ext cx="1379220" cy="1389887"/>
          </a:xfrm>
          <a:prstGeom prst="rect">
            <a:avLst/>
          </a:prstGeom>
        </p:spPr>
      </p:pic>
      <p:sp>
        <p:nvSpPr>
          <p:cNvPr id="32" name="object 32"/>
          <p:cNvSpPr txBox="1"/>
          <p:nvPr/>
        </p:nvSpPr>
        <p:spPr>
          <a:xfrm>
            <a:off x="6206997" y="929462"/>
            <a:ext cx="442595" cy="240029"/>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006FC0"/>
                </a:solidFill>
                <a:latin typeface="Calibri"/>
                <a:cs typeface="Calibri"/>
              </a:rPr>
              <a:t>C</a:t>
            </a:r>
            <a:r>
              <a:rPr sz="1400" dirty="0">
                <a:solidFill>
                  <a:srgbClr val="006FC0"/>
                </a:solidFill>
                <a:latin typeface="Calibri"/>
                <a:cs typeface="Calibri"/>
              </a:rPr>
              <a:t>lie</a:t>
            </a:r>
            <a:r>
              <a:rPr sz="1400" spc="-25" dirty="0">
                <a:solidFill>
                  <a:srgbClr val="006FC0"/>
                </a:solidFill>
                <a:latin typeface="Calibri"/>
                <a:cs typeface="Calibri"/>
              </a:rPr>
              <a:t>n</a:t>
            </a:r>
            <a:r>
              <a:rPr sz="1400" dirty="0">
                <a:solidFill>
                  <a:srgbClr val="006FC0"/>
                </a:solidFill>
                <a:latin typeface="Calibri"/>
                <a:cs typeface="Calibri"/>
              </a:rPr>
              <a:t>t</a:t>
            </a:r>
            <a:endParaRPr sz="1400">
              <a:latin typeface="Calibri"/>
              <a:cs typeface="Calibri"/>
            </a:endParaRPr>
          </a:p>
        </p:txBody>
      </p:sp>
      <p:grpSp>
        <p:nvGrpSpPr>
          <p:cNvPr id="33" name="object 33"/>
          <p:cNvGrpSpPr/>
          <p:nvPr/>
        </p:nvGrpSpPr>
        <p:grpSpPr>
          <a:xfrm>
            <a:off x="620268" y="1350263"/>
            <a:ext cx="3180715" cy="584200"/>
            <a:chOff x="620268" y="1350263"/>
            <a:chExt cx="3180715" cy="584200"/>
          </a:xfrm>
        </p:grpSpPr>
        <p:pic>
          <p:nvPicPr>
            <p:cNvPr id="34" name="object 34"/>
            <p:cNvPicPr/>
            <p:nvPr/>
          </p:nvPicPr>
          <p:blipFill>
            <a:blip r:embed="rId4" cstate="print"/>
            <a:stretch>
              <a:fillRect/>
            </a:stretch>
          </p:blipFill>
          <p:spPr>
            <a:xfrm>
              <a:off x="620268" y="1370088"/>
              <a:ext cx="1242047" cy="563867"/>
            </a:xfrm>
            <a:prstGeom prst="rect">
              <a:avLst/>
            </a:prstGeom>
          </p:spPr>
        </p:pic>
        <p:sp>
          <p:nvSpPr>
            <p:cNvPr id="35" name="object 35"/>
            <p:cNvSpPr/>
            <p:nvPr/>
          </p:nvSpPr>
          <p:spPr>
            <a:xfrm>
              <a:off x="665988" y="1395983"/>
              <a:ext cx="1155700" cy="477520"/>
            </a:xfrm>
            <a:custGeom>
              <a:avLst/>
              <a:gdLst/>
              <a:ahLst/>
              <a:cxnLst/>
              <a:rect l="l" t="t" r="r" b="b"/>
              <a:pathLst>
                <a:path w="1155700" h="477519">
                  <a:moveTo>
                    <a:pt x="1075689" y="0"/>
                  </a:moveTo>
                  <a:lnTo>
                    <a:pt x="79502" y="0"/>
                  </a:lnTo>
                  <a:lnTo>
                    <a:pt x="48557" y="6242"/>
                  </a:lnTo>
                  <a:lnTo>
                    <a:pt x="23287" y="23272"/>
                  </a:lnTo>
                  <a:lnTo>
                    <a:pt x="6248" y="48541"/>
                  </a:lnTo>
                  <a:lnTo>
                    <a:pt x="0" y="79501"/>
                  </a:lnTo>
                  <a:lnTo>
                    <a:pt x="0" y="397510"/>
                  </a:lnTo>
                  <a:lnTo>
                    <a:pt x="6248" y="428470"/>
                  </a:lnTo>
                  <a:lnTo>
                    <a:pt x="23287" y="453739"/>
                  </a:lnTo>
                  <a:lnTo>
                    <a:pt x="48557" y="470769"/>
                  </a:lnTo>
                  <a:lnTo>
                    <a:pt x="79502" y="477012"/>
                  </a:lnTo>
                  <a:lnTo>
                    <a:pt x="1075689" y="477012"/>
                  </a:lnTo>
                  <a:lnTo>
                    <a:pt x="1106650" y="470769"/>
                  </a:lnTo>
                  <a:lnTo>
                    <a:pt x="1131919" y="453739"/>
                  </a:lnTo>
                  <a:lnTo>
                    <a:pt x="1148949" y="428470"/>
                  </a:lnTo>
                  <a:lnTo>
                    <a:pt x="1155192" y="397510"/>
                  </a:lnTo>
                  <a:lnTo>
                    <a:pt x="1155192" y="79501"/>
                  </a:lnTo>
                  <a:lnTo>
                    <a:pt x="1148949" y="48541"/>
                  </a:lnTo>
                  <a:lnTo>
                    <a:pt x="1131919" y="23272"/>
                  </a:lnTo>
                  <a:lnTo>
                    <a:pt x="1106650" y="6242"/>
                  </a:lnTo>
                  <a:lnTo>
                    <a:pt x="1075689" y="0"/>
                  </a:lnTo>
                  <a:close/>
                </a:path>
              </a:pathLst>
            </a:custGeom>
            <a:solidFill>
              <a:srgbClr val="16A995"/>
            </a:solidFill>
          </p:spPr>
          <p:txBody>
            <a:bodyPr wrap="square" lIns="0" tIns="0" rIns="0" bIns="0" rtlCol="0"/>
            <a:lstStyle/>
            <a:p>
              <a:endParaRPr/>
            </a:p>
          </p:txBody>
        </p:sp>
        <p:sp>
          <p:nvSpPr>
            <p:cNvPr id="36" name="object 36"/>
            <p:cNvSpPr/>
            <p:nvPr/>
          </p:nvSpPr>
          <p:spPr>
            <a:xfrm>
              <a:off x="665988" y="1395983"/>
              <a:ext cx="1155700" cy="477520"/>
            </a:xfrm>
            <a:custGeom>
              <a:avLst/>
              <a:gdLst/>
              <a:ahLst/>
              <a:cxnLst/>
              <a:rect l="l" t="t" r="r" b="b"/>
              <a:pathLst>
                <a:path w="1155700" h="477519">
                  <a:moveTo>
                    <a:pt x="0" y="79501"/>
                  </a:moveTo>
                  <a:lnTo>
                    <a:pt x="6248" y="48541"/>
                  </a:lnTo>
                  <a:lnTo>
                    <a:pt x="23287" y="23272"/>
                  </a:lnTo>
                  <a:lnTo>
                    <a:pt x="48557" y="6242"/>
                  </a:lnTo>
                  <a:lnTo>
                    <a:pt x="79502" y="0"/>
                  </a:lnTo>
                  <a:lnTo>
                    <a:pt x="1075689" y="0"/>
                  </a:lnTo>
                  <a:lnTo>
                    <a:pt x="1106650" y="6242"/>
                  </a:lnTo>
                  <a:lnTo>
                    <a:pt x="1131919" y="23272"/>
                  </a:lnTo>
                  <a:lnTo>
                    <a:pt x="1148949" y="48541"/>
                  </a:lnTo>
                  <a:lnTo>
                    <a:pt x="1155192" y="79501"/>
                  </a:lnTo>
                  <a:lnTo>
                    <a:pt x="1155192" y="397510"/>
                  </a:lnTo>
                  <a:lnTo>
                    <a:pt x="1148949" y="428470"/>
                  </a:lnTo>
                  <a:lnTo>
                    <a:pt x="1131919" y="453739"/>
                  </a:lnTo>
                  <a:lnTo>
                    <a:pt x="1106650" y="470769"/>
                  </a:lnTo>
                  <a:lnTo>
                    <a:pt x="1075689" y="477012"/>
                  </a:lnTo>
                  <a:lnTo>
                    <a:pt x="79502" y="477012"/>
                  </a:lnTo>
                  <a:lnTo>
                    <a:pt x="48557" y="470769"/>
                  </a:lnTo>
                  <a:lnTo>
                    <a:pt x="23287" y="453739"/>
                  </a:lnTo>
                  <a:lnTo>
                    <a:pt x="6248" y="428470"/>
                  </a:lnTo>
                  <a:lnTo>
                    <a:pt x="0" y="397510"/>
                  </a:lnTo>
                  <a:lnTo>
                    <a:pt x="0" y="79501"/>
                  </a:lnTo>
                  <a:close/>
                </a:path>
              </a:pathLst>
            </a:custGeom>
            <a:ln w="6096">
              <a:solidFill>
                <a:srgbClr val="FFFFFF"/>
              </a:solidFill>
            </a:ln>
          </p:spPr>
          <p:txBody>
            <a:bodyPr wrap="square" lIns="0" tIns="0" rIns="0" bIns="0" rtlCol="0"/>
            <a:lstStyle/>
            <a:p>
              <a:endParaRPr/>
            </a:p>
          </p:txBody>
        </p:sp>
        <p:pic>
          <p:nvPicPr>
            <p:cNvPr id="37" name="object 37"/>
            <p:cNvPicPr/>
            <p:nvPr/>
          </p:nvPicPr>
          <p:blipFill>
            <a:blip r:embed="rId12" cstate="print"/>
            <a:stretch>
              <a:fillRect/>
            </a:stretch>
          </p:blipFill>
          <p:spPr>
            <a:xfrm>
              <a:off x="2560319" y="1350263"/>
              <a:ext cx="1240535" cy="562356"/>
            </a:xfrm>
            <a:prstGeom prst="rect">
              <a:avLst/>
            </a:prstGeom>
          </p:spPr>
        </p:pic>
        <p:sp>
          <p:nvSpPr>
            <p:cNvPr id="38" name="object 38"/>
            <p:cNvSpPr/>
            <p:nvPr/>
          </p:nvSpPr>
          <p:spPr>
            <a:xfrm>
              <a:off x="2606040" y="1376171"/>
              <a:ext cx="1153795" cy="475615"/>
            </a:xfrm>
            <a:custGeom>
              <a:avLst/>
              <a:gdLst/>
              <a:ahLst/>
              <a:cxnLst/>
              <a:rect l="l" t="t" r="r" b="b"/>
              <a:pathLst>
                <a:path w="1153795" h="475614">
                  <a:moveTo>
                    <a:pt x="1074420" y="0"/>
                  </a:moveTo>
                  <a:lnTo>
                    <a:pt x="79248" y="0"/>
                  </a:lnTo>
                  <a:lnTo>
                    <a:pt x="48381" y="6221"/>
                  </a:lnTo>
                  <a:lnTo>
                    <a:pt x="23193" y="23193"/>
                  </a:lnTo>
                  <a:lnTo>
                    <a:pt x="6221" y="48381"/>
                  </a:lnTo>
                  <a:lnTo>
                    <a:pt x="0" y="79248"/>
                  </a:lnTo>
                  <a:lnTo>
                    <a:pt x="0" y="396239"/>
                  </a:lnTo>
                  <a:lnTo>
                    <a:pt x="6221" y="427106"/>
                  </a:lnTo>
                  <a:lnTo>
                    <a:pt x="23193" y="452294"/>
                  </a:lnTo>
                  <a:lnTo>
                    <a:pt x="48381" y="469266"/>
                  </a:lnTo>
                  <a:lnTo>
                    <a:pt x="79248" y="475488"/>
                  </a:lnTo>
                  <a:lnTo>
                    <a:pt x="1074420" y="475488"/>
                  </a:lnTo>
                  <a:lnTo>
                    <a:pt x="1105286" y="469266"/>
                  </a:lnTo>
                  <a:lnTo>
                    <a:pt x="1130474" y="452294"/>
                  </a:lnTo>
                  <a:lnTo>
                    <a:pt x="1147446" y="427106"/>
                  </a:lnTo>
                  <a:lnTo>
                    <a:pt x="1153668" y="396239"/>
                  </a:lnTo>
                  <a:lnTo>
                    <a:pt x="1153668" y="79248"/>
                  </a:lnTo>
                  <a:lnTo>
                    <a:pt x="1147446" y="48381"/>
                  </a:lnTo>
                  <a:lnTo>
                    <a:pt x="1130474" y="23193"/>
                  </a:lnTo>
                  <a:lnTo>
                    <a:pt x="1105286" y="6221"/>
                  </a:lnTo>
                  <a:lnTo>
                    <a:pt x="1074420" y="0"/>
                  </a:lnTo>
                  <a:close/>
                </a:path>
              </a:pathLst>
            </a:custGeom>
            <a:solidFill>
              <a:srgbClr val="16A995"/>
            </a:solidFill>
          </p:spPr>
          <p:txBody>
            <a:bodyPr wrap="square" lIns="0" tIns="0" rIns="0" bIns="0" rtlCol="0"/>
            <a:lstStyle/>
            <a:p>
              <a:endParaRPr/>
            </a:p>
          </p:txBody>
        </p:sp>
        <p:sp>
          <p:nvSpPr>
            <p:cNvPr id="39" name="object 39"/>
            <p:cNvSpPr/>
            <p:nvPr/>
          </p:nvSpPr>
          <p:spPr>
            <a:xfrm>
              <a:off x="2606040" y="1376171"/>
              <a:ext cx="1153795" cy="475615"/>
            </a:xfrm>
            <a:custGeom>
              <a:avLst/>
              <a:gdLst/>
              <a:ahLst/>
              <a:cxnLst/>
              <a:rect l="l" t="t" r="r" b="b"/>
              <a:pathLst>
                <a:path w="1153795" h="475614">
                  <a:moveTo>
                    <a:pt x="0" y="79248"/>
                  </a:moveTo>
                  <a:lnTo>
                    <a:pt x="6221" y="48381"/>
                  </a:lnTo>
                  <a:lnTo>
                    <a:pt x="23193" y="23193"/>
                  </a:lnTo>
                  <a:lnTo>
                    <a:pt x="48381" y="6221"/>
                  </a:lnTo>
                  <a:lnTo>
                    <a:pt x="79248" y="0"/>
                  </a:lnTo>
                  <a:lnTo>
                    <a:pt x="1074420" y="0"/>
                  </a:lnTo>
                  <a:lnTo>
                    <a:pt x="1105286" y="6221"/>
                  </a:lnTo>
                  <a:lnTo>
                    <a:pt x="1130474" y="23193"/>
                  </a:lnTo>
                  <a:lnTo>
                    <a:pt x="1147446" y="48381"/>
                  </a:lnTo>
                  <a:lnTo>
                    <a:pt x="1153668" y="79248"/>
                  </a:lnTo>
                  <a:lnTo>
                    <a:pt x="1153668" y="396239"/>
                  </a:lnTo>
                  <a:lnTo>
                    <a:pt x="1147446" y="427106"/>
                  </a:lnTo>
                  <a:lnTo>
                    <a:pt x="1130474" y="452294"/>
                  </a:lnTo>
                  <a:lnTo>
                    <a:pt x="1105286" y="469266"/>
                  </a:lnTo>
                  <a:lnTo>
                    <a:pt x="1074420" y="475488"/>
                  </a:lnTo>
                  <a:lnTo>
                    <a:pt x="79248" y="475488"/>
                  </a:lnTo>
                  <a:lnTo>
                    <a:pt x="48381" y="469266"/>
                  </a:lnTo>
                  <a:lnTo>
                    <a:pt x="23193" y="452294"/>
                  </a:lnTo>
                  <a:lnTo>
                    <a:pt x="6221" y="427106"/>
                  </a:lnTo>
                  <a:lnTo>
                    <a:pt x="0" y="396239"/>
                  </a:lnTo>
                  <a:lnTo>
                    <a:pt x="0" y="79248"/>
                  </a:lnTo>
                  <a:close/>
                </a:path>
              </a:pathLst>
            </a:custGeom>
            <a:ln w="6096">
              <a:solidFill>
                <a:srgbClr val="FFFFFF"/>
              </a:solidFill>
            </a:ln>
          </p:spPr>
          <p:txBody>
            <a:bodyPr wrap="square" lIns="0" tIns="0" rIns="0" bIns="0" rtlCol="0"/>
            <a:lstStyle/>
            <a:p>
              <a:endParaRPr/>
            </a:p>
          </p:txBody>
        </p:sp>
      </p:grpSp>
      <p:sp>
        <p:nvSpPr>
          <p:cNvPr id="40" name="object 40"/>
          <p:cNvSpPr txBox="1"/>
          <p:nvPr/>
        </p:nvSpPr>
        <p:spPr>
          <a:xfrm>
            <a:off x="910844" y="1431112"/>
            <a:ext cx="709930" cy="392430"/>
          </a:xfrm>
          <a:prstGeom prst="rect">
            <a:avLst/>
          </a:prstGeom>
        </p:spPr>
        <p:txBody>
          <a:bodyPr vert="horz" wrap="square" lIns="0" tIns="12700" rIns="0" bIns="0" rtlCol="0">
            <a:spAutoFit/>
          </a:bodyPr>
          <a:lstStyle/>
          <a:p>
            <a:pPr algn="ctr">
              <a:lnSpc>
                <a:spcPct val="100000"/>
              </a:lnSpc>
              <a:spcBef>
                <a:spcPts val="100"/>
              </a:spcBef>
            </a:pPr>
            <a:r>
              <a:rPr sz="1200" dirty="0">
                <a:solidFill>
                  <a:srgbClr val="FFFFFF"/>
                </a:solidFill>
                <a:latin typeface="Calibri"/>
                <a:cs typeface="Calibri"/>
              </a:rPr>
              <a:t>Job</a:t>
            </a:r>
            <a:r>
              <a:rPr sz="1200" spc="-45" dirty="0">
                <a:solidFill>
                  <a:srgbClr val="FFFFFF"/>
                </a:solidFill>
                <a:latin typeface="Calibri"/>
                <a:cs typeface="Calibri"/>
              </a:rPr>
              <a:t> </a:t>
            </a:r>
            <a:r>
              <a:rPr sz="1200" spc="-10" dirty="0">
                <a:solidFill>
                  <a:srgbClr val="FFFFFF"/>
                </a:solidFill>
                <a:latin typeface="Calibri"/>
                <a:cs typeface="Calibri"/>
              </a:rPr>
              <a:t>History</a:t>
            </a:r>
            <a:endParaRPr sz="1200">
              <a:latin typeface="Calibri"/>
              <a:cs typeface="Calibri"/>
            </a:endParaRPr>
          </a:p>
          <a:p>
            <a:pPr algn="ctr">
              <a:lnSpc>
                <a:spcPct val="100000"/>
              </a:lnSpc>
              <a:spcBef>
                <a:spcPts val="5"/>
              </a:spcBef>
            </a:pPr>
            <a:r>
              <a:rPr sz="1200" spc="-5" dirty="0">
                <a:solidFill>
                  <a:srgbClr val="FFFFFF"/>
                </a:solidFill>
                <a:latin typeface="Calibri"/>
                <a:cs typeface="Calibri"/>
              </a:rPr>
              <a:t>Server</a:t>
            </a:r>
            <a:endParaRPr sz="1200">
              <a:latin typeface="Calibri"/>
              <a:cs typeface="Calibri"/>
            </a:endParaRPr>
          </a:p>
        </p:txBody>
      </p:sp>
      <p:sp>
        <p:nvSpPr>
          <p:cNvPr id="41" name="object 41"/>
          <p:cNvSpPr txBox="1"/>
          <p:nvPr/>
        </p:nvSpPr>
        <p:spPr>
          <a:xfrm>
            <a:off x="2895092" y="1409446"/>
            <a:ext cx="593725" cy="391160"/>
          </a:xfrm>
          <a:prstGeom prst="rect">
            <a:avLst/>
          </a:prstGeom>
        </p:spPr>
        <p:txBody>
          <a:bodyPr vert="horz" wrap="square" lIns="0" tIns="12700" rIns="0" bIns="0" rtlCol="0">
            <a:spAutoFit/>
          </a:bodyPr>
          <a:lstStyle/>
          <a:p>
            <a:pPr marL="17145" marR="5080" indent="-5080">
              <a:lnSpc>
                <a:spcPct val="100000"/>
              </a:lnSpc>
              <a:spcBef>
                <a:spcPts val="100"/>
              </a:spcBef>
            </a:pPr>
            <a:r>
              <a:rPr sz="1200" spc="-30" dirty="0">
                <a:solidFill>
                  <a:srgbClr val="FFFFFF"/>
                </a:solidFill>
                <a:latin typeface="Calibri"/>
                <a:cs typeface="Calibri"/>
              </a:rPr>
              <a:t>R</a:t>
            </a:r>
            <a:r>
              <a:rPr sz="1200" dirty="0">
                <a:solidFill>
                  <a:srgbClr val="FFFFFF"/>
                </a:solidFill>
                <a:latin typeface="Calibri"/>
                <a:cs typeface="Calibri"/>
              </a:rPr>
              <a:t>esou</a:t>
            </a:r>
            <a:r>
              <a:rPr sz="1200" spc="-15" dirty="0">
                <a:solidFill>
                  <a:srgbClr val="FFFFFF"/>
                </a:solidFill>
                <a:latin typeface="Calibri"/>
                <a:cs typeface="Calibri"/>
              </a:rPr>
              <a:t>r</a:t>
            </a:r>
            <a:r>
              <a:rPr sz="1200" spc="-5" dirty="0">
                <a:solidFill>
                  <a:srgbClr val="FFFFFF"/>
                </a:solidFill>
                <a:latin typeface="Calibri"/>
                <a:cs typeface="Calibri"/>
              </a:rPr>
              <a:t>c</a:t>
            </a:r>
            <a:r>
              <a:rPr sz="1200" dirty="0">
                <a:solidFill>
                  <a:srgbClr val="FFFFFF"/>
                </a:solidFill>
                <a:latin typeface="Calibri"/>
                <a:cs typeface="Calibri"/>
              </a:rPr>
              <a:t>e  Ma</a:t>
            </a:r>
            <a:r>
              <a:rPr sz="1200" spc="5" dirty="0">
                <a:solidFill>
                  <a:srgbClr val="FFFFFF"/>
                </a:solidFill>
                <a:latin typeface="Calibri"/>
                <a:cs typeface="Calibri"/>
              </a:rPr>
              <a:t>n</a:t>
            </a:r>
            <a:r>
              <a:rPr sz="1200" dirty="0">
                <a:solidFill>
                  <a:srgbClr val="FFFFFF"/>
                </a:solidFill>
                <a:latin typeface="Calibri"/>
                <a:cs typeface="Calibri"/>
              </a:rPr>
              <a:t>a</a:t>
            </a:r>
            <a:r>
              <a:rPr sz="1200" spc="-15" dirty="0">
                <a:solidFill>
                  <a:srgbClr val="FFFFFF"/>
                </a:solidFill>
                <a:latin typeface="Calibri"/>
                <a:cs typeface="Calibri"/>
              </a:rPr>
              <a:t>g</a:t>
            </a:r>
            <a:r>
              <a:rPr sz="1200" dirty="0">
                <a:solidFill>
                  <a:srgbClr val="FFFFFF"/>
                </a:solidFill>
                <a:latin typeface="Calibri"/>
                <a:cs typeface="Calibri"/>
              </a:rPr>
              <a:t>er</a:t>
            </a:r>
            <a:endParaRPr sz="1200">
              <a:latin typeface="Calibri"/>
              <a:cs typeface="Calibri"/>
            </a:endParaRPr>
          </a:p>
        </p:txBody>
      </p:sp>
      <p:grpSp>
        <p:nvGrpSpPr>
          <p:cNvPr id="42" name="object 42"/>
          <p:cNvGrpSpPr/>
          <p:nvPr/>
        </p:nvGrpSpPr>
        <p:grpSpPr>
          <a:xfrm>
            <a:off x="5504688" y="2592336"/>
            <a:ext cx="1242060" cy="1743710"/>
            <a:chOff x="5504688" y="2592336"/>
            <a:chExt cx="1242060" cy="1743710"/>
          </a:xfrm>
        </p:grpSpPr>
        <p:pic>
          <p:nvPicPr>
            <p:cNvPr id="43" name="object 43"/>
            <p:cNvPicPr/>
            <p:nvPr/>
          </p:nvPicPr>
          <p:blipFill>
            <a:blip r:embed="rId3" cstate="print"/>
            <a:stretch>
              <a:fillRect/>
            </a:stretch>
          </p:blipFill>
          <p:spPr>
            <a:xfrm>
              <a:off x="5504688" y="3442716"/>
              <a:ext cx="1242047" cy="893051"/>
            </a:xfrm>
            <a:prstGeom prst="rect">
              <a:avLst/>
            </a:prstGeom>
          </p:spPr>
        </p:pic>
        <p:sp>
          <p:nvSpPr>
            <p:cNvPr id="44" name="object 44"/>
            <p:cNvSpPr/>
            <p:nvPr/>
          </p:nvSpPr>
          <p:spPr>
            <a:xfrm>
              <a:off x="5550408" y="3468624"/>
              <a:ext cx="1155700" cy="806450"/>
            </a:xfrm>
            <a:custGeom>
              <a:avLst/>
              <a:gdLst/>
              <a:ahLst/>
              <a:cxnLst/>
              <a:rect l="l" t="t" r="r" b="b"/>
              <a:pathLst>
                <a:path w="1155700" h="806450">
                  <a:moveTo>
                    <a:pt x="1020825" y="0"/>
                  </a:moveTo>
                  <a:lnTo>
                    <a:pt x="134365" y="0"/>
                  </a:lnTo>
                  <a:lnTo>
                    <a:pt x="91911" y="6853"/>
                  </a:lnTo>
                  <a:lnTo>
                    <a:pt x="55028" y="25936"/>
                  </a:lnTo>
                  <a:lnTo>
                    <a:pt x="25936" y="55028"/>
                  </a:lnTo>
                  <a:lnTo>
                    <a:pt x="6853" y="91911"/>
                  </a:lnTo>
                  <a:lnTo>
                    <a:pt x="0" y="134365"/>
                  </a:lnTo>
                  <a:lnTo>
                    <a:pt x="0" y="671829"/>
                  </a:lnTo>
                  <a:lnTo>
                    <a:pt x="6853" y="714299"/>
                  </a:lnTo>
                  <a:lnTo>
                    <a:pt x="25936" y="751183"/>
                  </a:lnTo>
                  <a:lnTo>
                    <a:pt x="55028" y="780270"/>
                  </a:lnTo>
                  <a:lnTo>
                    <a:pt x="91911" y="799345"/>
                  </a:lnTo>
                  <a:lnTo>
                    <a:pt x="134365" y="806195"/>
                  </a:lnTo>
                  <a:lnTo>
                    <a:pt x="1020825" y="806195"/>
                  </a:lnTo>
                  <a:lnTo>
                    <a:pt x="1063280" y="799345"/>
                  </a:lnTo>
                  <a:lnTo>
                    <a:pt x="1100163" y="780270"/>
                  </a:lnTo>
                  <a:lnTo>
                    <a:pt x="1129255" y="751183"/>
                  </a:lnTo>
                  <a:lnTo>
                    <a:pt x="1148338" y="714299"/>
                  </a:lnTo>
                  <a:lnTo>
                    <a:pt x="1155191" y="671829"/>
                  </a:lnTo>
                  <a:lnTo>
                    <a:pt x="1155191" y="134365"/>
                  </a:lnTo>
                  <a:lnTo>
                    <a:pt x="1148338" y="91911"/>
                  </a:lnTo>
                  <a:lnTo>
                    <a:pt x="1129255" y="55028"/>
                  </a:lnTo>
                  <a:lnTo>
                    <a:pt x="1100163" y="25936"/>
                  </a:lnTo>
                  <a:lnTo>
                    <a:pt x="1063280" y="6853"/>
                  </a:lnTo>
                  <a:lnTo>
                    <a:pt x="1020825" y="0"/>
                  </a:lnTo>
                  <a:close/>
                </a:path>
              </a:pathLst>
            </a:custGeom>
            <a:solidFill>
              <a:srgbClr val="095A82"/>
            </a:solidFill>
          </p:spPr>
          <p:txBody>
            <a:bodyPr wrap="square" lIns="0" tIns="0" rIns="0" bIns="0" rtlCol="0"/>
            <a:lstStyle/>
            <a:p>
              <a:endParaRPr/>
            </a:p>
          </p:txBody>
        </p:sp>
        <p:sp>
          <p:nvSpPr>
            <p:cNvPr id="45" name="object 45"/>
            <p:cNvSpPr/>
            <p:nvPr/>
          </p:nvSpPr>
          <p:spPr>
            <a:xfrm>
              <a:off x="5550408" y="3468624"/>
              <a:ext cx="1155700" cy="806450"/>
            </a:xfrm>
            <a:custGeom>
              <a:avLst/>
              <a:gdLst/>
              <a:ahLst/>
              <a:cxnLst/>
              <a:rect l="l" t="t" r="r" b="b"/>
              <a:pathLst>
                <a:path w="1155700" h="806450">
                  <a:moveTo>
                    <a:pt x="0" y="134365"/>
                  </a:moveTo>
                  <a:lnTo>
                    <a:pt x="6853" y="91911"/>
                  </a:lnTo>
                  <a:lnTo>
                    <a:pt x="25936" y="55028"/>
                  </a:lnTo>
                  <a:lnTo>
                    <a:pt x="55028" y="25936"/>
                  </a:lnTo>
                  <a:lnTo>
                    <a:pt x="91911" y="6853"/>
                  </a:lnTo>
                  <a:lnTo>
                    <a:pt x="134365" y="0"/>
                  </a:lnTo>
                  <a:lnTo>
                    <a:pt x="1020825" y="0"/>
                  </a:lnTo>
                  <a:lnTo>
                    <a:pt x="1063280" y="6853"/>
                  </a:lnTo>
                  <a:lnTo>
                    <a:pt x="1100163" y="25936"/>
                  </a:lnTo>
                  <a:lnTo>
                    <a:pt x="1129255" y="55028"/>
                  </a:lnTo>
                  <a:lnTo>
                    <a:pt x="1148338" y="91911"/>
                  </a:lnTo>
                  <a:lnTo>
                    <a:pt x="1155191" y="134365"/>
                  </a:lnTo>
                  <a:lnTo>
                    <a:pt x="1155191" y="671829"/>
                  </a:lnTo>
                  <a:lnTo>
                    <a:pt x="1148338" y="714299"/>
                  </a:lnTo>
                  <a:lnTo>
                    <a:pt x="1129255" y="751183"/>
                  </a:lnTo>
                  <a:lnTo>
                    <a:pt x="1100163" y="780270"/>
                  </a:lnTo>
                  <a:lnTo>
                    <a:pt x="1063280" y="799345"/>
                  </a:lnTo>
                  <a:lnTo>
                    <a:pt x="1020825" y="806195"/>
                  </a:lnTo>
                  <a:lnTo>
                    <a:pt x="134365" y="806195"/>
                  </a:lnTo>
                  <a:lnTo>
                    <a:pt x="91911" y="799345"/>
                  </a:lnTo>
                  <a:lnTo>
                    <a:pt x="55028" y="780270"/>
                  </a:lnTo>
                  <a:lnTo>
                    <a:pt x="25936" y="751183"/>
                  </a:lnTo>
                  <a:lnTo>
                    <a:pt x="6853" y="714299"/>
                  </a:lnTo>
                  <a:lnTo>
                    <a:pt x="0" y="671829"/>
                  </a:lnTo>
                  <a:lnTo>
                    <a:pt x="0" y="134365"/>
                  </a:lnTo>
                  <a:close/>
                </a:path>
              </a:pathLst>
            </a:custGeom>
            <a:ln w="6096">
              <a:solidFill>
                <a:srgbClr val="FFFFFF"/>
              </a:solidFill>
            </a:ln>
          </p:spPr>
          <p:txBody>
            <a:bodyPr wrap="square" lIns="0" tIns="0" rIns="0" bIns="0" rtlCol="0"/>
            <a:lstStyle/>
            <a:p>
              <a:endParaRPr/>
            </a:p>
          </p:txBody>
        </p:sp>
        <p:pic>
          <p:nvPicPr>
            <p:cNvPr id="46" name="object 46"/>
            <p:cNvPicPr/>
            <p:nvPr/>
          </p:nvPicPr>
          <p:blipFill>
            <a:blip r:embed="rId4" cstate="print"/>
            <a:stretch>
              <a:fillRect/>
            </a:stretch>
          </p:blipFill>
          <p:spPr>
            <a:xfrm>
              <a:off x="5504688" y="2592336"/>
              <a:ext cx="1242047" cy="563867"/>
            </a:xfrm>
            <a:prstGeom prst="rect">
              <a:avLst/>
            </a:prstGeom>
          </p:spPr>
        </p:pic>
        <p:sp>
          <p:nvSpPr>
            <p:cNvPr id="47" name="object 47"/>
            <p:cNvSpPr/>
            <p:nvPr/>
          </p:nvSpPr>
          <p:spPr>
            <a:xfrm>
              <a:off x="5550408" y="2618232"/>
              <a:ext cx="1155700" cy="477520"/>
            </a:xfrm>
            <a:custGeom>
              <a:avLst/>
              <a:gdLst/>
              <a:ahLst/>
              <a:cxnLst/>
              <a:rect l="l" t="t" r="r" b="b"/>
              <a:pathLst>
                <a:path w="1155700" h="477519">
                  <a:moveTo>
                    <a:pt x="1075689" y="0"/>
                  </a:moveTo>
                  <a:lnTo>
                    <a:pt x="79501" y="0"/>
                  </a:lnTo>
                  <a:lnTo>
                    <a:pt x="48541" y="6242"/>
                  </a:lnTo>
                  <a:lnTo>
                    <a:pt x="23272" y="23272"/>
                  </a:lnTo>
                  <a:lnTo>
                    <a:pt x="6242" y="48541"/>
                  </a:lnTo>
                  <a:lnTo>
                    <a:pt x="0" y="79501"/>
                  </a:lnTo>
                  <a:lnTo>
                    <a:pt x="0" y="397510"/>
                  </a:lnTo>
                  <a:lnTo>
                    <a:pt x="6242" y="428470"/>
                  </a:lnTo>
                  <a:lnTo>
                    <a:pt x="23272" y="453739"/>
                  </a:lnTo>
                  <a:lnTo>
                    <a:pt x="48541" y="470769"/>
                  </a:lnTo>
                  <a:lnTo>
                    <a:pt x="79501" y="477012"/>
                  </a:lnTo>
                  <a:lnTo>
                    <a:pt x="1075689" y="477012"/>
                  </a:lnTo>
                  <a:lnTo>
                    <a:pt x="1106650" y="470769"/>
                  </a:lnTo>
                  <a:lnTo>
                    <a:pt x="1131919" y="453739"/>
                  </a:lnTo>
                  <a:lnTo>
                    <a:pt x="1148949" y="428470"/>
                  </a:lnTo>
                  <a:lnTo>
                    <a:pt x="1155191" y="397510"/>
                  </a:lnTo>
                  <a:lnTo>
                    <a:pt x="1155191" y="79501"/>
                  </a:lnTo>
                  <a:lnTo>
                    <a:pt x="1148949" y="48541"/>
                  </a:lnTo>
                  <a:lnTo>
                    <a:pt x="1131919" y="23272"/>
                  </a:lnTo>
                  <a:lnTo>
                    <a:pt x="1106650" y="6242"/>
                  </a:lnTo>
                  <a:lnTo>
                    <a:pt x="1075689" y="0"/>
                  </a:lnTo>
                  <a:close/>
                </a:path>
              </a:pathLst>
            </a:custGeom>
            <a:solidFill>
              <a:srgbClr val="16A995"/>
            </a:solidFill>
          </p:spPr>
          <p:txBody>
            <a:bodyPr wrap="square" lIns="0" tIns="0" rIns="0" bIns="0" rtlCol="0"/>
            <a:lstStyle/>
            <a:p>
              <a:endParaRPr/>
            </a:p>
          </p:txBody>
        </p:sp>
        <p:sp>
          <p:nvSpPr>
            <p:cNvPr id="48" name="object 48"/>
            <p:cNvSpPr/>
            <p:nvPr/>
          </p:nvSpPr>
          <p:spPr>
            <a:xfrm>
              <a:off x="5550408" y="2618232"/>
              <a:ext cx="1155700" cy="477520"/>
            </a:xfrm>
            <a:custGeom>
              <a:avLst/>
              <a:gdLst/>
              <a:ahLst/>
              <a:cxnLst/>
              <a:rect l="l" t="t" r="r" b="b"/>
              <a:pathLst>
                <a:path w="1155700" h="477519">
                  <a:moveTo>
                    <a:pt x="0" y="79501"/>
                  </a:moveTo>
                  <a:lnTo>
                    <a:pt x="6242" y="48541"/>
                  </a:lnTo>
                  <a:lnTo>
                    <a:pt x="23272" y="23272"/>
                  </a:lnTo>
                  <a:lnTo>
                    <a:pt x="48541" y="6242"/>
                  </a:lnTo>
                  <a:lnTo>
                    <a:pt x="79501" y="0"/>
                  </a:lnTo>
                  <a:lnTo>
                    <a:pt x="1075689" y="0"/>
                  </a:lnTo>
                  <a:lnTo>
                    <a:pt x="1106650" y="6242"/>
                  </a:lnTo>
                  <a:lnTo>
                    <a:pt x="1131919" y="23272"/>
                  </a:lnTo>
                  <a:lnTo>
                    <a:pt x="1148949" y="48541"/>
                  </a:lnTo>
                  <a:lnTo>
                    <a:pt x="1155191" y="79501"/>
                  </a:lnTo>
                  <a:lnTo>
                    <a:pt x="1155191" y="397510"/>
                  </a:lnTo>
                  <a:lnTo>
                    <a:pt x="1148949" y="428470"/>
                  </a:lnTo>
                  <a:lnTo>
                    <a:pt x="1131919" y="453739"/>
                  </a:lnTo>
                  <a:lnTo>
                    <a:pt x="1106650" y="470769"/>
                  </a:lnTo>
                  <a:lnTo>
                    <a:pt x="1075689" y="477012"/>
                  </a:lnTo>
                  <a:lnTo>
                    <a:pt x="79501" y="477012"/>
                  </a:lnTo>
                  <a:lnTo>
                    <a:pt x="48541" y="470769"/>
                  </a:lnTo>
                  <a:lnTo>
                    <a:pt x="23272" y="453739"/>
                  </a:lnTo>
                  <a:lnTo>
                    <a:pt x="6242" y="428470"/>
                  </a:lnTo>
                  <a:lnTo>
                    <a:pt x="0" y="397510"/>
                  </a:lnTo>
                  <a:lnTo>
                    <a:pt x="0" y="79501"/>
                  </a:lnTo>
                  <a:close/>
                </a:path>
              </a:pathLst>
            </a:custGeom>
            <a:ln w="6096">
              <a:solidFill>
                <a:srgbClr val="FFFFFF"/>
              </a:solidFill>
            </a:ln>
          </p:spPr>
          <p:txBody>
            <a:bodyPr wrap="square" lIns="0" tIns="0" rIns="0" bIns="0" rtlCol="0"/>
            <a:lstStyle/>
            <a:p>
              <a:endParaRPr/>
            </a:p>
          </p:txBody>
        </p:sp>
      </p:grpSp>
      <p:sp>
        <p:nvSpPr>
          <p:cNvPr id="49" name="object 49"/>
          <p:cNvSpPr txBox="1"/>
          <p:nvPr/>
        </p:nvSpPr>
        <p:spPr>
          <a:xfrm>
            <a:off x="5655690" y="2751582"/>
            <a:ext cx="95313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Node</a:t>
            </a:r>
            <a:r>
              <a:rPr sz="1200" spc="-60" dirty="0">
                <a:solidFill>
                  <a:srgbClr val="FFFFFF"/>
                </a:solidFill>
                <a:latin typeface="Calibri"/>
                <a:cs typeface="Calibri"/>
              </a:rPr>
              <a:t> </a:t>
            </a:r>
            <a:r>
              <a:rPr sz="1200" spc="-5" dirty="0">
                <a:solidFill>
                  <a:srgbClr val="FFFFFF"/>
                </a:solidFill>
                <a:latin typeface="Calibri"/>
                <a:cs typeface="Calibri"/>
              </a:rPr>
              <a:t>Manager</a:t>
            </a:r>
            <a:endParaRPr sz="1200">
              <a:latin typeface="Calibri"/>
              <a:cs typeface="Calibri"/>
            </a:endParaRPr>
          </a:p>
        </p:txBody>
      </p:sp>
      <p:sp>
        <p:nvSpPr>
          <p:cNvPr id="50" name="object 50"/>
          <p:cNvSpPr txBox="1"/>
          <p:nvPr/>
        </p:nvSpPr>
        <p:spPr>
          <a:xfrm>
            <a:off x="5599557" y="3504438"/>
            <a:ext cx="63436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Container</a:t>
            </a:r>
            <a:endParaRPr sz="1200">
              <a:latin typeface="Calibri"/>
              <a:cs typeface="Calibri"/>
            </a:endParaRPr>
          </a:p>
        </p:txBody>
      </p:sp>
      <p:grpSp>
        <p:nvGrpSpPr>
          <p:cNvPr id="51" name="object 51"/>
          <p:cNvGrpSpPr/>
          <p:nvPr/>
        </p:nvGrpSpPr>
        <p:grpSpPr>
          <a:xfrm>
            <a:off x="5588508" y="3787140"/>
            <a:ext cx="1074420" cy="401320"/>
            <a:chOff x="5588508" y="3787140"/>
            <a:chExt cx="1074420" cy="401320"/>
          </a:xfrm>
        </p:grpSpPr>
        <p:pic>
          <p:nvPicPr>
            <p:cNvPr id="52" name="object 52"/>
            <p:cNvPicPr/>
            <p:nvPr/>
          </p:nvPicPr>
          <p:blipFill>
            <a:blip r:embed="rId7" cstate="print"/>
            <a:stretch>
              <a:fillRect/>
            </a:stretch>
          </p:blipFill>
          <p:spPr>
            <a:xfrm>
              <a:off x="5588508" y="3831336"/>
              <a:ext cx="1074419" cy="265252"/>
            </a:xfrm>
            <a:prstGeom prst="rect">
              <a:avLst/>
            </a:prstGeom>
          </p:spPr>
        </p:pic>
        <p:pic>
          <p:nvPicPr>
            <p:cNvPr id="53" name="object 53"/>
            <p:cNvPicPr/>
            <p:nvPr/>
          </p:nvPicPr>
          <p:blipFill>
            <a:blip r:embed="rId13" cstate="print"/>
            <a:stretch>
              <a:fillRect/>
            </a:stretch>
          </p:blipFill>
          <p:spPr>
            <a:xfrm>
              <a:off x="5620512" y="3787140"/>
              <a:ext cx="1018044" cy="400773"/>
            </a:xfrm>
            <a:prstGeom prst="rect">
              <a:avLst/>
            </a:prstGeom>
          </p:spPr>
        </p:pic>
      </p:grpSp>
      <p:sp>
        <p:nvSpPr>
          <p:cNvPr id="54" name="object 54"/>
          <p:cNvSpPr txBox="1"/>
          <p:nvPr/>
        </p:nvSpPr>
        <p:spPr>
          <a:xfrm>
            <a:off x="5631179" y="3854196"/>
            <a:ext cx="993775" cy="184785"/>
          </a:xfrm>
          <a:prstGeom prst="rect">
            <a:avLst/>
          </a:prstGeom>
          <a:solidFill>
            <a:srgbClr val="9CB955"/>
          </a:solidFill>
        </p:spPr>
        <p:txBody>
          <a:bodyPr vert="horz" wrap="square" lIns="0" tIns="0" rIns="0" bIns="0" rtlCol="0">
            <a:spAutoFit/>
          </a:bodyPr>
          <a:lstStyle/>
          <a:p>
            <a:pPr marL="123825">
              <a:lnSpc>
                <a:spcPts val="1375"/>
              </a:lnSpc>
            </a:pPr>
            <a:r>
              <a:rPr sz="1200" spc="-5" dirty="0">
                <a:latin typeface="Calibri"/>
                <a:cs typeface="Calibri"/>
              </a:rPr>
              <a:t>Reduce</a:t>
            </a:r>
            <a:r>
              <a:rPr sz="1200" spc="-45" dirty="0">
                <a:latin typeface="Calibri"/>
                <a:cs typeface="Calibri"/>
              </a:rPr>
              <a:t> </a:t>
            </a:r>
            <a:r>
              <a:rPr sz="1200" spc="-25" dirty="0">
                <a:latin typeface="Calibri"/>
                <a:cs typeface="Calibri"/>
              </a:rPr>
              <a:t>Task</a:t>
            </a:r>
            <a:endParaRPr sz="1200">
              <a:latin typeface="Calibri"/>
              <a:cs typeface="Calibri"/>
            </a:endParaRPr>
          </a:p>
        </p:txBody>
      </p:sp>
      <p:grpSp>
        <p:nvGrpSpPr>
          <p:cNvPr id="55" name="object 55"/>
          <p:cNvGrpSpPr/>
          <p:nvPr/>
        </p:nvGrpSpPr>
        <p:grpSpPr>
          <a:xfrm>
            <a:off x="1636776" y="1513332"/>
            <a:ext cx="4408170" cy="2502535"/>
            <a:chOff x="1636776" y="1513332"/>
            <a:chExt cx="4408170" cy="2502535"/>
          </a:xfrm>
        </p:grpSpPr>
        <p:sp>
          <p:nvSpPr>
            <p:cNvPr id="56" name="object 56"/>
            <p:cNvSpPr/>
            <p:nvPr/>
          </p:nvSpPr>
          <p:spPr>
            <a:xfrm>
              <a:off x="1636776" y="1792223"/>
              <a:ext cx="4408170" cy="2223135"/>
            </a:xfrm>
            <a:custGeom>
              <a:avLst/>
              <a:gdLst/>
              <a:ahLst/>
              <a:cxnLst/>
              <a:rect l="l" t="t" r="r" b="b"/>
              <a:pathLst>
                <a:path w="4408170" h="2223135">
                  <a:moveTo>
                    <a:pt x="1002919" y="2174494"/>
                  </a:moveTo>
                  <a:lnTo>
                    <a:pt x="76174" y="2178647"/>
                  </a:lnTo>
                  <a:lnTo>
                    <a:pt x="76073" y="2146884"/>
                  </a:lnTo>
                  <a:lnTo>
                    <a:pt x="0" y="2185327"/>
                  </a:lnTo>
                  <a:lnTo>
                    <a:pt x="76327" y="2223084"/>
                  </a:lnTo>
                  <a:lnTo>
                    <a:pt x="76212" y="2191397"/>
                  </a:lnTo>
                  <a:lnTo>
                    <a:pt x="1002919" y="2187194"/>
                  </a:lnTo>
                  <a:lnTo>
                    <a:pt x="1002919" y="2174494"/>
                  </a:lnTo>
                  <a:close/>
                </a:path>
                <a:path w="4408170" h="2223135">
                  <a:moveTo>
                    <a:pt x="1778508" y="146812"/>
                  </a:moveTo>
                  <a:lnTo>
                    <a:pt x="1778127" y="108712"/>
                  </a:lnTo>
                  <a:lnTo>
                    <a:pt x="1765427" y="108839"/>
                  </a:lnTo>
                  <a:lnTo>
                    <a:pt x="1765808" y="146939"/>
                  </a:lnTo>
                  <a:lnTo>
                    <a:pt x="1778508" y="146812"/>
                  </a:lnTo>
                  <a:close/>
                </a:path>
                <a:path w="4408170" h="2223135">
                  <a:moveTo>
                    <a:pt x="1778889" y="197612"/>
                  </a:moveTo>
                  <a:lnTo>
                    <a:pt x="1778508" y="159512"/>
                  </a:lnTo>
                  <a:lnTo>
                    <a:pt x="1765808" y="159639"/>
                  </a:lnTo>
                  <a:lnTo>
                    <a:pt x="1766189" y="197739"/>
                  </a:lnTo>
                  <a:lnTo>
                    <a:pt x="1778889" y="197612"/>
                  </a:lnTo>
                  <a:close/>
                </a:path>
                <a:path w="4408170" h="2223135">
                  <a:moveTo>
                    <a:pt x="1779270" y="248412"/>
                  </a:moveTo>
                  <a:lnTo>
                    <a:pt x="1779016" y="210312"/>
                  </a:lnTo>
                  <a:lnTo>
                    <a:pt x="1766316" y="210439"/>
                  </a:lnTo>
                  <a:lnTo>
                    <a:pt x="1766570" y="248539"/>
                  </a:lnTo>
                  <a:lnTo>
                    <a:pt x="1779270" y="248412"/>
                  </a:lnTo>
                  <a:close/>
                </a:path>
                <a:path w="4408170" h="2223135">
                  <a:moveTo>
                    <a:pt x="1779778" y="299212"/>
                  </a:moveTo>
                  <a:lnTo>
                    <a:pt x="1779397" y="261112"/>
                  </a:lnTo>
                  <a:lnTo>
                    <a:pt x="1766697" y="261239"/>
                  </a:lnTo>
                  <a:lnTo>
                    <a:pt x="1767078" y="299339"/>
                  </a:lnTo>
                  <a:lnTo>
                    <a:pt x="1779778" y="299212"/>
                  </a:lnTo>
                  <a:close/>
                </a:path>
                <a:path w="4408170" h="2223135">
                  <a:moveTo>
                    <a:pt x="1780159" y="350012"/>
                  </a:moveTo>
                  <a:lnTo>
                    <a:pt x="1779778" y="311912"/>
                  </a:lnTo>
                  <a:lnTo>
                    <a:pt x="1767078" y="312039"/>
                  </a:lnTo>
                  <a:lnTo>
                    <a:pt x="1767459" y="350139"/>
                  </a:lnTo>
                  <a:lnTo>
                    <a:pt x="1780159" y="350012"/>
                  </a:lnTo>
                  <a:close/>
                </a:path>
                <a:path w="4408170" h="2223135">
                  <a:moveTo>
                    <a:pt x="1780540" y="400812"/>
                  </a:moveTo>
                  <a:lnTo>
                    <a:pt x="1780286" y="362712"/>
                  </a:lnTo>
                  <a:lnTo>
                    <a:pt x="1767586" y="362839"/>
                  </a:lnTo>
                  <a:lnTo>
                    <a:pt x="1767840" y="400939"/>
                  </a:lnTo>
                  <a:lnTo>
                    <a:pt x="1780540" y="400812"/>
                  </a:lnTo>
                  <a:close/>
                </a:path>
                <a:path w="4408170" h="2223135">
                  <a:moveTo>
                    <a:pt x="1780921" y="451612"/>
                  </a:moveTo>
                  <a:lnTo>
                    <a:pt x="1780667" y="413512"/>
                  </a:lnTo>
                  <a:lnTo>
                    <a:pt x="1767967" y="413639"/>
                  </a:lnTo>
                  <a:lnTo>
                    <a:pt x="1768221" y="451739"/>
                  </a:lnTo>
                  <a:lnTo>
                    <a:pt x="1780921" y="451612"/>
                  </a:lnTo>
                  <a:close/>
                </a:path>
                <a:path w="4408170" h="2223135">
                  <a:moveTo>
                    <a:pt x="1781429" y="502412"/>
                  </a:moveTo>
                  <a:lnTo>
                    <a:pt x="1781048" y="464312"/>
                  </a:lnTo>
                  <a:lnTo>
                    <a:pt x="1768348" y="464439"/>
                  </a:lnTo>
                  <a:lnTo>
                    <a:pt x="1768729" y="502539"/>
                  </a:lnTo>
                  <a:lnTo>
                    <a:pt x="1781429" y="502412"/>
                  </a:lnTo>
                  <a:close/>
                </a:path>
                <a:path w="4408170" h="2223135">
                  <a:moveTo>
                    <a:pt x="1781810" y="553212"/>
                  </a:moveTo>
                  <a:lnTo>
                    <a:pt x="1781556" y="515112"/>
                  </a:lnTo>
                  <a:lnTo>
                    <a:pt x="1768856" y="515239"/>
                  </a:lnTo>
                  <a:lnTo>
                    <a:pt x="1769110" y="553339"/>
                  </a:lnTo>
                  <a:lnTo>
                    <a:pt x="1781810" y="553212"/>
                  </a:lnTo>
                  <a:close/>
                </a:path>
                <a:path w="4408170" h="2223135">
                  <a:moveTo>
                    <a:pt x="1782191" y="604012"/>
                  </a:moveTo>
                  <a:lnTo>
                    <a:pt x="1781937" y="565912"/>
                  </a:lnTo>
                  <a:lnTo>
                    <a:pt x="1769237" y="566039"/>
                  </a:lnTo>
                  <a:lnTo>
                    <a:pt x="1769491" y="604139"/>
                  </a:lnTo>
                  <a:lnTo>
                    <a:pt x="1782191" y="604012"/>
                  </a:lnTo>
                  <a:close/>
                </a:path>
                <a:path w="4408170" h="2223135">
                  <a:moveTo>
                    <a:pt x="1782699" y="654812"/>
                  </a:moveTo>
                  <a:lnTo>
                    <a:pt x="1782318" y="616712"/>
                  </a:lnTo>
                  <a:lnTo>
                    <a:pt x="1769618" y="616839"/>
                  </a:lnTo>
                  <a:lnTo>
                    <a:pt x="1769999" y="654939"/>
                  </a:lnTo>
                  <a:lnTo>
                    <a:pt x="1782699" y="654812"/>
                  </a:lnTo>
                  <a:close/>
                </a:path>
                <a:path w="4408170" h="2223135">
                  <a:moveTo>
                    <a:pt x="1783080" y="705612"/>
                  </a:moveTo>
                  <a:lnTo>
                    <a:pt x="1782826" y="667512"/>
                  </a:lnTo>
                  <a:lnTo>
                    <a:pt x="1770126" y="667639"/>
                  </a:lnTo>
                  <a:lnTo>
                    <a:pt x="1770380" y="705739"/>
                  </a:lnTo>
                  <a:lnTo>
                    <a:pt x="1783080" y="705612"/>
                  </a:lnTo>
                  <a:close/>
                </a:path>
                <a:path w="4408170" h="2223135">
                  <a:moveTo>
                    <a:pt x="1783461" y="756412"/>
                  </a:moveTo>
                  <a:lnTo>
                    <a:pt x="1783207" y="718312"/>
                  </a:lnTo>
                  <a:lnTo>
                    <a:pt x="1770507" y="718439"/>
                  </a:lnTo>
                  <a:lnTo>
                    <a:pt x="1770761" y="756539"/>
                  </a:lnTo>
                  <a:lnTo>
                    <a:pt x="1783461" y="756412"/>
                  </a:lnTo>
                  <a:close/>
                </a:path>
                <a:path w="4408170" h="2223135">
                  <a:moveTo>
                    <a:pt x="1783969" y="807212"/>
                  </a:moveTo>
                  <a:lnTo>
                    <a:pt x="1783588" y="769112"/>
                  </a:lnTo>
                  <a:lnTo>
                    <a:pt x="1770888" y="769239"/>
                  </a:lnTo>
                  <a:lnTo>
                    <a:pt x="1771269" y="807339"/>
                  </a:lnTo>
                  <a:lnTo>
                    <a:pt x="1783969" y="807212"/>
                  </a:lnTo>
                  <a:close/>
                </a:path>
                <a:path w="4408170" h="2223135">
                  <a:moveTo>
                    <a:pt x="1784350" y="858012"/>
                  </a:moveTo>
                  <a:lnTo>
                    <a:pt x="1783969" y="819912"/>
                  </a:lnTo>
                  <a:lnTo>
                    <a:pt x="1771269" y="820039"/>
                  </a:lnTo>
                  <a:lnTo>
                    <a:pt x="1771650" y="858139"/>
                  </a:lnTo>
                  <a:lnTo>
                    <a:pt x="1784350" y="858012"/>
                  </a:lnTo>
                  <a:close/>
                </a:path>
                <a:path w="4408170" h="2223135">
                  <a:moveTo>
                    <a:pt x="1784731" y="908812"/>
                  </a:moveTo>
                  <a:lnTo>
                    <a:pt x="1784477" y="870712"/>
                  </a:lnTo>
                  <a:lnTo>
                    <a:pt x="1771777" y="870839"/>
                  </a:lnTo>
                  <a:lnTo>
                    <a:pt x="1772031" y="908939"/>
                  </a:lnTo>
                  <a:lnTo>
                    <a:pt x="1784731" y="908812"/>
                  </a:lnTo>
                  <a:close/>
                </a:path>
                <a:path w="4408170" h="2223135">
                  <a:moveTo>
                    <a:pt x="1785239" y="959612"/>
                  </a:moveTo>
                  <a:lnTo>
                    <a:pt x="1784858" y="921512"/>
                  </a:lnTo>
                  <a:lnTo>
                    <a:pt x="1772158" y="921639"/>
                  </a:lnTo>
                  <a:lnTo>
                    <a:pt x="1772539" y="959739"/>
                  </a:lnTo>
                  <a:lnTo>
                    <a:pt x="1785239" y="959612"/>
                  </a:lnTo>
                  <a:close/>
                </a:path>
                <a:path w="4408170" h="2223135">
                  <a:moveTo>
                    <a:pt x="1785620" y="1010412"/>
                  </a:moveTo>
                  <a:lnTo>
                    <a:pt x="1785239" y="972312"/>
                  </a:lnTo>
                  <a:lnTo>
                    <a:pt x="1772539" y="972439"/>
                  </a:lnTo>
                  <a:lnTo>
                    <a:pt x="1772920" y="1010539"/>
                  </a:lnTo>
                  <a:lnTo>
                    <a:pt x="1785620" y="1010412"/>
                  </a:lnTo>
                  <a:close/>
                </a:path>
                <a:path w="4408170" h="2223135">
                  <a:moveTo>
                    <a:pt x="1786001" y="1061212"/>
                  </a:moveTo>
                  <a:lnTo>
                    <a:pt x="1785747" y="1023112"/>
                  </a:lnTo>
                  <a:lnTo>
                    <a:pt x="1773047" y="1023239"/>
                  </a:lnTo>
                  <a:lnTo>
                    <a:pt x="1773301" y="1061339"/>
                  </a:lnTo>
                  <a:lnTo>
                    <a:pt x="1786001" y="1061212"/>
                  </a:lnTo>
                  <a:close/>
                </a:path>
                <a:path w="4408170" h="2223135">
                  <a:moveTo>
                    <a:pt x="1786509" y="1112012"/>
                  </a:moveTo>
                  <a:lnTo>
                    <a:pt x="1786128" y="1073912"/>
                  </a:lnTo>
                  <a:lnTo>
                    <a:pt x="1773428" y="1074039"/>
                  </a:lnTo>
                  <a:lnTo>
                    <a:pt x="1773809" y="1112139"/>
                  </a:lnTo>
                  <a:lnTo>
                    <a:pt x="1786509" y="1112012"/>
                  </a:lnTo>
                  <a:close/>
                </a:path>
                <a:path w="4408170" h="2223135">
                  <a:moveTo>
                    <a:pt x="1786890" y="1162812"/>
                  </a:moveTo>
                  <a:lnTo>
                    <a:pt x="1786509" y="1124712"/>
                  </a:lnTo>
                  <a:lnTo>
                    <a:pt x="1773809" y="1124839"/>
                  </a:lnTo>
                  <a:lnTo>
                    <a:pt x="1774190" y="1162939"/>
                  </a:lnTo>
                  <a:lnTo>
                    <a:pt x="1786890" y="1162812"/>
                  </a:lnTo>
                  <a:close/>
                </a:path>
                <a:path w="4408170" h="2223135">
                  <a:moveTo>
                    <a:pt x="1787271" y="1213612"/>
                  </a:moveTo>
                  <a:lnTo>
                    <a:pt x="1787017" y="1175512"/>
                  </a:lnTo>
                  <a:lnTo>
                    <a:pt x="1774317" y="1175639"/>
                  </a:lnTo>
                  <a:lnTo>
                    <a:pt x="1774571" y="1213739"/>
                  </a:lnTo>
                  <a:lnTo>
                    <a:pt x="1787271" y="1213612"/>
                  </a:lnTo>
                  <a:close/>
                </a:path>
                <a:path w="4408170" h="2223135">
                  <a:moveTo>
                    <a:pt x="1787652" y="1264412"/>
                  </a:moveTo>
                  <a:lnTo>
                    <a:pt x="1787398" y="1226312"/>
                  </a:lnTo>
                  <a:lnTo>
                    <a:pt x="1774698" y="1226439"/>
                  </a:lnTo>
                  <a:lnTo>
                    <a:pt x="1774952" y="1264539"/>
                  </a:lnTo>
                  <a:lnTo>
                    <a:pt x="1787652" y="1264412"/>
                  </a:lnTo>
                  <a:close/>
                </a:path>
                <a:path w="4408170" h="2223135">
                  <a:moveTo>
                    <a:pt x="1788160" y="1315212"/>
                  </a:moveTo>
                  <a:lnTo>
                    <a:pt x="1787779" y="1277112"/>
                  </a:lnTo>
                  <a:lnTo>
                    <a:pt x="1775079" y="1277239"/>
                  </a:lnTo>
                  <a:lnTo>
                    <a:pt x="1775460" y="1315339"/>
                  </a:lnTo>
                  <a:lnTo>
                    <a:pt x="1788160" y="1315212"/>
                  </a:lnTo>
                  <a:close/>
                </a:path>
                <a:path w="4408170" h="2223135">
                  <a:moveTo>
                    <a:pt x="1788541" y="1366012"/>
                  </a:moveTo>
                  <a:lnTo>
                    <a:pt x="1788287" y="1327912"/>
                  </a:lnTo>
                  <a:lnTo>
                    <a:pt x="1775587" y="1328039"/>
                  </a:lnTo>
                  <a:lnTo>
                    <a:pt x="1775841" y="1366012"/>
                  </a:lnTo>
                  <a:lnTo>
                    <a:pt x="1788541" y="1366012"/>
                  </a:lnTo>
                  <a:close/>
                </a:path>
                <a:path w="4408170" h="2223135">
                  <a:moveTo>
                    <a:pt x="1788922" y="1416812"/>
                  </a:moveTo>
                  <a:lnTo>
                    <a:pt x="1788668" y="1378712"/>
                  </a:lnTo>
                  <a:lnTo>
                    <a:pt x="1775968" y="1378712"/>
                  </a:lnTo>
                  <a:lnTo>
                    <a:pt x="1776222" y="1416812"/>
                  </a:lnTo>
                  <a:lnTo>
                    <a:pt x="1788922" y="1416812"/>
                  </a:lnTo>
                  <a:close/>
                </a:path>
                <a:path w="4408170" h="2223135">
                  <a:moveTo>
                    <a:pt x="1789430" y="1467612"/>
                  </a:moveTo>
                  <a:lnTo>
                    <a:pt x="1789049" y="1429512"/>
                  </a:lnTo>
                  <a:lnTo>
                    <a:pt x="1776349" y="1429512"/>
                  </a:lnTo>
                  <a:lnTo>
                    <a:pt x="1776730" y="1467612"/>
                  </a:lnTo>
                  <a:lnTo>
                    <a:pt x="1789430" y="1467612"/>
                  </a:lnTo>
                  <a:close/>
                </a:path>
                <a:path w="4408170" h="2223135">
                  <a:moveTo>
                    <a:pt x="1789811" y="1518412"/>
                  </a:moveTo>
                  <a:lnTo>
                    <a:pt x="1789557" y="1480312"/>
                  </a:lnTo>
                  <a:lnTo>
                    <a:pt x="1776857" y="1480312"/>
                  </a:lnTo>
                  <a:lnTo>
                    <a:pt x="1777111" y="1518412"/>
                  </a:lnTo>
                  <a:lnTo>
                    <a:pt x="1789811" y="1518412"/>
                  </a:lnTo>
                  <a:close/>
                </a:path>
                <a:path w="4408170" h="2223135">
                  <a:moveTo>
                    <a:pt x="1790192" y="1569212"/>
                  </a:moveTo>
                  <a:lnTo>
                    <a:pt x="1789938" y="1531112"/>
                  </a:lnTo>
                  <a:lnTo>
                    <a:pt x="1777238" y="1531112"/>
                  </a:lnTo>
                  <a:lnTo>
                    <a:pt x="1777492" y="1569212"/>
                  </a:lnTo>
                  <a:lnTo>
                    <a:pt x="1790192" y="1569212"/>
                  </a:lnTo>
                  <a:close/>
                </a:path>
                <a:path w="4408170" h="2223135">
                  <a:moveTo>
                    <a:pt x="1790700" y="1620012"/>
                  </a:moveTo>
                  <a:lnTo>
                    <a:pt x="1790319" y="1581912"/>
                  </a:lnTo>
                  <a:lnTo>
                    <a:pt x="1777619" y="1581912"/>
                  </a:lnTo>
                  <a:lnTo>
                    <a:pt x="1778000" y="1620012"/>
                  </a:lnTo>
                  <a:lnTo>
                    <a:pt x="1790700" y="1620012"/>
                  </a:lnTo>
                  <a:close/>
                </a:path>
                <a:path w="4408170" h="2223135">
                  <a:moveTo>
                    <a:pt x="1791081" y="1670812"/>
                  </a:moveTo>
                  <a:lnTo>
                    <a:pt x="1790700" y="1632712"/>
                  </a:lnTo>
                  <a:lnTo>
                    <a:pt x="1778000" y="1632712"/>
                  </a:lnTo>
                  <a:lnTo>
                    <a:pt x="1778381" y="1670812"/>
                  </a:lnTo>
                  <a:lnTo>
                    <a:pt x="1791081" y="1670812"/>
                  </a:lnTo>
                  <a:close/>
                </a:path>
                <a:path w="4408170" h="2223135">
                  <a:moveTo>
                    <a:pt x="1791462" y="1721612"/>
                  </a:moveTo>
                  <a:lnTo>
                    <a:pt x="1791208" y="1683512"/>
                  </a:lnTo>
                  <a:lnTo>
                    <a:pt x="1778508" y="1683512"/>
                  </a:lnTo>
                  <a:lnTo>
                    <a:pt x="1778762" y="1721612"/>
                  </a:lnTo>
                  <a:lnTo>
                    <a:pt x="1791462" y="1721612"/>
                  </a:lnTo>
                  <a:close/>
                </a:path>
                <a:path w="4408170" h="2223135">
                  <a:moveTo>
                    <a:pt x="1791970" y="1772412"/>
                  </a:moveTo>
                  <a:lnTo>
                    <a:pt x="1791589" y="1734312"/>
                  </a:lnTo>
                  <a:lnTo>
                    <a:pt x="1778889" y="1734312"/>
                  </a:lnTo>
                  <a:lnTo>
                    <a:pt x="1779270" y="1772412"/>
                  </a:lnTo>
                  <a:lnTo>
                    <a:pt x="1791970" y="1772412"/>
                  </a:lnTo>
                  <a:close/>
                </a:path>
                <a:path w="4408170" h="2223135">
                  <a:moveTo>
                    <a:pt x="1792351" y="1823212"/>
                  </a:moveTo>
                  <a:lnTo>
                    <a:pt x="1791970" y="1785112"/>
                  </a:lnTo>
                  <a:lnTo>
                    <a:pt x="1779270" y="1785112"/>
                  </a:lnTo>
                  <a:lnTo>
                    <a:pt x="1779651" y="1823212"/>
                  </a:lnTo>
                  <a:lnTo>
                    <a:pt x="1792351" y="1823212"/>
                  </a:lnTo>
                  <a:close/>
                </a:path>
                <a:path w="4408170" h="2223135">
                  <a:moveTo>
                    <a:pt x="1792732" y="1874012"/>
                  </a:moveTo>
                  <a:lnTo>
                    <a:pt x="1792478" y="1835912"/>
                  </a:lnTo>
                  <a:lnTo>
                    <a:pt x="1779778" y="1835912"/>
                  </a:lnTo>
                  <a:lnTo>
                    <a:pt x="1780032" y="1874012"/>
                  </a:lnTo>
                  <a:lnTo>
                    <a:pt x="1792732" y="1874012"/>
                  </a:lnTo>
                  <a:close/>
                </a:path>
                <a:path w="4408170" h="2223135">
                  <a:moveTo>
                    <a:pt x="1793240" y="1924812"/>
                  </a:moveTo>
                  <a:lnTo>
                    <a:pt x="1792859" y="1886712"/>
                  </a:lnTo>
                  <a:lnTo>
                    <a:pt x="1780159" y="1886712"/>
                  </a:lnTo>
                  <a:lnTo>
                    <a:pt x="1780540" y="1924812"/>
                  </a:lnTo>
                  <a:lnTo>
                    <a:pt x="1793240" y="1924812"/>
                  </a:lnTo>
                  <a:close/>
                </a:path>
                <a:path w="4408170" h="2223135">
                  <a:moveTo>
                    <a:pt x="1793621" y="1975485"/>
                  </a:moveTo>
                  <a:lnTo>
                    <a:pt x="1793240" y="1937512"/>
                  </a:lnTo>
                  <a:lnTo>
                    <a:pt x="1780540" y="1937512"/>
                  </a:lnTo>
                  <a:lnTo>
                    <a:pt x="1780921" y="1975612"/>
                  </a:lnTo>
                  <a:lnTo>
                    <a:pt x="1793621" y="1975485"/>
                  </a:lnTo>
                  <a:close/>
                </a:path>
                <a:path w="4408170" h="2223135">
                  <a:moveTo>
                    <a:pt x="1794002" y="2026285"/>
                  </a:moveTo>
                  <a:lnTo>
                    <a:pt x="1793748" y="1988185"/>
                  </a:lnTo>
                  <a:lnTo>
                    <a:pt x="1781048" y="1988312"/>
                  </a:lnTo>
                  <a:lnTo>
                    <a:pt x="1781302" y="2026412"/>
                  </a:lnTo>
                  <a:lnTo>
                    <a:pt x="1794002" y="2026285"/>
                  </a:lnTo>
                  <a:close/>
                </a:path>
                <a:path w="4408170" h="2223135">
                  <a:moveTo>
                    <a:pt x="1794383" y="2077085"/>
                  </a:moveTo>
                  <a:lnTo>
                    <a:pt x="1794129" y="2038985"/>
                  </a:lnTo>
                  <a:lnTo>
                    <a:pt x="1781429" y="2039112"/>
                  </a:lnTo>
                  <a:lnTo>
                    <a:pt x="1781683" y="2077212"/>
                  </a:lnTo>
                  <a:lnTo>
                    <a:pt x="1794383" y="2077085"/>
                  </a:lnTo>
                  <a:close/>
                </a:path>
                <a:path w="4408170" h="2223135">
                  <a:moveTo>
                    <a:pt x="1809623" y="75819"/>
                  </a:moveTo>
                  <a:lnTo>
                    <a:pt x="1803323" y="63500"/>
                  </a:lnTo>
                  <a:lnTo>
                    <a:pt x="1770888" y="0"/>
                  </a:lnTo>
                  <a:lnTo>
                    <a:pt x="1733423" y="76454"/>
                  </a:lnTo>
                  <a:lnTo>
                    <a:pt x="1765134" y="76200"/>
                  </a:lnTo>
                  <a:lnTo>
                    <a:pt x="1765300" y="96139"/>
                  </a:lnTo>
                  <a:lnTo>
                    <a:pt x="1778000" y="96012"/>
                  </a:lnTo>
                  <a:lnTo>
                    <a:pt x="1777834" y="76085"/>
                  </a:lnTo>
                  <a:lnTo>
                    <a:pt x="1809623" y="75819"/>
                  </a:lnTo>
                  <a:close/>
                </a:path>
                <a:path w="4408170" h="2223135">
                  <a:moveTo>
                    <a:pt x="3984802" y="2158263"/>
                  </a:moveTo>
                  <a:lnTo>
                    <a:pt x="3931539" y="2158263"/>
                  </a:lnTo>
                  <a:lnTo>
                    <a:pt x="3918877" y="2158263"/>
                  </a:lnTo>
                  <a:lnTo>
                    <a:pt x="3918204" y="2189708"/>
                  </a:lnTo>
                  <a:lnTo>
                    <a:pt x="3984802" y="2158263"/>
                  </a:lnTo>
                  <a:close/>
                </a:path>
                <a:path w="4408170" h="2223135">
                  <a:moveTo>
                    <a:pt x="3995166" y="2153374"/>
                  </a:moveTo>
                  <a:lnTo>
                    <a:pt x="3919855" y="2113534"/>
                  </a:lnTo>
                  <a:lnTo>
                    <a:pt x="3919156" y="2145271"/>
                  </a:lnTo>
                  <a:lnTo>
                    <a:pt x="2081911" y="2102866"/>
                  </a:lnTo>
                  <a:lnTo>
                    <a:pt x="2081657" y="2115566"/>
                  </a:lnTo>
                  <a:lnTo>
                    <a:pt x="3918889" y="2157984"/>
                  </a:lnTo>
                  <a:lnTo>
                    <a:pt x="3931539" y="2157984"/>
                  </a:lnTo>
                  <a:lnTo>
                    <a:pt x="3985425" y="2157984"/>
                  </a:lnTo>
                  <a:lnTo>
                    <a:pt x="3995166" y="2153374"/>
                  </a:lnTo>
                  <a:close/>
                </a:path>
                <a:path w="4408170" h="2223135">
                  <a:moveTo>
                    <a:pt x="4408043" y="256667"/>
                  </a:moveTo>
                  <a:lnTo>
                    <a:pt x="4400677" y="246253"/>
                  </a:lnTo>
                  <a:lnTo>
                    <a:pt x="2068385" y="1920049"/>
                  </a:lnTo>
                  <a:lnTo>
                    <a:pt x="2049907" y="1894205"/>
                  </a:lnTo>
                  <a:lnTo>
                    <a:pt x="2010156" y="1969643"/>
                  </a:lnTo>
                  <a:lnTo>
                    <a:pt x="2094230" y="1956181"/>
                  </a:lnTo>
                  <a:lnTo>
                    <a:pt x="2081060" y="1937766"/>
                  </a:lnTo>
                  <a:lnTo>
                    <a:pt x="2075738" y="1930349"/>
                  </a:lnTo>
                  <a:lnTo>
                    <a:pt x="4408043" y="256667"/>
                  </a:lnTo>
                  <a:close/>
                </a:path>
              </a:pathLst>
            </a:custGeom>
            <a:solidFill>
              <a:srgbClr val="5F5F5F"/>
            </a:solidFill>
          </p:spPr>
          <p:txBody>
            <a:bodyPr wrap="square" lIns="0" tIns="0" rIns="0" bIns="0" rtlCol="0"/>
            <a:lstStyle/>
            <a:p>
              <a:endParaRPr/>
            </a:p>
          </p:txBody>
        </p:sp>
        <p:sp>
          <p:nvSpPr>
            <p:cNvPr id="57" name="object 57"/>
            <p:cNvSpPr/>
            <p:nvPr/>
          </p:nvSpPr>
          <p:spPr>
            <a:xfrm>
              <a:off x="1734185" y="1513331"/>
              <a:ext cx="4140835" cy="1283970"/>
            </a:xfrm>
            <a:custGeom>
              <a:avLst/>
              <a:gdLst/>
              <a:ahLst/>
              <a:cxnLst/>
              <a:rect l="l" t="t" r="r" b="b"/>
              <a:pathLst>
                <a:path w="4140835" h="1283970">
                  <a:moveTo>
                    <a:pt x="35179" y="1255903"/>
                  </a:moveTo>
                  <a:lnTo>
                    <a:pt x="25781" y="1247267"/>
                  </a:lnTo>
                  <a:lnTo>
                    <a:pt x="0" y="1275334"/>
                  </a:lnTo>
                  <a:lnTo>
                    <a:pt x="9398" y="1283970"/>
                  </a:lnTo>
                  <a:lnTo>
                    <a:pt x="35179" y="1255903"/>
                  </a:lnTo>
                  <a:close/>
                </a:path>
                <a:path w="4140835" h="1283970">
                  <a:moveTo>
                    <a:pt x="69469" y="1218438"/>
                  </a:moveTo>
                  <a:lnTo>
                    <a:pt x="60071" y="1209802"/>
                  </a:lnTo>
                  <a:lnTo>
                    <a:pt x="34417" y="1237869"/>
                  </a:lnTo>
                  <a:lnTo>
                    <a:pt x="43688" y="1246505"/>
                  </a:lnTo>
                  <a:lnTo>
                    <a:pt x="69469" y="1218438"/>
                  </a:lnTo>
                  <a:close/>
                </a:path>
                <a:path w="4140835" h="1283970">
                  <a:moveTo>
                    <a:pt x="103759" y="1180973"/>
                  </a:moveTo>
                  <a:lnTo>
                    <a:pt x="94488" y="1172337"/>
                  </a:lnTo>
                  <a:lnTo>
                    <a:pt x="68707" y="1200531"/>
                  </a:lnTo>
                  <a:lnTo>
                    <a:pt x="78105" y="1209040"/>
                  </a:lnTo>
                  <a:lnTo>
                    <a:pt x="103759" y="1180973"/>
                  </a:lnTo>
                  <a:close/>
                </a:path>
                <a:path w="4140835" h="1283970">
                  <a:moveTo>
                    <a:pt x="138176" y="1143508"/>
                  </a:moveTo>
                  <a:lnTo>
                    <a:pt x="128778" y="1134999"/>
                  </a:lnTo>
                  <a:lnTo>
                    <a:pt x="102997" y="1163066"/>
                  </a:lnTo>
                  <a:lnTo>
                    <a:pt x="112395" y="1171575"/>
                  </a:lnTo>
                  <a:lnTo>
                    <a:pt x="138176" y="1143508"/>
                  </a:lnTo>
                  <a:close/>
                </a:path>
                <a:path w="4140835" h="1283970">
                  <a:moveTo>
                    <a:pt x="172466" y="1106170"/>
                  </a:moveTo>
                  <a:lnTo>
                    <a:pt x="163195" y="1097534"/>
                  </a:lnTo>
                  <a:lnTo>
                    <a:pt x="137414" y="1125601"/>
                  </a:lnTo>
                  <a:lnTo>
                    <a:pt x="146812" y="1134237"/>
                  </a:lnTo>
                  <a:lnTo>
                    <a:pt x="172466" y="1106170"/>
                  </a:lnTo>
                  <a:close/>
                </a:path>
                <a:path w="4140835" h="1283970">
                  <a:moveTo>
                    <a:pt x="206883" y="1068705"/>
                  </a:moveTo>
                  <a:lnTo>
                    <a:pt x="197485" y="1060069"/>
                  </a:lnTo>
                  <a:lnTo>
                    <a:pt x="171704" y="1088136"/>
                  </a:lnTo>
                  <a:lnTo>
                    <a:pt x="181102" y="1096772"/>
                  </a:lnTo>
                  <a:lnTo>
                    <a:pt x="206883" y="1068705"/>
                  </a:lnTo>
                  <a:close/>
                </a:path>
                <a:path w="4140835" h="1283970">
                  <a:moveTo>
                    <a:pt x="241173" y="1031240"/>
                  </a:moveTo>
                  <a:lnTo>
                    <a:pt x="231775" y="1022604"/>
                  </a:lnTo>
                  <a:lnTo>
                    <a:pt x="206121" y="1050798"/>
                  </a:lnTo>
                  <a:lnTo>
                    <a:pt x="215392" y="1059307"/>
                  </a:lnTo>
                  <a:lnTo>
                    <a:pt x="241173" y="1031240"/>
                  </a:lnTo>
                  <a:close/>
                </a:path>
                <a:path w="4140835" h="1283970">
                  <a:moveTo>
                    <a:pt x="275590" y="993775"/>
                  </a:moveTo>
                  <a:lnTo>
                    <a:pt x="266192" y="985266"/>
                  </a:lnTo>
                  <a:lnTo>
                    <a:pt x="240411" y="1013333"/>
                  </a:lnTo>
                  <a:lnTo>
                    <a:pt x="249809" y="1021842"/>
                  </a:lnTo>
                  <a:lnTo>
                    <a:pt x="275590" y="993775"/>
                  </a:lnTo>
                  <a:close/>
                </a:path>
                <a:path w="4140835" h="1283970">
                  <a:moveTo>
                    <a:pt x="309880" y="956437"/>
                  </a:moveTo>
                  <a:lnTo>
                    <a:pt x="300482" y="947801"/>
                  </a:lnTo>
                  <a:lnTo>
                    <a:pt x="274828" y="975868"/>
                  </a:lnTo>
                  <a:lnTo>
                    <a:pt x="284099" y="984504"/>
                  </a:lnTo>
                  <a:lnTo>
                    <a:pt x="309880" y="956437"/>
                  </a:lnTo>
                  <a:close/>
                </a:path>
                <a:path w="4140835" h="1283970">
                  <a:moveTo>
                    <a:pt x="344170" y="918972"/>
                  </a:moveTo>
                  <a:lnTo>
                    <a:pt x="334899" y="910336"/>
                  </a:lnTo>
                  <a:lnTo>
                    <a:pt x="309118" y="938403"/>
                  </a:lnTo>
                  <a:lnTo>
                    <a:pt x="318516" y="947039"/>
                  </a:lnTo>
                  <a:lnTo>
                    <a:pt x="344170" y="918972"/>
                  </a:lnTo>
                  <a:close/>
                </a:path>
                <a:path w="4140835" h="1283970">
                  <a:moveTo>
                    <a:pt x="378587" y="881507"/>
                  </a:moveTo>
                  <a:lnTo>
                    <a:pt x="369189" y="872998"/>
                  </a:lnTo>
                  <a:lnTo>
                    <a:pt x="343408" y="901065"/>
                  </a:lnTo>
                  <a:lnTo>
                    <a:pt x="352806" y="909574"/>
                  </a:lnTo>
                  <a:lnTo>
                    <a:pt x="378587" y="881507"/>
                  </a:lnTo>
                  <a:close/>
                </a:path>
                <a:path w="4140835" h="1283970">
                  <a:moveTo>
                    <a:pt x="412877" y="844042"/>
                  </a:moveTo>
                  <a:lnTo>
                    <a:pt x="403606" y="835533"/>
                  </a:lnTo>
                  <a:lnTo>
                    <a:pt x="377825" y="863600"/>
                  </a:lnTo>
                  <a:lnTo>
                    <a:pt x="387096" y="872109"/>
                  </a:lnTo>
                  <a:lnTo>
                    <a:pt x="412877" y="844042"/>
                  </a:lnTo>
                  <a:close/>
                </a:path>
                <a:path w="4140835" h="1283970">
                  <a:moveTo>
                    <a:pt x="447294" y="806704"/>
                  </a:moveTo>
                  <a:lnTo>
                    <a:pt x="437896" y="798068"/>
                  </a:lnTo>
                  <a:lnTo>
                    <a:pt x="412115" y="826135"/>
                  </a:lnTo>
                  <a:lnTo>
                    <a:pt x="421513" y="834771"/>
                  </a:lnTo>
                  <a:lnTo>
                    <a:pt x="447294" y="806704"/>
                  </a:lnTo>
                  <a:close/>
                </a:path>
                <a:path w="4140835" h="1283970">
                  <a:moveTo>
                    <a:pt x="481584" y="769239"/>
                  </a:moveTo>
                  <a:lnTo>
                    <a:pt x="472186" y="760603"/>
                  </a:lnTo>
                  <a:lnTo>
                    <a:pt x="446532" y="788670"/>
                  </a:lnTo>
                  <a:lnTo>
                    <a:pt x="455803" y="797306"/>
                  </a:lnTo>
                  <a:lnTo>
                    <a:pt x="481584" y="769239"/>
                  </a:lnTo>
                  <a:close/>
                </a:path>
                <a:path w="4140835" h="1283970">
                  <a:moveTo>
                    <a:pt x="516001" y="731774"/>
                  </a:moveTo>
                  <a:lnTo>
                    <a:pt x="506603" y="723265"/>
                  </a:lnTo>
                  <a:lnTo>
                    <a:pt x="480822" y="751332"/>
                  </a:lnTo>
                  <a:lnTo>
                    <a:pt x="490220" y="759841"/>
                  </a:lnTo>
                  <a:lnTo>
                    <a:pt x="516001" y="731774"/>
                  </a:lnTo>
                  <a:close/>
                </a:path>
                <a:path w="4140835" h="1283970">
                  <a:moveTo>
                    <a:pt x="550291" y="694309"/>
                  </a:moveTo>
                  <a:lnTo>
                    <a:pt x="540893" y="685800"/>
                  </a:lnTo>
                  <a:lnTo>
                    <a:pt x="515112" y="713867"/>
                  </a:lnTo>
                  <a:lnTo>
                    <a:pt x="524510" y="722376"/>
                  </a:lnTo>
                  <a:lnTo>
                    <a:pt x="550291" y="694309"/>
                  </a:lnTo>
                  <a:close/>
                </a:path>
                <a:path w="4140835" h="1283970">
                  <a:moveTo>
                    <a:pt x="584581" y="656971"/>
                  </a:moveTo>
                  <a:lnTo>
                    <a:pt x="575310" y="648335"/>
                  </a:lnTo>
                  <a:lnTo>
                    <a:pt x="549529" y="676402"/>
                  </a:lnTo>
                  <a:lnTo>
                    <a:pt x="558927" y="685038"/>
                  </a:lnTo>
                  <a:lnTo>
                    <a:pt x="584581" y="656971"/>
                  </a:lnTo>
                  <a:close/>
                </a:path>
                <a:path w="4140835" h="1283970">
                  <a:moveTo>
                    <a:pt x="618998" y="619506"/>
                  </a:moveTo>
                  <a:lnTo>
                    <a:pt x="609600" y="610870"/>
                  </a:lnTo>
                  <a:lnTo>
                    <a:pt x="583819" y="638937"/>
                  </a:lnTo>
                  <a:lnTo>
                    <a:pt x="593217" y="647573"/>
                  </a:lnTo>
                  <a:lnTo>
                    <a:pt x="618998" y="619506"/>
                  </a:lnTo>
                  <a:close/>
                </a:path>
                <a:path w="4140835" h="1283970">
                  <a:moveTo>
                    <a:pt x="653288" y="582041"/>
                  </a:moveTo>
                  <a:lnTo>
                    <a:pt x="644017" y="573532"/>
                  </a:lnTo>
                  <a:lnTo>
                    <a:pt x="618236" y="601599"/>
                  </a:lnTo>
                  <a:lnTo>
                    <a:pt x="627507" y="610108"/>
                  </a:lnTo>
                  <a:lnTo>
                    <a:pt x="653288" y="582041"/>
                  </a:lnTo>
                  <a:close/>
                </a:path>
                <a:path w="4140835" h="1283970">
                  <a:moveTo>
                    <a:pt x="687705" y="544576"/>
                  </a:moveTo>
                  <a:lnTo>
                    <a:pt x="678307" y="536067"/>
                  </a:lnTo>
                  <a:lnTo>
                    <a:pt x="652526" y="564134"/>
                  </a:lnTo>
                  <a:lnTo>
                    <a:pt x="661924" y="572643"/>
                  </a:lnTo>
                  <a:lnTo>
                    <a:pt x="687705" y="544576"/>
                  </a:lnTo>
                  <a:close/>
                </a:path>
                <a:path w="4140835" h="1283970">
                  <a:moveTo>
                    <a:pt x="721995" y="507238"/>
                  </a:moveTo>
                  <a:lnTo>
                    <a:pt x="712597" y="498602"/>
                  </a:lnTo>
                  <a:lnTo>
                    <a:pt x="686943" y="526669"/>
                  </a:lnTo>
                  <a:lnTo>
                    <a:pt x="696214" y="535305"/>
                  </a:lnTo>
                  <a:lnTo>
                    <a:pt x="721995" y="507238"/>
                  </a:lnTo>
                  <a:close/>
                </a:path>
                <a:path w="4140835" h="1283970">
                  <a:moveTo>
                    <a:pt x="756285" y="469773"/>
                  </a:moveTo>
                  <a:lnTo>
                    <a:pt x="747014" y="461137"/>
                  </a:lnTo>
                  <a:lnTo>
                    <a:pt x="721233" y="489204"/>
                  </a:lnTo>
                  <a:lnTo>
                    <a:pt x="730631" y="497840"/>
                  </a:lnTo>
                  <a:lnTo>
                    <a:pt x="756285" y="469773"/>
                  </a:lnTo>
                  <a:close/>
                </a:path>
                <a:path w="4140835" h="1283970">
                  <a:moveTo>
                    <a:pt x="790702" y="432308"/>
                  </a:moveTo>
                  <a:lnTo>
                    <a:pt x="781304" y="423799"/>
                  </a:lnTo>
                  <a:lnTo>
                    <a:pt x="755523" y="451866"/>
                  </a:lnTo>
                  <a:lnTo>
                    <a:pt x="764921" y="460375"/>
                  </a:lnTo>
                  <a:lnTo>
                    <a:pt x="790702" y="432308"/>
                  </a:lnTo>
                  <a:close/>
                </a:path>
                <a:path w="4140835" h="1283970">
                  <a:moveTo>
                    <a:pt x="824992" y="394843"/>
                  </a:moveTo>
                  <a:lnTo>
                    <a:pt x="815721" y="386334"/>
                  </a:lnTo>
                  <a:lnTo>
                    <a:pt x="789940" y="414401"/>
                  </a:lnTo>
                  <a:lnTo>
                    <a:pt x="799211" y="423037"/>
                  </a:lnTo>
                  <a:lnTo>
                    <a:pt x="824992" y="394843"/>
                  </a:lnTo>
                  <a:close/>
                </a:path>
                <a:path w="4140835" h="1283970">
                  <a:moveTo>
                    <a:pt x="886460" y="318516"/>
                  </a:moveTo>
                  <a:lnTo>
                    <a:pt x="806958" y="348869"/>
                  </a:lnTo>
                  <a:lnTo>
                    <a:pt x="830313" y="370332"/>
                  </a:lnTo>
                  <a:lnTo>
                    <a:pt x="824230" y="376936"/>
                  </a:lnTo>
                  <a:lnTo>
                    <a:pt x="833628" y="385572"/>
                  </a:lnTo>
                  <a:lnTo>
                    <a:pt x="839685" y="378942"/>
                  </a:lnTo>
                  <a:lnTo>
                    <a:pt x="863092" y="400431"/>
                  </a:lnTo>
                  <a:lnTo>
                    <a:pt x="874318" y="361061"/>
                  </a:lnTo>
                  <a:lnTo>
                    <a:pt x="886460" y="318516"/>
                  </a:lnTo>
                  <a:close/>
                </a:path>
                <a:path w="4140835" h="1283970">
                  <a:moveTo>
                    <a:pt x="2105914" y="294005"/>
                  </a:moveTo>
                  <a:lnTo>
                    <a:pt x="2081733" y="280822"/>
                  </a:lnTo>
                  <a:lnTo>
                    <a:pt x="2084514" y="275717"/>
                  </a:lnTo>
                  <a:lnTo>
                    <a:pt x="2096897" y="252984"/>
                  </a:lnTo>
                  <a:lnTo>
                    <a:pt x="2011807" y="249936"/>
                  </a:lnTo>
                  <a:lnTo>
                    <a:pt x="2060448" y="319925"/>
                  </a:lnTo>
                  <a:lnTo>
                    <a:pt x="2075662" y="291960"/>
                  </a:lnTo>
                  <a:lnTo>
                    <a:pt x="2099818" y="305181"/>
                  </a:lnTo>
                  <a:lnTo>
                    <a:pt x="2105914" y="294005"/>
                  </a:lnTo>
                  <a:close/>
                </a:path>
                <a:path w="4140835" h="1283970">
                  <a:moveTo>
                    <a:pt x="2150491" y="318274"/>
                  </a:moveTo>
                  <a:lnTo>
                    <a:pt x="2117090" y="300101"/>
                  </a:lnTo>
                  <a:lnTo>
                    <a:pt x="2110994" y="311289"/>
                  </a:lnTo>
                  <a:lnTo>
                    <a:pt x="2144395" y="329450"/>
                  </a:lnTo>
                  <a:lnTo>
                    <a:pt x="2150491" y="318274"/>
                  </a:lnTo>
                  <a:close/>
                </a:path>
                <a:path w="4140835" h="1283970">
                  <a:moveTo>
                    <a:pt x="2184654" y="31750"/>
                  </a:moveTo>
                  <a:lnTo>
                    <a:pt x="2136775" y="31750"/>
                  </a:lnTo>
                  <a:lnTo>
                    <a:pt x="2136775" y="0"/>
                  </a:lnTo>
                  <a:lnTo>
                    <a:pt x="2060575" y="38100"/>
                  </a:lnTo>
                  <a:lnTo>
                    <a:pt x="2136775" y="76200"/>
                  </a:lnTo>
                  <a:lnTo>
                    <a:pt x="2136775" y="44450"/>
                  </a:lnTo>
                  <a:lnTo>
                    <a:pt x="2184654" y="44450"/>
                  </a:lnTo>
                  <a:lnTo>
                    <a:pt x="2184654" y="31750"/>
                  </a:lnTo>
                  <a:close/>
                </a:path>
                <a:path w="4140835" h="1283970">
                  <a:moveTo>
                    <a:pt x="2195068" y="342646"/>
                  </a:moveTo>
                  <a:lnTo>
                    <a:pt x="2161667" y="324358"/>
                  </a:lnTo>
                  <a:lnTo>
                    <a:pt x="2155571" y="335534"/>
                  </a:lnTo>
                  <a:lnTo>
                    <a:pt x="2188972" y="353822"/>
                  </a:lnTo>
                  <a:lnTo>
                    <a:pt x="2195068" y="342646"/>
                  </a:lnTo>
                  <a:close/>
                </a:path>
                <a:path w="4140835" h="1283970">
                  <a:moveTo>
                    <a:pt x="2239645" y="366903"/>
                  </a:moveTo>
                  <a:lnTo>
                    <a:pt x="2206244" y="348742"/>
                  </a:lnTo>
                  <a:lnTo>
                    <a:pt x="2200148" y="359918"/>
                  </a:lnTo>
                  <a:lnTo>
                    <a:pt x="2233676" y="378079"/>
                  </a:lnTo>
                  <a:lnTo>
                    <a:pt x="2239645" y="366903"/>
                  </a:lnTo>
                  <a:close/>
                </a:path>
                <a:path w="4140835" h="1283970">
                  <a:moveTo>
                    <a:pt x="2284349" y="391287"/>
                  </a:moveTo>
                  <a:lnTo>
                    <a:pt x="2250821" y="372999"/>
                  </a:lnTo>
                  <a:lnTo>
                    <a:pt x="2244725" y="384175"/>
                  </a:lnTo>
                  <a:lnTo>
                    <a:pt x="2278253" y="402463"/>
                  </a:lnTo>
                  <a:lnTo>
                    <a:pt x="2284349" y="391287"/>
                  </a:lnTo>
                  <a:close/>
                </a:path>
                <a:path w="4140835" h="1283970">
                  <a:moveTo>
                    <a:pt x="2324354" y="31750"/>
                  </a:moveTo>
                  <a:lnTo>
                    <a:pt x="2222754" y="31750"/>
                  </a:lnTo>
                  <a:lnTo>
                    <a:pt x="2222754" y="44450"/>
                  </a:lnTo>
                  <a:lnTo>
                    <a:pt x="2324354" y="44450"/>
                  </a:lnTo>
                  <a:lnTo>
                    <a:pt x="2324354" y="31750"/>
                  </a:lnTo>
                  <a:close/>
                </a:path>
                <a:path w="4140835" h="1283970">
                  <a:moveTo>
                    <a:pt x="2328926" y="415544"/>
                  </a:moveTo>
                  <a:lnTo>
                    <a:pt x="2295398" y="397383"/>
                  </a:lnTo>
                  <a:lnTo>
                    <a:pt x="2289429" y="408432"/>
                  </a:lnTo>
                  <a:lnTo>
                    <a:pt x="2322830" y="426720"/>
                  </a:lnTo>
                  <a:lnTo>
                    <a:pt x="2328926" y="415544"/>
                  </a:lnTo>
                  <a:close/>
                </a:path>
                <a:path w="4140835" h="1283970">
                  <a:moveTo>
                    <a:pt x="2373503" y="439928"/>
                  </a:moveTo>
                  <a:lnTo>
                    <a:pt x="2340102" y="421640"/>
                  </a:lnTo>
                  <a:lnTo>
                    <a:pt x="2334006" y="432816"/>
                  </a:lnTo>
                  <a:lnTo>
                    <a:pt x="2367407" y="451104"/>
                  </a:lnTo>
                  <a:lnTo>
                    <a:pt x="2373503" y="439928"/>
                  </a:lnTo>
                  <a:close/>
                </a:path>
                <a:path w="4140835" h="1283970">
                  <a:moveTo>
                    <a:pt x="2418080" y="464185"/>
                  </a:moveTo>
                  <a:lnTo>
                    <a:pt x="2384679" y="446024"/>
                  </a:lnTo>
                  <a:lnTo>
                    <a:pt x="2378583" y="457073"/>
                  </a:lnTo>
                  <a:lnTo>
                    <a:pt x="2411984" y="475361"/>
                  </a:lnTo>
                  <a:lnTo>
                    <a:pt x="2418080" y="464185"/>
                  </a:lnTo>
                  <a:close/>
                </a:path>
                <a:path w="4140835" h="1283970">
                  <a:moveTo>
                    <a:pt x="2462657" y="488569"/>
                  </a:moveTo>
                  <a:lnTo>
                    <a:pt x="2429256" y="470281"/>
                  </a:lnTo>
                  <a:lnTo>
                    <a:pt x="2423160" y="481457"/>
                  </a:lnTo>
                  <a:lnTo>
                    <a:pt x="2456561" y="499745"/>
                  </a:lnTo>
                  <a:lnTo>
                    <a:pt x="2462657" y="488569"/>
                  </a:lnTo>
                  <a:close/>
                </a:path>
                <a:path w="4140835" h="1283970">
                  <a:moveTo>
                    <a:pt x="2464054" y="31750"/>
                  </a:moveTo>
                  <a:lnTo>
                    <a:pt x="2362454" y="31750"/>
                  </a:lnTo>
                  <a:lnTo>
                    <a:pt x="2362454" y="44450"/>
                  </a:lnTo>
                  <a:lnTo>
                    <a:pt x="2464054" y="44450"/>
                  </a:lnTo>
                  <a:lnTo>
                    <a:pt x="2464054" y="31750"/>
                  </a:lnTo>
                  <a:close/>
                </a:path>
                <a:path w="4140835" h="1283970">
                  <a:moveTo>
                    <a:pt x="2507361" y="512826"/>
                  </a:moveTo>
                  <a:lnTo>
                    <a:pt x="2473833" y="494665"/>
                  </a:lnTo>
                  <a:lnTo>
                    <a:pt x="2467737" y="505714"/>
                  </a:lnTo>
                  <a:lnTo>
                    <a:pt x="2501265" y="524002"/>
                  </a:lnTo>
                  <a:lnTo>
                    <a:pt x="2507361" y="512826"/>
                  </a:lnTo>
                  <a:close/>
                </a:path>
                <a:path w="4140835" h="1283970">
                  <a:moveTo>
                    <a:pt x="2551938" y="537210"/>
                  </a:moveTo>
                  <a:lnTo>
                    <a:pt x="2518410" y="518922"/>
                  </a:lnTo>
                  <a:lnTo>
                    <a:pt x="2512314" y="530098"/>
                  </a:lnTo>
                  <a:lnTo>
                    <a:pt x="2545842" y="548259"/>
                  </a:lnTo>
                  <a:lnTo>
                    <a:pt x="2551938" y="537210"/>
                  </a:lnTo>
                  <a:close/>
                </a:path>
                <a:path w="4140835" h="1283970">
                  <a:moveTo>
                    <a:pt x="2596515" y="561467"/>
                  </a:moveTo>
                  <a:lnTo>
                    <a:pt x="2563114" y="543306"/>
                  </a:lnTo>
                  <a:lnTo>
                    <a:pt x="2557018" y="554355"/>
                  </a:lnTo>
                  <a:lnTo>
                    <a:pt x="2590419" y="572643"/>
                  </a:lnTo>
                  <a:lnTo>
                    <a:pt x="2596515" y="561467"/>
                  </a:lnTo>
                  <a:close/>
                </a:path>
                <a:path w="4140835" h="1283970">
                  <a:moveTo>
                    <a:pt x="2603754" y="31750"/>
                  </a:moveTo>
                  <a:lnTo>
                    <a:pt x="2502154" y="31750"/>
                  </a:lnTo>
                  <a:lnTo>
                    <a:pt x="2502154" y="44450"/>
                  </a:lnTo>
                  <a:lnTo>
                    <a:pt x="2603754" y="44450"/>
                  </a:lnTo>
                  <a:lnTo>
                    <a:pt x="2603754" y="31750"/>
                  </a:lnTo>
                  <a:close/>
                </a:path>
                <a:path w="4140835" h="1283970">
                  <a:moveTo>
                    <a:pt x="2641092" y="585851"/>
                  </a:moveTo>
                  <a:lnTo>
                    <a:pt x="2607691" y="567563"/>
                  </a:lnTo>
                  <a:lnTo>
                    <a:pt x="2601595" y="578739"/>
                  </a:lnTo>
                  <a:lnTo>
                    <a:pt x="2634996" y="596900"/>
                  </a:lnTo>
                  <a:lnTo>
                    <a:pt x="2641092" y="585851"/>
                  </a:lnTo>
                  <a:close/>
                </a:path>
                <a:path w="4140835" h="1283970">
                  <a:moveTo>
                    <a:pt x="2685669" y="610108"/>
                  </a:moveTo>
                  <a:lnTo>
                    <a:pt x="2652268" y="591820"/>
                  </a:lnTo>
                  <a:lnTo>
                    <a:pt x="2646172" y="602996"/>
                  </a:lnTo>
                  <a:lnTo>
                    <a:pt x="2679573" y="621284"/>
                  </a:lnTo>
                  <a:lnTo>
                    <a:pt x="2685669" y="610108"/>
                  </a:lnTo>
                  <a:close/>
                </a:path>
                <a:path w="4140835" h="1283970">
                  <a:moveTo>
                    <a:pt x="2730373" y="634492"/>
                  </a:moveTo>
                  <a:lnTo>
                    <a:pt x="2696845" y="616204"/>
                  </a:lnTo>
                  <a:lnTo>
                    <a:pt x="2690749" y="627380"/>
                  </a:lnTo>
                  <a:lnTo>
                    <a:pt x="2724277" y="645541"/>
                  </a:lnTo>
                  <a:lnTo>
                    <a:pt x="2730373" y="634492"/>
                  </a:lnTo>
                  <a:close/>
                </a:path>
                <a:path w="4140835" h="1283970">
                  <a:moveTo>
                    <a:pt x="2743454" y="31750"/>
                  </a:moveTo>
                  <a:lnTo>
                    <a:pt x="2641854" y="31750"/>
                  </a:lnTo>
                  <a:lnTo>
                    <a:pt x="2641854" y="44450"/>
                  </a:lnTo>
                  <a:lnTo>
                    <a:pt x="2743454" y="44450"/>
                  </a:lnTo>
                  <a:lnTo>
                    <a:pt x="2743454" y="31750"/>
                  </a:lnTo>
                  <a:close/>
                </a:path>
                <a:path w="4140835" h="1283970">
                  <a:moveTo>
                    <a:pt x="2774950" y="658749"/>
                  </a:moveTo>
                  <a:lnTo>
                    <a:pt x="2741422" y="640461"/>
                  </a:lnTo>
                  <a:lnTo>
                    <a:pt x="2735326" y="651637"/>
                  </a:lnTo>
                  <a:lnTo>
                    <a:pt x="2768854" y="669925"/>
                  </a:lnTo>
                  <a:lnTo>
                    <a:pt x="2774950" y="658749"/>
                  </a:lnTo>
                  <a:close/>
                </a:path>
                <a:path w="4140835" h="1283970">
                  <a:moveTo>
                    <a:pt x="2819527" y="683006"/>
                  </a:moveTo>
                  <a:lnTo>
                    <a:pt x="2786126" y="664845"/>
                  </a:lnTo>
                  <a:lnTo>
                    <a:pt x="2780030" y="676021"/>
                  </a:lnTo>
                  <a:lnTo>
                    <a:pt x="2813431" y="694182"/>
                  </a:lnTo>
                  <a:lnTo>
                    <a:pt x="2819527" y="683006"/>
                  </a:lnTo>
                  <a:close/>
                </a:path>
                <a:path w="4140835" h="1283970">
                  <a:moveTo>
                    <a:pt x="2864104" y="707390"/>
                  </a:moveTo>
                  <a:lnTo>
                    <a:pt x="2830703" y="689102"/>
                  </a:lnTo>
                  <a:lnTo>
                    <a:pt x="2824607" y="700278"/>
                  </a:lnTo>
                  <a:lnTo>
                    <a:pt x="2858008" y="718566"/>
                  </a:lnTo>
                  <a:lnTo>
                    <a:pt x="2864104" y="707390"/>
                  </a:lnTo>
                  <a:close/>
                </a:path>
                <a:path w="4140835" h="1283970">
                  <a:moveTo>
                    <a:pt x="2883154" y="31750"/>
                  </a:moveTo>
                  <a:lnTo>
                    <a:pt x="2781554" y="31750"/>
                  </a:lnTo>
                  <a:lnTo>
                    <a:pt x="2781554" y="44450"/>
                  </a:lnTo>
                  <a:lnTo>
                    <a:pt x="2883154" y="44450"/>
                  </a:lnTo>
                  <a:lnTo>
                    <a:pt x="2883154" y="31750"/>
                  </a:lnTo>
                  <a:close/>
                </a:path>
                <a:path w="4140835" h="1283970">
                  <a:moveTo>
                    <a:pt x="2908681" y="731647"/>
                  </a:moveTo>
                  <a:lnTo>
                    <a:pt x="2875280" y="713486"/>
                  </a:lnTo>
                  <a:lnTo>
                    <a:pt x="2869184" y="724662"/>
                  </a:lnTo>
                  <a:lnTo>
                    <a:pt x="2902585" y="742823"/>
                  </a:lnTo>
                  <a:lnTo>
                    <a:pt x="2908681" y="731647"/>
                  </a:lnTo>
                  <a:close/>
                </a:path>
                <a:path w="4140835" h="1283970">
                  <a:moveTo>
                    <a:pt x="2953385" y="756031"/>
                  </a:moveTo>
                  <a:lnTo>
                    <a:pt x="2919857" y="737743"/>
                  </a:lnTo>
                  <a:lnTo>
                    <a:pt x="2913761" y="748919"/>
                  </a:lnTo>
                  <a:lnTo>
                    <a:pt x="2947289" y="767207"/>
                  </a:lnTo>
                  <a:lnTo>
                    <a:pt x="2953385" y="756031"/>
                  </a:lnTo>
                  <a:close/>
                </a:path>
                <a:path w="4140835" h="1283970">
                  <a:moveTo>
                    <a:pt x="2997962" y="780288"/>
                  </a:moveTo>
                  <a:lnTo>
                    <a:pt x="2964434" y="762127"/>
                  </a:lnTo>
                  <a:lnTo>
                    <a:pt x="2958338" y="773303"/>
                  </a:lnTo>
                  <a:lnTo>
                    <a:pt x="2991866" y="791464"/>
                  </a:lnTo>
                  <a:lnTo>
                    <a:pt x="2997962" y="780288"/>
                  </a:lnTo>
                  <a:close/>
                </a:path>
                <a:path w="4140835" h="1283970">
                  <a:moveTo>
                    <a:pt x="3022854" y="31750"/>
                  </a:moveTo>
                  <a:lnTo>
                    <a:pt x="2921254" y="31750"/>
                  </a:lnTo>
                  <a:lnTo>
                    <a:pt x="2921254" y="44450"/>
                  </a:lnTo>
                  <a:lnTo>
                    <a:pt x="3022854" y="44450"/>
                  </a:lnTo>
                  <a:lnTo>
                    <a:pt x="3022854" y="31750"/>
                  </a:lnTo>
                  <a:close/>
                </a:path>
                <a:path w="4140835" h="1283970">
                  <a:moveTo>
                    <a:pt x="3042539" y="804672"/>
                  </a:moveTo>
                  <a:lnTo>
                    <a:pt x="3009138" y="786384"/>
                  </a:lnTo>
                  <a:lnTo>
                    <a:pt x="3003042" y="797560"/>
                  </a:lnTo>
                  <a:lnTo>
                    <a:pt x="3036443" y="815848"/>
                  </a:lnTo>
                  <a:lnTo>
                    <a:pt x="3042539" y="804672"/>
                  </a:lnTo>
                  <a:close/>
                </a:path>
                <a:path w="4140835" h="1283970">
                  <a:moveTo>
                    <a:pt x="3087116" y="828929"/>
                  </a:moveTo>
                  <a:lnTo>
                    <a:pt x="3053715" y="810768"/>
                  </a:lnTo>
                  <a:lnTo>
                    <a:pt x="3047619" y="821944"/>
                  </a:lnTo>
                  <a:lnTo>
                    <a:pt x="3081020" y="840105"/>
                  </a:lnTo>
                  <a:lnTo>
                    <a:pt x="3087116" y="828929"/>
                  </a:lnTo>
                  <a:close/>
                </a:path>
                <a:path w="4140835" h="1283970">
                  <a:moveTo>
                    <a:pt x="3131693" y="853313"/>
                  </a:moveTo>
                  <a:lnTo>
                    <a:pt x="3098292" y="835025"/>
                  </a:lnTo>
                  <a:lnTo>
                    <a:pt x="3092196" y="846201"/>
                  </a:lnTo>
                  <a:lnTo>
                    <a:pt x="3125597" y="864489"/>
                  </a:lnTo>
                  <a:lnTo>
                    <a:pt x="3131693" y="853313"/>
                  </a:lnTo>
                  <a:close/>
                </a:path>
                <a:path w="4140835" h="1283970">
                  <a:moveTo>
                    <a:pt x="3162554" y="31750"/>
                  </a:moveTo>
                  <a:lnTo>
                    <a:pt x="3060954" y="31750"/>
                  </a:lnTo>
                  <a:lnTo>
                    <a:pt x="3060954" y="44450"/>
                  </a:lnTo>
                  <a:lnTo>
                    <a:pt x="3162554" y="44450"/>
                  </a:lnTo>
                  <a:lnTo>
                    <a:pt x="3162554" y="31750"/>
                  </a:lnTo>
                  <a:close/>
                </a:path>
                <a:path w="4140835" h="1283970">
                  <a:moveTo>
                    <a:pt x="3176270" y="877570"/>
                  </a:moveTo>
                  <a:lnTo>
                    <a:pt x="3142869" y="859409"/>
                  </a:lnTo>
                  <a:lnTo>
                    <a:pt x="3136773" y="870458"/>
                  </a:lnTo>
                  <a:lnTo>
                    <a:pt x="3170301" y="888746"/>
                  </a:lnTo>
                  <a:lnTo>
                    <a:pt x="3176270" y="877570"/>
                  </a:lnTo>
                  <a:close/>
                </a:path>
                <a:path w="4140835" h="1283970">
                  <a:moveTo>
                    <a:pt x="3220974" y="901954"/>
                  </a:moveTo>
                  <a:lnTo>
                    <a:pt x="3187446" y="883666"/>
                  </a:lnTo>
                  <a:lnTo>
                    <a:pt x="3181350" y="894842"/>
                  </a:lnTo>
                  <a:lnTo>
                    <a:pt x="3214878" y="913130"/>
                  </a:lnTo>
                  <a:lnTo>
                    <a:pt x="3220974" y="901954"/>
                  </a:lnTo>
                  <a:close/>
                </a:path>
                <a:path w="4140835" h="1283970">
                  <a:moveTo>
                    <a:pt x="3265551" y="926211"/>
                  </a:moveTo>
                  <a:lnTo>
                    <a:pt x="3232023" y="908050"/>
                  </a:lnTo>
                  <a:lnTo>
                    <a:pt x="3226054" y="919099"/>
                  </a:lnTo>
                  <a:lnTo>
                    <a:pt x="3259455" y="937387"/>
                  </a:lnTo>
                  <a:lnTo>
                    <a:pt x="3265551" y="926211"/>
                  </a:lnTo>
                  <a:close/>
                </a:path>
                <a:path w="4140835" h="1283970">
                  <a:moveTo>
                    <a:pt x="3302254" y="31750"/>
                  </a:moveTo>
                  <a:lnTo>
                    <a:pt x="3200654" y="31750"/>
                  </a:lnTo>
                  <a:lnTo>
                    <a:pt x="3200654" y="44450"/>
                  </a:lnTo>
                  <a:lnTo>
                    <a:pt x="3302254" y="44450"/>
                  </a:lnTo>
                  <a:lnTo>
                    <a:pt x="3302254" y="31750"/>
                  </a:lnTo>
                  <a:close/>
                </a:path>
                <a:path w="4140835" h="1283970">
                  <a:moveTo>
                    <a:pt x="3310128" y="950595"/>
                  </a:moveTo>
                  <a:lnTo>
                    <a:pt x="3276727" y="932307"/>
                  </a:lnTo>
                  <a:lnTo>
                    <a:pt x="3270631" y="943483"/>
                  </a:lnTo>
                  <a:lnTo>
                    <a:pt x="3304032" y="961644"/>
                  </a:lnTo>
                  <a:lnTo>
                    <a:pt x="3310128" y="950595"/>
                  </a:lnTo>
                  <a:close/>
                </a:path>
                <a:path w="4140835" h="1283970">
                  <a:moveTo>
                    <a:pt x="3354705" y="974852"/>
                  </a:moveTo>
                  <a:lnTo>
                    <a:pt x="3321304" y="956691"/>
                  </a:lnTo>
                  <a:lnTo>
                    <a:pt x="3315208" y="967740"/>
                  </a:lnTo>
                  <a:lnTo>
                    <a:pt x="3348609" y="986028"/>
                  </a:lnTo>
                  <a:lnTo>
                    <a:pt x="3354705" y="974852"/>
                  </a:lnTo>
                  <a:close/>
                </a:path>
                <a:path w="4140835" h="1283970">
                  <a:moveTo>
                    <a:pt x="3399282" y="999236"/>
                  </a:moveTo>
                  <a:lnTo>
                    <a:pt x="3365881" y="980948"/>
                  </a:lnTo>
                  <a:lnTo>
                    <a:pt x="3359785" y="992124"/>
                  </a:lnTo>
                  <a:lnTo>
                    <a:pt x="3393313" y="1010285"/>
                  </a:lnTo>
                  <a:lnTo>
                    <a:pt x="3399282" y="999236"/>
                  </a:lnTo>
                  <a:close/>
                </a:path>
                <a:path w="4140835" h="1283970">
                  <a:moveTo>
                    <a:pt x="3441954" y="31750"/>
                  </a:moveTo>
                  <a:lnTo>
                    <a:pt x="3340354" y="31750"/>
                  </a:lnTo>
                  <a:lnTo>
                    <a:pt x="3340354" y="44450"/>
                  </a:lnTo>
                  <a:lnTo>
                    <a:pt x="3441954" y="44450"/>
                  </a:lnTo>
                  <a:lnTo>
                    <a:pt x="3441954" y="31750"/>
                  </a:lnTo>
                  <a:close/>
                </a:path>
                <a:path w="4140835" h="1283970">
                  <a:moveTo>
                    <a:pt x="3443986" y="1023493"/>
                  </a:moveTo>
                  <a:lnTo>
                    <a:pt x="3410458" y="1005205"/>
                  </a:lnTo>
                  <a:lnTo>
                    <a:pt x="3404362" y="1016381"/>
                  </a:lnTo>
                  <a:lnTo>
                    <a:pt x="3437890" y="1034669"/>
                  </a:lnTo>
                  <a:lnTo>
                    <a:pt x="3443986" y="1023493"/>
                  </a:lnTo>
                  <a:close/>
                </a:path>
                <a:path w="4140835" h="1283970">
                  <a:moveTo>
                    <a:pt x="3488563" y="1047877"/>
                  </a:moveTo>
                  <a:lnTo>
                    <a:pt x="3455035" y="1029589"/>
                  </a:lnTo>
                  <a:lnTo>
                    <a:pt x="3449066" y="1040765"/>
                  </a:lnTo>
                  <a:lnTo>
                    <a:pt x="3482467" y="1058926"/>
                  </a:lnTo>
                  <a:lnTo>
                    <a:pt x="3488563" y="1047877"/>
                  </a:lnTo>
                  <a:close/>
                </a:path>
                <a:path w="4140835" h="1283970">
                  <a:moveTo>
                    <a:pt x="3533140" y="1072134"/>
                  </a:moveTo>
                  <a:lnTo>
                    <a:pt x="3499739" y="1053846"/>
                  </a:lnTo>
                  <a:lnTo>
                    <a:pt x="3493643" y="1065022"/>
                  </a:lnTo>
                  <a:lnTo>
                    <a:pt x="3527044" y="1083310"/>
                  </a:lnTo>
                  <a:lnTo>
                    <a:pt x="3533140" y="1072134"/>
                  </a:lnTo>
                  <a:close/>
                </a:path>
                <a:path w="4140835" h="1283970">
                  <a:moveTo>
                    <a:pt x="3577717" y="1096518"/>
                  </a:moveTo>
                  <a:lnTo>
                    <a:pt x="3544316" y="1078230"/>
                  </a:lnTo>
                  <a:lnTo>
                    <a:pt x="3538220" y="1089406"/>
                  </a:lnTo>
                  <a:lnTo>
                    <a:pt x="3571621" y="1107567"/>
                  </a:lnTo>
                  <a:lnTo>
                    <a:pt x="3577717" y="1096518"/>
                  </a:lnTo>
                  <a:close/>
                </a:path>
                <a:path w="4140835" h="1283970">
                  <a:moveTo>
                    <a:pt x="3581654" y="31750"/>
                  </a:moveTo>
                  <a:lnTo>
                    <a:pt x="3480054" y="31750"/>
                  </a:lnTo>
                  <a:lnTo>
                    <a:pt x="3480054" y="44450"/>
                  </a:lnTo>
                  <a:lnTo>
                    <a:pt x="3581654" y="44450"/>
                  </a:lnTo>
                  <a:lnTo>
                    <a:pt x="3581654" y="31750"/>
                  </a:lnTo>
                  <a:close/>
                </a:path>
                <a:path w="4140835" h="1283970">
                  <a:moveTo>
                    <a:pt x="3622294" y="1120775"/>
                  </a:moveTo>
                  <a:lnTo>
                    <a:pt x="3588893" y="1102487"/>
                  </a:lnTo>
                  <a:lnTo>
                    <a:pt x="3582797" y="1113663"/>
                  </a:lnTo>
                  <a:lnTo>
                    <a:pt x="3616325" y="1131951"/>
                  </a:lnTo>
                  <a:lnTo>
                    <a:pt x="3622294" y="1120775"/>
                  </a:lnTo>
                  <a:close/>
                </a:path>
                <a:path w="4140835" h="1283970">
                  <a:moveTo>
                    <a:pt x="3666998" y="1145032"/>
                  </a:moveTo>
                  <a:lnTo>
                    <a:pt x="3633470" y="1126871"/>
                  </a:lnTo>
                  <a:lnTo>
                    <a:pt x="3627374" y="1138047"/>
                  </a:lnTo>
                  <a:lnTo>
                    <a:pt x="3660902" y="1156208"/>
                  </a:lnTo>
                  <a:lnTo>
                    <a:pt x="3666998" y="1145032"/>
                  </a:lnTo>
                  <a:close/>
                </a:path>
                <a:path w="4140835" h="1283970">
                  <a:moveTo>
                    <a:pt x="3711575" y="1169416"/>
                  </a:moveTo>
                  <a:lnTo>
                    <a:pt x="3678047" y="1151128"/>
                  </a:lnTo>
                  <a:lnTo>
                    <a:pt x="3672078" y="1162304"/>
                  </a:lnTo>
                  <a:lnTo>
                    <a:pt x="3705479" y="1180592"/>
                  </a:lnTo>
                  <a:lnTo>
                    <a:pt x="3711575" y="1169416"/>
                  </a:lnTo>
                  <a:close/>
                </a:path>
                <a:path w="4140835" h="1283970">
                  <a:moveTo>
                    <a:pt x="3721354" y="31750"/>
                  </a:moveTo>
                  <a:lnTo>
                    <a:pt x="3619754" y="31750"/>
                  </a:lnTo>
                  <a:lnTo>
                    <a:pt x="3619754" y="44450"/>
                  </a:lnTo>
                  <a:lnTo>
                    <a:pt x="3721354" y="44450"/>
                  </a:lnTo>
                  <a:lnTo>
                    <a:pt x="3721354" y="31750"/>
                  </a:lnTo>
                  <a:close/>
                </a:path>
                <a:path w="4140835" h="1283970">
                  <a:moveTo>
                    <a:pt x="3756152" y="1193673"/>
                  </a:moveTo>
                  <a:lnTo>
                    <a:pt x="3722751" y="1175512"/>
                  </a:lnTo>
                  <a:lnTo>
                    <a:pt x="3716655" y="1186688"/>
                  </a:lnTo>
                  <a:lnTo>
                    <a:pt x="3750056" y="1204849"/>
                  </a:lnTo>
                  <a:lnTo>
                    <a:pt x="3756152" y="1193673"/>
                  </a:lnTo>
                  <a:close/>
                </a:path>
                <a:path w="4140835" h="1283970">
                  <a:moveTo>
                    <a:pt x="3800729" y="1218057"/>
                  </a:moveTo>
                  <a:lnTo>
                    <a:pt x="3767328" y="1199769"/>
                  </a:lnTo>
                  <a:lnTo>
                    <a:pt x="3761232" y="1210945"/>
                  </a:lnTo>
                  <a:lnTo>
                    <a:pt x="3794633" y="1229233"/>
                  </a:lnTo>
                  <a:lnTo>
                    <a:pt x="3800729" y="1218057"/>
                  </a:lnTo>
                  <a:close/>
                </a:path>
                <a:path w="4140835" h="1283970">
                  <a:moveTo>
                    <a:pt x="3861054" y="31750"/>
                  </a:moveTo>
                  <a:lnTo>
                    <a:pt x="3759454" y="31750"/>
                  </a:lnTo>
                  <a:lnTo>
                    <a:pt x="3759454" y="44450"/>
                  </a:lnTo>
                  <a:lnTo>
                    <a:pt x="3861054" y="44450"/>
                  </a:lnTo>
                  <a:lnTo>
                    <a:pt x="3861054" y="31750"/>
                  </a:lnTo>
                  <a:close/>
                </a:path>
                <a:path w="4140835" h="1283970">
                  <a:moveTo>
                    <a:pt x="4000754" y="31750"/>
                  </a:moveTo>
                  <a:lnTo>
                    <a:pt x="3899154" y="31750"/>
                  </a:lnTo>
                  <a:lnTo>
                    <a:pt x="3899154" y="44450"/>
                  </a:lnTo>
                  <a:lnTo>
                    <a:pt x="4000754" y="44450"/>
                  </a:lnTo>
                  <a:lnTo>
                    <a:pt x="4000754" y="31750"/>
                  </a:lnTo>
                  <a:close/>
                </a:path>
                <a:path w="4140835" h="1283970">
                  <a:moveTo>
                    <a:pt x="4140454" y="31750"/>
                  </a:moveTo>
                  <a:lnTo>
                    <a:pt x="4038854" y="31750"/>
                  </a:lnTo>
                  <a:lnTo>
                    <a:pt x="4038854" y="44450"/>
                  </a:lnTo>
                  <a:lnTo>
                    <a:pt x="4140454" y="44450"/>
                  </a:lnTo>
                  <a:lnTo>
                    <a:pt x="4140454" y="31750"/>
                  </a:lnTo>
                  <a:close/>
                </a:path>
              </a:pathLst>
            </a:custGeom>
            <a:solidFill>
              <a:srgbClr val="006FC0"/>
            </a:solidFill>
          </p:spPr>
          <p:txBody>
            <a:bodyPr wrap="square" lIns="0" tIns="0" rIns="0" bIns="0" rtlCol="0"/>
            <a:lstStyle/>
            <a:p>
              <a:endParaRPr/>
            </a:p>
          </p:txBody>
        </p:sp>
      </p:grpSp>
      <p:sp>
        <p:nvSpPr>
          <p:cNvPr id="58" name="object 58"/>
          <p:cNvSpPr txBox="1"/>
          <p:nvPr/>
        </p:nvSpPr>
        <p:spPr>
          <a:xfrm>
            <a:off x="7115047" y="2154173"/>
            <a:ext cx="1167130" cy="757555"/>
          </a:xfrm>
          <a:prstGeom prst="rect">
            <a:avLst/>
          </a:prstGeom>
        </p:spPr>
        <p:txBody>
          <a:bodyPr vert="horz" wrap="square" lIns="0" tIns="12700" rIns="0" bIns="0" rtlCol="0">
            <a:spAutoFit/>
          </a:bodyPr>
          <a:lstStyle/>
          <a:p>
            <a:pPr marL="12700" marR="5080">
              <a:lnSpc>
                <a:spcPct val="100000"/>
              </a:lnSpc>
              <a:spcBef>
                <a:spcPts val="100"/>
              </a:spcBef>
            </a:pPr>
            <a:r>
              <a:rPr sz="1200" spc="-10" dirty="0">
                <a:solidFill>
                  <a:srgbClr val="242424"/>
                </a:solidFill>
                <a:latin typeface="Calibri"/>
                <a:cs typeface="Calibri"/>
              </a:rPr>
              <a:t>M</a:t>
            </a:r>
            <a:r>
              <a:rPr sz="1200" spc="-25" dirty="0">
                <a:solidFill>
                  <a:srgbClr val="242424"/>
                </a:solidFill>
                <a:latin typeface="Calibri"/>
                <a:cs typeface="Calibri"/>
              </a:rPr>
              <a:t>a</a:t>
            </a:r>
            <a:r>
              <a:rPr sz="1200" spc="-10" dirty="0">
                <a:solidFill>
                  <a:srgbClr val="242424"/>
                </a:solidFill>
                <a:latin typeface="Calibri"/>
                <a:cs typeface="Calibri"/>
              </a:rPr>
              <a:t>p</a:t>
            </a:r>
            <a:r>
              <a:rPr sz="1200" spc="-65" dirty="0">
                <a:solidFill>
                  <a:srgbClr val="242424"/>
                </a:solidFill>
                <a:latin typeface="Calibri"/>
                <a:cs typeface="Calibri"/>
              </a:rPr>
              <a:t>R</a:t>
            </a:r>
            <a:r>
              <a:rPr sz="1200" dirty="0">
                <a:solidFill>
                  <a:srgbClr val="242424"/>
                </a:solidFill>
                <a:latin typeface="Calibri"/>
                <a:cs typeface="Calibri"/>
              </a:rPr>
              <a:t>e</a:t>
            </a:r>
            <a:r>
              <a:rPr sz="1200" spc="5" dirty="0">
                <a:solidFill>
                  <a:srgbClr val="242424"/>
                </a:solidFill>
                <a:latin typeface="Calibri"/>
                <a:cs typeface="Calibri"/>
              </a:rPr>
              <a:t>d</a:t>
            </a:r>
            <a:r>
              <a:rPr sz="1200" dirty="0">
                <a:solidFill>
                  <a:srgbClr val="242424"/>
                </a:solidFill>
                <a:latin typeface="Calibri"/>
                <a:cs typeface="Calibri"/>
              </a:rPr>
              <a:t>u</a:t>
            </a:r>
            <a:r>
              <a:rPr sz="1200" spc="-5" dirty="0">
                <a:solidFill>
                  <a:srgbClr val="242424"/>
                </a:solidFill>
                <a:latin typeface="Calibri"/>
                <a:cs typeface="Calibri"/>
              </a:rPr>
              <a:t>c</a:t>
            </a:r>
            <a:r>
              <a:rPr sz="1200" dirty="0">
                <a:solidFill>
                  <a:srgbClr val="242424"/>
                </a:solidFill>
                <a:latin typeface="Calibri"/>
                <a:cs typeface="Calibri"/>
              </a:rPr>
              <a:t>e</a:t>
            </a:r>
            <a:r>
              <a:rPr sz="1200" spc="-5" dirty="0">
                <a:solidFill>
                  <a:srgbClr val="242424"/>
                </a:solidFill>
                <a:latin typeface="Calibri"/>
                <a:cs typeface="Calibri"/>
              </a:rPr>
              <a:t> </a:t>
            </a:r>
            <a:r>
              <a:rPr sz="1200" dirty="0">
                <a:solidFill>
                  <a:srgbClr val="242424"/>
                </a:solidFill>
                <a:latin typeface="Calibri"/>
                <a:cs typeface="Calibri"/>
              </a:rPr>
              <a:t>S</a:t>
            </a:r>
            <a:r>
              <a:rPr sz="1200" spc="-20" dirty="0">
                <a:solidFill>
                  <a:srgbClr val="242424"/>
                </a:solidFill>
                <a:latin typeface="Calibri"/>
                <a:cs typeface="Calibri"/>
              </a:rPr>
              <a:t>t</a:t>
            </a:r>
            <a:r>
              <a:rPr sz="1200" spc="-35" dirty="0">
                <a:solidFill>
                  <a:srgbClr val="242424"/>
                </a:solidFill>
                <a:latin typeface="Calibri"/>
                <a:cs typeface="Calibri"/>
              </a:rPr>
              <a:t>a</a:t>
            </a:r>
            <a:r>
              <a:rPr sz="1200" spc="-10" dirty="0">
                <a:solidFill>
                  <a:srgbClr val="242424"/>
                </a:solidFill>
                <a:latin typeface="Calibri"/>
                <a:cs typeface="Calibri"/>
              </a:rPr>
              <a:t>tus  Job Submission </a:t>
            </a:r>
            <a:r>
              <a:rPr sz="1200" spc="-5" dirty="0">
                <a:solidFill>
                  <a:srgbClr val="242424"/>
                </a:solidFill>
                <a:latin typeface="Calibri"/>
                <a:cs typeface="Calibri"/>
              </a:rPr>
              <a:t> </a:t>
            </a:r>
            <a:r>
              <a:rPr sz="1200" spc="-10" dirty="0">
                <a:solidFill>
                  <a:srgbClr val="242424"/>
                </a:solidFill>
                <a:latin typeface="Calibri"/>
                <a:cs typeface="Calibri"/>
              </a:rPr>
              <a:t>Node </a:t>
            </a:r>
            <a:r>
              <a:rPr sz="1200" spc="-15" dirty="0">
                <a:solidFill>
                  <a:srgbClr val="242424"/>
                </a:solidFill>
                <a:latin typeface="Calibri"/>
                <a:cs typeface="Calibri"/>
              </a:rPr>
              <a:t>Status </a:t>
            </a:r>
            <a:r>
              <a:rPr sz="1200" spc="-10" dirty="0">
                <a:solidFill>
                  <a:srgbClr val="242424"/>
                </a:solidFill>
                <a:latin typeface="Calibri"/>
                <a:cs typeface="Calibri"/>
              </a:rPr>
              <a:t> </a:t>
            </a:r>
            <a:r>
              <a:rPr sz="1200" spc="-15" dirty="0">
                <a:solidFill>
                  <a:srgbClr val="242424"/>
                </a:solidFill>
                <a:latin typeface="Calibri"/>
                <a:cs typeface="Calibri"/>
              </a:rPr>
              <a:t>Resource</a:t>
            </a:r>
            <a:r>
              <a:rPr sz="1200" spc="-35" dirty="0">
                <a:solidFill>
                  <a:srgbClr val="242424"/>
                </a:solidFill>
                <a:latin typeface="Calibri"/>
                <a:cs typeface="Calibri"/>
              </a:rPr>
              <a:t> </a:t>
            </a:r>
            <a:r>
              <a:rPr sz="1200" spc="-10" dirty="0">
                <a:solidFill>
                  <a:srgbClr val="242424"/>
                </a:solidFill>
                <a:latin typeface="Calibri"/>
                <a:cs typeface="Calibri"/>
              </a:rPr>
              <a:t>Request</a:t>
            </a:r>
            <a:endParaRPr sz="1200">
              <a:latin typeface="Calibri"/>
              <a:cs typeface="Calibri"/>
            </a:endParaRPr>
          </a:p>
        </p:txBody>
      </p:sp>
      <p:sp>
        <p:nvSpPr>
          <p:cNvPr id="59" name="object 59"/>
          <p:cNvSpPr/>
          <p:nvPr/>
        </p:nvSpPr>
        <p:spPr>
          <a:xfrm>
            <a:off x="8339328" y="2228088"/>
            <a:ext cx="541020" cy="76200"/>
          </a:xfrm>
          <a:custGeom>
            <a:avLst/>
            <a:gdLst/>
            <a:ahLst/>
            <a:cxnLst/>
            <a:rect l="l" t="t" r="r" b="b"/>
            <a:pathLst>
              <a:path w="541020" h="76200">
                <a:moveTo>
                  <a:pt x="464693" y="0"/>
                </a:moveTo>
                <a:lnTo>
                  <a:pt x="464693" y="76200"/>
                </a:lnTo>
                <a:lnTo>
                  <a:pt x="528193" y="44450"/>
                </a:lnTo>
                <a:lnTo>
                  <a:pt x="477393" y="44450"/>
                </a:lnTo>
                <a:lnTo>
                  <a:pt x="477393" y="31750"/>
                </a:lnTo>
                <a:lnTo>
                  <a:pt x="528193" y="31750"/>
                </a:lnTo>
                <a:lnTo>
                  <a:pt x="464693" y="0"/>
                </a:lnTo>
                <a:close/>
              </a:path>
              <a:path w="541020" h="76200">
                <a:moveTo>
                  <a:pt x="464693" y="31750"/>
                </a:moveTo>
                <a:lnTo>
                  <a:pt x="0" y="31750"/>
                </a:lnTo>
                <a:lnTo>
                  <a:pt x="0" y="44450"/>
                </a:lnTo>
                <a:lnTo>
                  <a:pt x="464693" y="44450"/>
                </a:lnTo>
                <a:lnTo>
                  <a:pt x="464693" y="31750"/>
                </a:lnTo>
                <a:close/>
              </a:path>
              <a:path w="541020" h="76200">
                <a:moveTo>
                  <a:pt x="528193" y="31750"/>
                </a:moveTo>
                <a:lnTo>
                  <a:pt x="477393" y="31750"/>
                </a:lnTo>
                <a:lnTo>
                  <a:pt x="477393" y="44450"/>
                </a:lnTo>
                <a:lnTo>
                  <a:pt x="528193" y="44450"/>
                </a:lnTo>
                <a:lnTo>
                  <a:pt x="540893" y="38100"/>
                </a:lnTo>
                <a:lnTo>
                  <a:pt x="528193" y="31750"/>
                </a:lnTo>
                <a:close/>
              </a:path>
            </a:pathLst>
          </a:custGeom>
          <a:solidFill>
            <a:srgbClr val="5F5F5F"/>
          </a:solidFill>
        </p:spPr>
        <p:txBody>
          <a:bodyPr wrap="square" lIns="0" tIns="0" rIns="0" bIns="0" rtlCol="0"/>
          <a:lstStyle/>
          <a:p>
            <a:endParaRPr/>
          </a:p>
        </p:txBody>
      </p:sp>
      <p:sp>
        <p:nvSpPr>
          <p:cNvPr id="60" name="object 60"/>
          <p:cNvSpPr/>
          <p:nvPr/>
        </p:nvSpPr>
        <p:spPr>
          <a:xfrm>
            <a:off x="8339328" y="2415539"/>
            <a:ext cx="541020" cy="76200"/>
          </a:xfrm>
          <a:custGeom>
            <a:avLst/>
            <a:gdLst/>
            <a:ahLst/>
            <a:cxnLst/>
            <a:rect l="l" t="t" r="r" b="b"/>
            <a:pathLst>
              <a:path w="541020" h="76200">
                <a:moveTo>
                  <a:pt x="101600" y="31750"/>
                </a:moveTo>
                <a:lnTo>
                  <a:pt x="0" y="31750"/>
                </a:lnTo>
                <a:lnTo>
                  <a:pt x="0" y="44450"/>
                </a:lnTo>
                <a:lnTo>
                  <a:pt x="101600" y="44450"/>
                </a:lnTo>
                <a:lnTo>
                  <a:pt x="101600" y="31750"/>
                </a:lnTo>
                <a:close/>
              </a:path>
              <a:path w="541020" h="76200">
                <a:moveTo>
                  <a:pt x="241300" y="31750"/>
                </a:moveTo>
                <a:lnTo>
                  <a:pt x="139700" y="31750"/>
                </a:lnTo>
                <a:lnTo>
                  <a:pt x="139700" y="44450"/>
                </a:lnTo>
                <a:lnTo>
                  <a:pt x="241300" y="44450"/>
                </a:lnTo>
                <a:lnTo>
                  <a:pt x="241300" y="31750"/>
                </a:lnTo>
                <a:close/>
              </a:path>
              <a:path w="541020" h="76200">
                <a:moveTo>
                  <a:pt x="381000" y="31750"/>
                </a:moveTo>
                <a:lnTo>
                  <a:pt x="279400" y="31750"/>
                </a:lnTo>
                <a:lnTo>
                  <a:pt x="279400" y="44450"/>
                </a:lnTo>
                <a:lnTo>
                  <a:pt x="381000" y="44450"/>
                </a:lnTo>
                <a:lnTo>
                  <a:pt x="381000" y="31750"/>
                </a:lnTo>
                <a:close/>
              </a:path>
              <a:path w="541020" h="76200">
                <a:moveTo>
                  <a:pt x="464693" y="0"/>
                </a:moveTo>
                <a:lnTo>
                  <a:pt x="464693" y="76200"/>
                </a:lnTo>
                <a:lnTo>
                  <a:pt x="528193" y="44450"/>
                </a:lnTo>
                <a:lnTo>
                  <a:pt x="477393" y="44450"/>
                </a:lnTo>
                <a:lnTo>
                  <a:pt x="477393" y="31750"/>
                </a:lnTo>
                <a:lnTo>
                  <a:pt x="528193" y="31750"/>
                </a:lnTo>
                <a:lnTo>
                  <a:pt x="464693" y="0"/>
                </a:lnTo>
                <a:close/>
              </a:path>
              <a:path w="541020" h="76200">
                <a:moveTo>
                  <a:pt x="464693" y="31750"/>
                </a:moveTo>
                <a:lnTo>
                  <a:pt x="419100" y="31750"/>
                </a:lnTo>
                <a:lnTo>
                  <a:pt x="419100" y="44450"/>
                </a:lnTo>
                <a:lnTo>
                  <a:pt x="464693" y="44450"/>
                </a:lnTo>
                <a:lnTo>
                  <a:pt x="464693" y="31750"/>
                </a:lnTo>
                <a:close/>
              </a:path>
              <a:path w="541020" h="76200">
                <a:moveTo>
                  <a:pt x="528193" y="31750"/>
                </a:moveTo>
                <a:lnTo>
                  <a:pt x="477393" y="31750"/>
                </a:lnTo>
                <a:lnTo>
                  <a:pt x="477393" y="44450"/>
                </a:lnTo>
                <a:lnTo>
                  <a:pt x="528193" y="44450"/>
                </a:lnTo>
                <a:lnTo>
                  <a:pt x="540893" y="38100"/>
                </a:lnTo>
                <a:lnTo>
                  <a:pt x="528193" y="31750"/>
                </a:lnTo>
                <a:close/>
              </a:path>
            </a:pathLst>
          </a:custGeom>
          <a:solidFill>
            <a:srgbClr val="5F5F5F"/>
          </a:solidFill>
        </p:spPr>
        <p:txBody>
          <a:bodyPr wrap="square" lIns="0" tIns="0" rIns="0" bIns="0" rtlCol="0"/>
          <a:lstStyle/>
          <a:p>
            <a:endParaRPr/>
          </a:p>
        </p:txBody>
      </p:sp>
      <p:sp>
        <p:nvSpPr>
          <p:cNvPr id="61" name="object 61"/>
          <p:cNvSpPr/>
          <p:nvPr/>
        </p:nvSpPr>
        <p:spPr>
          <a:xfrm>
            <a:off x="8339328" y="2598420"/>
            <a:ext cx="541020" cy="76200"/>
          </a:xfrm>
          <a:custGeom>
            <a:avLst/>
            <a:gdLst/>
            <a:ahLst/>
            <a:cxnLst/>
            <a:rect l="l" t="t" r="r" b="b"/>
            <a:pathLst>
              <a:path w="541020" h="76200">
                <a:moveTo>
                  <a:pt x="38100" y="31750"/>
                </a:moveTo>
                <a:lnTo>
                  <a:pt x="0" y="31750"/>
                </a:lnTo>
                <a:lnTo>
                  <a:pt x="0" y="44450"/>
                </a:lnTo>
                <a:lnTo>
                  <a:pt x="38100" y="44450"/>
                </a:lnTo>
                <a:lnTo>
                  <a:pt x="38100" y="31750"/>
                </a:lnTo>
                <a:close/>
              </a:path>
              <a:path w="541020" h="76200">
                <a:moveTo>
                  <a:pt x="88900" y="31750"/>
                </a:moveTo>
                <a:lnTo>
                  <a:pt x="50800" y="31750"/>
                </a:lnTo>
                <a:lnTo>
                  <a:pt x="50800" y="44450"/>
                </a:lnTo>
                <a:lnTo>
                  <a:pt x="88900" y="44450"/>
                </a:lnTo>
                <a:lnTo>
                  <a:pt x="88900" y="31750"/>
                </a:lnTo>
                <a:close/>
              </a:path>
              <a:path w="541020" h="76200">
                <a:moveTo>
                  <a:pt x="139700" y="31750"/>
                </a:moveTo>
                <a:lnTo>
                  <a:pt x="101600" y="31750"/>
                </a:lnTo>
                <a:lnTo>
                  <a:pt x="101600" y="44450"/>
                </a:lnTo>
                <a:lnTo>
                  <a:pt x="139700" y="44450"/>
                </a:lnTo>
                <a:lnTo>
                  <a:pt x="139700" y="31750"/>
                </a:lnTo>
                <a:close/>
              </a:path>
              <a:path w="541020" h="76200">
                <a:moveTo>
                  <a:pt x="190500" y="31750"/>
                </a:moveTo>
                <a:lnTo>
                  <a:pt x="152400" y="31750"/>
                </a:lnTo>
                <a:lnTo>
                  <a:pt x="152400" y="44450"/>
                </a:lnTo>
                <a:lnTo>
                  <a:pt x="190500" y="44450"/>
                </a:lnTo>
                <a:lnTo>
                  <a:pt x="190500" y="31750"/>
                </a:lnTo>
                <a:close/>
              </a:path>
              <a:path w="541020" h="76200">
                <a:moveTo>
                  <a:pt x="241300" y="31750"/>
                </a:moveTo>
                <a:lnTo>
                  <a:pt x="203200" y="31750"/>
                </a:lnTo>
                <a:lnTo>
                  <a:pt x="203200" y="44450"/>
                </a:lnTo>
                <a:lnTo>
                  <a:pt x="241300" y="44450"/>
                </a:lnTo>
                <a:lnTo>
                  <a:pt x="241300" y="31750"/>
                </a:lnTo>
                <a:close/>
              </a:path>
              <a:path w="541020" h="76200">
                <a:moveTo>
                  <a:pt x="292100" y="31750"/>
                </a:moveTo>
                <a:lnTo>
                  <a:pt x="254000" y="31750"/>
                </a:lnTo>
                <a:lnTo>
                  <a:pt x="254000" y="44450"/>
                </a:lnTo>
                <a:lnTo>
                  <a:pt x="292100" y="44450"/>
                </a:lnTo>
                <a:lnTo>
                  <a:pt x="292100" y="31750"/>
                </a:lnTo>
                <a:close/>
              </a:path>
              <a:path w="541020" h="76200">
                <a:moveTo>
                  <a:pt x="342900" y="31750"/>
                </a:moveTo>
                <a:lnTo>
                  <a:pt x="304800" y="31750"/>
                </a:lnTo>
                <a:lnTo>
                  <a:pt x="304800" y="44450"/>
                </a:lnTo>
                <a:lnTo>
                  <a:pt x="342900" y="44450"/>
                </a:lnTo>
                <a:lnTo>
                  <a:pt x="342900" y="31750"/>
                </a:lnTo>
                <a:close/>
              </a:path>
              <a:path w="541020" h="76200">
                <a:moveTo>
                  <a:pt x="393700" y="31750"/>
                </a:moveTo>
                <a:lnTo>
                  <a:pt x="355600" y="31750"/>
                </a:lnTo>
                <a:lnTo>
                  <a:pt x="355600" y="44450"/>
                </a:lnTo>
                <a:lnTo>
                  <a:pt x="393700" y="44450"/>
                </a:lnTo>
                <a:lnTo>
                  <a:pt x="393700" y="31750"/>
                </a:lnTo>
                <a:close/>
              </a:path>
              <a:path w="541020" h="76200">
                <a:moveTo>
                  <a:pt x="444500" y="31750"/>
                </a:moveTo>
                <a:lnTo>
                  <a:pt x="406400" y="31750"/>
                </a:lnTo>
                <a:lnTo>
                  <a:pt x="406400" y="44450"/>
                </a:lnTo>
                <a:lnTo>
                  <a:pt x="444500" y="44450"/>
                </a:lnTo>
                <a:lnTo>
                  <a:pt x="444500" y="31750"/>
                </a:lnTo>
                <a:close/>
              </a:path>
              <a:path w="541020" h="76200">
                <a:moveTo>
                  <a:pt x="464693" y="0"/>
                </a:moveTo>
                <a:lnTo>
                  <a:pt x="464693" y="76200"/>
                </a:lnTo>
                <a:lnTo>
                  <a:pt x="528193" y="44450"/>
                </a:lnTo>
                <a:lnTo>
                  <a:pt x="477393" y="44450"/>
                </a:lnTo>
                <a:lnTo>
                  <a:pt x="477393" y="31750"/>
                </a:lnTo>
                <a:lnTo>
                  <a:pt x="528193" y="31750"/>
                </a:lnTo>
                <a:lnTo>
                  <a:pt x="464693" y="0"/>
                </a:lnTo>
                <a:close/>
              </a:path>
              <a:path w="541020" h="76200">
                <a:moveTo>
                  <a:pt x="464693" y="31750"/>
                </a:moveTo>
                <a:lnTo>
                  <a:pt x="457200" y="31750"/>
                </a:lnTo>
                <a:lnTo>
                  <a:pt x="457200" y="44450"/>
                </a:lnTo>
                <a:lnTo>
                  <a:pt x="464693" y="44450"/>
                </a:lnTo>
                <a:lnTo>
                  <a:pt x="464693" y="31750"/>
                </a:lnTo>
                <a:close/>
              </a:path>
              <a:path w="541020" h="76200">
                <a:moveTo>
                  <a:pt x="528193" y="31750"/>
                </a:moveTo>
                <a:lnTo>
                  <a:pt x="477393" y="31750"/>
                </a:lnTo>
                <a:lnTo>
                  <a:pt x="477393" y="44450"/>
                </a:lnTo>
                <a:lnTo>
                  <a:pt x="528193" y="44450"/>
                </a:lnTo>
                <a:lnTo>
                  <a:pt x="540893" y="38100"/>
                </a:lnTo>
                <a:lnTo>
                  <a:pt x="528193" y="31750"/>
                </a:lnTo>
                <a:close/>
              </a:path>
            </a:pathLst>
          </a:custGeom>
          <a:solidFill>
            <a:srgbClr val="006FC0"/>
          </a:solidFill>
        </p:spPr>
        <p:txBody>
          <a:bodyPr wrap="square" lIns="0" tIns="0" rIns="0" bIns="0" rtlCol="0"/>
          <a:lstStyle/>
          <a:p>
            <a:endParaRPr/>
          </a:p>
        </p:txBody>
      </p:sp>
      <p:sp>
        <p:nvSpPr>
          <p:cNvPr id="62" name="object 62"/>
          <p:cNvSpPr/>
          <p:nvPr/>
        </p:nvSpPr>
        <p:spPr>
          <a:xfrm>
            <a:off x="8339328" y="2781300"/>
            <a:ext cx="541020" cy="76200"/>
          </a:xfrm>
          <a:custGeom>
            <a:avLst/>
            <a:gdLst/>
            <a:ahLst/>
            <a:cxnLst/>
            <a:rect l="l" t="t" r="r" b="b"/>
            <a:pathLst>
              <a:path w="541020" h="76200">
                <a:moveTo>
                  <a:pt x="38100" y="31750"/>
                </a:moveTo>
                <a:lnTo>
                  <a:pt x="0" y="31750"/>
                </a:lnTo>
                <a:lnTo>
                  <a:pt x="0" y="44450"/>
                </a:lnTo>
                <a:lnTo>
                  <a:pt x="38100" y="44450"/>
                </a:lnTo>
                <a:lnTo>
                  <a:pt x="38100" y="31750"/>
                </a:lnTo>
                <a:close/>
              </a:path>
              <a:path w="541020" h="76200">
                <a:moveTo>
                  <a:pt x="88900" y="31750"/>
                </a:moveTo>
                <a:lnTo>
                  <a:pt x="50800" y="31750"/>
                </a:lnTo>
                <a:lnTo>
                  <a:pt x="50800" y="44450"/>
                </a:lnTo>
                <a:lnTo>
                  <a:pt x="88900" y="44450"/>
                </a:lnTo>
                <a:lnTo>
                  <a:pt x="88900" y="31750"/>
                </a:lnTo>
                <a:close/>
              </a:path>
              <a:path w="541020" h="76200">
                <a:moveTo>
                  <a:pt x="139700" y="31750"/>
                </a:moveTo>
                <a:lnTo>
                  <a:pt x="101600" y="31750"/>
                </a:lnTo>
                <a:lnTo>
                  <a:pt x="101600" y="44450"/>
                </a:lnTo>
                <a:lnTo>
                  <a:pt x="139700" y="44450"/>
                </a:lnTo>
                <a:lnTo>
                  <a:pt x="139700" y="31750"/>
                </a:lnTo>
                <a:close/>
              </a:path>
              <a:path w="541020" h="76200">
                <a:moveTo>
                  <a:pt x="190500" y="31750"/>
                </a:moveTo>
                <a:lnTo>
                  <a:pt x="152400" y="31750"/>
                </a:lnTo>
                <a:lnTo>
                  <a:pt x="152400" y="44450"/>
                </a:lnTo>
                <a:lnTo>
                  <a:pt x="190500" y="44450"/>
                </a:lnTo>
                <a:lnTo>
                  <a:pt x="190500" y="31750"/>
                </a:lnTo>
                <a:close/>
              </a:path>
              <a:path w="541020" h="76200">
                <a:moveTo>
                  <a:pt x="241300" y="31750"/>
                </a:moveTo>
                <a:lnTo>
                  <a:pt x="203200" y="31750"/>
                </a:lnTo>
                <a:lnTo>
                  <a:pt x="203200" y="44450"/>
                </a:lnTo>
                <a:lnTo>
                  <a:pt x="241300" y="44450"/>
                </a:lnTo>
                <a:lnTo>
                  <a:pt x="241300" y="31750"/>
                </a:lnTo>
                <a:close/>
              </a:path>
              <a:path w="541020" h="76200">
                <a:moveTo>
                  <a:pt x="292100" y="31750"/>
                </a:moveTo>
                <a:lnTo>
                  <a:pt x="254000" y="31750"/>
                </a:lnTo>
                <a:lnTo>
                  <a:pt x="254000" y="44450"/>
                </a:lnTo>
                <a:lnTo>
                  <a:pt x="292100" y="44450"/>
                </a:lnTo>
                <a:lnTo>
                  <a:pt x="292100" y="31750"/>
                </a:lnTo>
                <a:close/>
              </a:path>
              <a:path w="541020" h="76200">
                <a:moveTo>
                  <a:pt x="342900" y="31750"/>
                </a:moveTo>
                <a:lnTo>
                  <a:pt x="304800" y="31750"/>
                </a:lnTo>
                <a:lnTo>
                  <a:pt x="304800" y="44450"/>
                </a:lnTo>
                <a:lnTo>
                  <a:pt x="342900" y="44450"/>
                </a:lnTo>
                <a:lnTo>
                  <a:pt x="342900" y="31750"/>
                </a:lnTo>
                <a:close/>
              </a:path>
              <a:path w="541020" h="76200">
                <a:moveTo>
                  <a:pt x="393700" y="31750"/>
                </a:moveTo>
                <a:lnTo>
                  <a:pt x="355600" y="31750"/>
                </a:lnTo>
                <a:lnTo>
                  <a:pt x="355600" y="44450"/>
                </a:lnTo>
                <a:lnTo>
                  <a:pt x="393700" y="44450"/>
                </a:lnTo>
                <a:lnTo>
                  <a:pt x="393700" y="31750"/>
                </a:lnTo>
                <a:close/>
              </a:path>
              <a:path w="541020" h="76200">
                <a:moveTo>
                  <a:pt x="444500" y="31750"/>
                </a:moveTo>
                <a:lnTo>
                  <a:pt x="406400" y="31750"/>
                </a:lnTo>
                <a:lnTo>
                  <a:pt x="406400" y="44450"/>
                </a:lnTo>
                <a:lnTo>
                  <a:pt x="444500" y="44450"/>
                </a:lnTo>
                <a:lnTo>
                  <a:pt x="444500" y="31750"/>
                </a:lnTo>
                <a:close/>
              </a:path>
              <a:path w="541020" h="76200">
                <a:moveTo>
                  <a:pt x="464693" y="0"/>
                </a:moveTo>
                <a:lnTo>
                  <a:pt x="464693" y="76200"/>
                </a:lnTo>
                <a:lnTo>
                  <a:pt x="528193" y="44450"/>
                </a:lnTo>
                <a:lnTo>
                  <a:pt x="477393" y="44450"/>
                </a:lnTo>
                <a:lnTo>
                  <a:pt x="477393" y="31750"/>
                </a:lnTo>
                <a:lnTo>
                  <a:pt x="528193" y="31750"/>
                </a:lnTo>
                <a:lnTo>
                  <a:pt x="464693" y="0"/>
                </a:lnTo>
                <a:close/>
              </a:path>
              <a:path w="541020" h="76200">
                <a:moveTo>
                  <a:pt x="464693" y="31750"/>
                </a:moveTo>
                <a:lnTo>
                  <a:pt x="457200" y="31750"/>
                </a:lnTo>
                <a:lnTo>
                  <a:pt x="457200" y="44450"/>
                </a:lnTo>
                <a:lnTo>
                  <a:pt x="464693" y="44450"/>
                </a:lnTo>
                <a:lnTo>
                  <a:pt x="464693" y="31750"/>
                </a:lnTo>
                <a:close/>
              </a:path>
              <a:path w="541020" h="76200">
                <a:moveTo>
                  <a:pt x="528193" y="31750"/>
                </a:moveTo>
                <a:lnTo>
                  <a:pt x="477393" y="31750"/>
                </a:lnTo>
                <a:lnTo>
                  <a:pt x="477393" y="44450"/>
                </a:lnTo>
                <a:lnTo>
                  <a:pt x="528193" y="44450"/>
                </a:lnTo>
                <a:lnTo>
                  <a:pt x="540893" y="38100"/>
                </a:lnTo>
                <a:lnTo>
                  <a:pt x="528193" y="31750"/>
                </a:lnTo>
                <a:close/>
              </a:path>
            </a:pathLst>
          </a:custGeom>
          <a:solidFill>
            <a:srgbClr val="5F5F5F"/>
          </a:solidFill>
        </p:spPr>
        <p:txBody>
          <a:bodyPr wrap="square" lIns="0" tIns="0" rIns="0" bIns="0" rtlCol="0"/>
          <a:lstStyle/>
          <a:p>
            <a:endParaRPr/>
          </a:p>
        </p:txBody>
      </p:sp>
      <p:sp>
        <p:nvSpPr>
          <p:cNvPr id="63" name="object 63"/>
          <p:cNvSpPr txBox="1"/>
          <p:nvPr/>
        </p:nvSpPr>
        <p:spPr>
          <a:xfrm>
            <a:off x="630123" y="4381906"/>
            <a:ext cx="75628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5F5F5F"/>
                </a:solidFill>
                <a:latin typeface="Calibri"/>
                <a:cs typeface="Calibri"/>
              </a:rPr>
              <a:t>D</a:t>
            </a:r>
            <a:r>
              <a:rPr sz="1200" b="1" spc="-20" dirty="0">
                <a:solidFill>
                  <a:srgbClr val="5F5F5F"/>
                </a:solidFill>
                <a:latin typeface="Calibri"/>
                <a:cs typeface="Calibri"/>
              </a:rPr>
              <a:t>a</a:t>
            </a:r>
            <a:r>
              <a:rPr sz="1200" b="1" spc="-10" dirty="0">
                <a:solidFill>
                  <a:srgbClr val="5F5F5F"/>
                </a:solidFill>
                <a:latin typeface="Calibri"/>
                <a:cs typeface="Calibri"/>
              </a:rPr>
              <a:t>t</a:t>
            </a:r>
            <a:r>
              <a:rPr sz="1200" b="1" spc="-5" dirty="0">
                <a:solidFill>
                  <a:srgbClr val="5F5F5F"/>
                </a:solidFill>
                <a:latin typeface="Calibri"/>
                <a:cs typeface="Calibri"/>
              </a:rPr>
              <a:t>a</a:t>
            </a:r>
            <a:r>
              <a:rPr sz="1200" b="1" dirty="0">
                <a:solidFill>
                  <a:srgbClr val="5F5F5F"/>
                </a:solidFill>
                <a:latin typeface="Calibri"/>
                <a:cs typeface="Calibri"/>
              </a:rPr>
              <a:t>no</a:t>
            </a:r>
            <a:r>
              <a:rPr sz="1200" b="1" spc="5" dirty="0">
                <a:solidFill>
                  <a:srgbClr val="5F5F5F"/>
                </a:solidFill>
                <a:latin typeface="Calibri"/>
                <a:cs typeface="Calibri"/>
              </a:rPr>
              <a:t>d</a:t>
            </a:r>
            <a:r>
              <a:rPr sz="1200" b="1" dirty="0">
                <a:solidFill>
                  <a:srgbClr val="5F5F5F"/>
                </a:solidFill>
                <a:latin typeface="Calibri"/>
                <a:cs typeface="Calibri"/>
              </a:rPr>
              <a:t>e</a:t>
            </a:r>
            <a:r>
              <a:rPr sz="1200" b="1" spc="-5" dirty="0">
                <a:solidFill>
                  <a:srgbClr val="5F5F5F"/>
                </a:solidFill>
                <a:latin typeface="Calibri"/>
                <a:cs typeface="Calibri"/>
              </a:rPr>
              <a:t> </a:t>
            </a:r>
            <a:r>
              <a:rPr sz="1200" b="1" dirty="0">
                <a:solidFill>
                  <a:srgbClr val="5F5F5F"/>
                </a:solidFill>
                <a:latin typeface="Calibri"/>
                <a:cs typeface="Calibri"/>
              </a:rPr>
              <a:t>1</a:t>
            </a:r>
            <a:endParaRPr sz="1200">
              <a:latin typeface="Calibri"/>
              <a:cs typeface="Calibri"/>
            </a:endParaRPr>
          </a:p>
        </p:txBody>
      </p:sp>
      <p:sp>
        <p:nvSpPr>
          <p:cNvPr id="67" name="object 67"/>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64" name="object 64"/>
          <p:cNvSpPr txBox="1"/>
          <p:nvPr/>
        </p:nvSpPr>
        <p:spPr>
          <a:xfrm>
            <a:off x="5432805" y="4358741"/>
            <a:ext cx="75628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5F5F5F"/>
                </a:solidFill>
                <a:latin typeface="Calibri"/>
                <a:cs typeface="Calibri"/>
              </a:rPr>
              <a:t>D</a:t>
            </a:r>
            <a:r>
              <a:rPr sz="1200" b="1" spc="-20" dirty="0">
                <a:solidFill>
                  <a:srgbClr val="5F5F5F"/>
                </a:solidFill>
                <a:latin typeface="Calibri"/>
                <a:cs typeface="Calibri"/>
              </a:rPr>
              <a:t>a</a:t>
            </a:r>
            <a:r>
              <a:rPr sz="1200" b="1" spc="-10" dirty="0">
                <a:solidFill>
                  <a:srgbClr val="5F5F5F"/>
                </a:solidFill>
                <a:latin typeface="Calibri"/>
                <a:cs typeface="Calibri"/>
              </a:rPr>
              <a:t>t</a:t>
            </a:r>
            <a:r>
              <a:rPr sz="1200" b="1" spc="-5" dirty="0">
                <a:solidFill>
                  <a:srgbClr val="5F5F5F"/>
                </a:solidFill>
                <a:latin typeface="Calibri"/>
                <a:cs typeface="Calibri"/>
              </a:rPr>
              <a:t>a</a:t>
            </a:r>
            <a:r>
              <a:rPr sz="1200" b="1" dirty="0">
                <a:solidFill>
                  <a:srgbClr val="5F5F5F"/>
                </a:solidFill>
                <a:latin typeface="Calibri"/>
                <a:cs typeface="Calibri"/>
              </a:rPr>
              <a:t>no</a:t>
            </a:r>
            <a:r>
              <a:rPr sz="1200" b="1" spc="5" dirty="0">
                <a:solidFill>
                  <a:srgbClr val="5F5F5F"/>
                </a:solidFill>
                <a:latin typeface="Calibri"/>
                <a:cs typeface="Calibri"/>
              </a:rPr>
              <a:t>d</a:t>
            </a:r>
            <a:r>
              <a:rPr sz="1200" b="1" dirty="0">
                <a:solidFill>
                  <a:srgbClr val="5F5F5F"/>
                </a:solidFill>
                <a:latin typeface="Calibri"/>
                <a:cs typeface="Calibri"/>
              </a:rPr>
              <a:t>e</a:t>
            </a:r>
            <a:r>
              <a:rPr sz="1200" b="1" spc="-5" dirty="0">
                <a:solidFill>
                  <a:srgbClr val="5F5F5F"/>
                </a:solidFill>
                <a:latin typeface="Calibri"/>
                <a:cs typeface="Calibri"/>
              </a:rPr>
              <a:t> </a:t>
            </a:r>
            <a:r>
              <a:rPr sz="1200" b="1" dirty="0">
                <a:solidFill>
                  <a:srgbClr val="5F5F5F"/>
                </a:solidFill>
                <a:latin typeface="Calibri"/>
                <a:cs typeface="Calibri"/>
              </a:rPr>
              <a:t>2</a:t>
            </a:r>
            <a:endParaRPr sz="1200">
              <a:latin typeface="Calibri"/>
              <a:cs typeface="Calibri"/>
            </a:endParaRPr>
          </a:p>
        </p:txBody>
      </p:sp>
      <p:sp>
        <p:nvSpPr>
          <p:cNvPr id="65" name="object 65"/>
          <p:cNvSpPr txBox="1"/>
          <p:nvPr/>
        </p:nvSpPr>
        <p:spPr>
          <a:xfrm>
            <a:off x="1813941" y="1033653"/>
            <a:ext cx="814705" cy="232410"/>
          </a:xfrm>
          <a:prstGeom prst="rect">
            <a:avLst/>
          </a:prstGeom>
        </p:spPr>
        <p:txBody>
          <a:bodyPr vert="horz" wrap="square" lIns="0" tIns="13335" rIns="0" bIns="0" rtlCol="0">
            <a:spAutoFit/>
          </a:bodyPr>
          <a:lstStyle/>
          <a:p>
            <a:pPr marL="12700">
              <a:lnSpc>
                <a:spcPct val="100000"/>
              </a:lnSpc>
              <a:spcBef>
                <a:spcPts val="105"/>
              </a:spcBef>
            </a:pPr>
            <a:r>
              <a:rPr sz="1350" b="1" spc="-5" dirty="0">
                <a:solidFill>
                  <a:srgbClr val="5F5F5F"/>
                </a:solidFill>
                <a:latin typeface="Calibri"/>
                <a:cs typeface="Calibri"/>
              </a:rPr>
              <a:t>N</a:t>
            </a:r>
            <a:r>
              <a:rPr sz="1350" b="1" dirty="0">
                <a:solidFill>
                  <a:srgbClr val="5F5F5F"/>
                </a:solidFill>
                <a:latin typeface="Calibri"/>
                <a:cs typeface="Calibri"/>
              </a:rPr>
              <a:t>amen</a:t>
            </a:r>
            <a:r>
              <a:rPr sz="1350" b="1" spc="5" dirty="0">
                <a:solidFill>
                  <a:srgbClr val="5F5F5F"/>
                </a:solidFill>
                <a:latin typeface="Calibri"/>
                <a:cs typeface="Calibri"/>
              </a:rPr>
              <a:t>o</a:t>
            </a:r>
            <a:r>
              <a:rPr sz="1350" b="1" spc="-10" dirty="0">
                <a:solidFill>
                  <a:srgbClr val="5F5F5F"/>
                </a:solidFill>
                <a:latin typeface="Calibri"/>
                <a:cs typeface="Calibri"/>
              </a:rPr>
              <a:t>d</a:t>
            </a:r>
            <a:r>
              <a:rPr sz="1350" b="1" dirty="0">
                <a:solidFill>
                  <a:srgbClr val="5F5F5F"/>
                </a:solidFill>
                <a:latin typeface="Calibri"/>
                <a:cs typeface="Calibri"/>
              </a:rPr>
              <a:t>e</a:t>
            </a:r>
            <a:endParaRPr sz="1350">
              <a:latin typeface="Calibri"/>
              <a:cs typeface="Calibri"/>
            </a:endParaRPr>
          </a:p>
        </p:txBody>
      </p:sp>
      <p:sp>
        <p:nvSpPr>
          <p:cNvPr id="66" name="object 66"/>
          <p:cNvSpPr txBox="1">
            <a:spLocks noGrp="1"/>
          </p:cNvSpPr>
          <p:nvPr>
            <p:ph type="title"/>
          </p:nvPr>
        </p:nvSpPr>
        <p:spPr>
          <a:xfrm>
            <a:off x="471017" y="324053"/>
            <a:ext cx="5476875"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Hadoop</a:t>
            </a:r>
            <a:r>
              <a:rPr spc="-10" dirty="0">
                <a:solidFill>
                  <a:srgbClr val="095A82"/>
                </a:solidFill>
              </a:rPr>
              <a:t> </a:t>
            </a:r>
            <a:r>
              <a:rPr spc="-5" dirty="0">
                <a:solidFill>
                  <a:srgbClr val="095A82"/>
                </a:solidFill>
              </a:rPr>
              <a:t>2.x</a:t>
            </a:r>
            <a:r>
              <a:rPr spc="5" dirty="0">
                <a:solidFill>
                  <a:srgbClr val="095A82"/>
                </a:solidFill>
              </a:rPr>
              <a:t> </a:t>
            </a:r>
            <a:r>
              <a:rPr spc="-5" dirty="0">
                <a:solidFill>
                  <a:srgbClr val="095A82"/>
                </a:solidFill>
              </a:rPr>
              <a:t>MapReduce</a:t>
            </a:r>
            <a:r>
              <a:rPr spc="25" dirty="0">
                <a:solidFill>
                  <a:srgbClr val="095A82"/>
                </a:solidFill>
              </a:rPr>
              <a:t> </a:t>
            </a:r>
            <a:r>
              <a:rPr spc="-5" dirty="0">
                <a:solidFill>
                  <a:srgbClr val="095A82"/>
                </a:solidFill>
              </a:rPr>
              <a:t>Architecture</a:t>
            </a:r>
          </a:p>
        </p:txBody>
      </p:sp>
      <p:sp>
        <p:nvSpPr>
          <p:cNvPr id="68" name="object 3">
            <a:extLst>
              <a:ext uri="{FF2B5EF4-FFF2-40B4-BE49-F238E27FC236}">
                <a16:creationId xmlns:a16="http://schemas.microsoft.com/office/drawing/2014/main" id="{F39D0CB5-B0E8-D345-4B79-DA08007D5AE5}"/>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9" name="Rectangle 68">
            <a:extLst>
              <a:ext uri="{FF2B5EF4-FFF2-40B4-BE49-F238E27FC236}">
                <a16:creationId xmlns:a16="http://schemas.microsoft.com/office/drawing/2014/main" id="{588EE87E-6805-B042-FF06-88B42CB6CFC8}"/>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4407594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13" name="object 13"/>
          <p:cNvSpPr txBox="1">
            <a:spLocks noGrp="1"/>
          </p:cNvSpPr>
          <p:nvPr>
            <p:ph type="title"/>
          </p:nvPr>
        </p:nvSpPr>
        <p:spPr>
          <a:xfrm>
            <a:off x="471017" y="324053"/>
            <a:ext cx="5510530" cy="452120"/>
          </a:xfrm>
          <a:prstGeom prst="rect">
            <a:avLst/>
          </a:prstGeom>
        </p:spPr>
        <p:txBody>
          <a:bodyPr vert="horz" wrap="square" lIns="0" tIns="12065" rIns="0" bIns="0" rtlCol="0">
            <a:spAutoFit/>
          </a:bodyPr>
          <a:lstStyle/>
          <a:p>
            <a:pPr marL="12700">
              <a:lnSpc>
                <a:spcPct val="100000"/>
              </a:lnSpc>
              <a:spcBef>
                <a:spcPts val="95"/>
              </a:spcBef>
            </a:pPr>
            <a:r>
              <a:rPr lang="en-US" spc="-5" dirty="0">
                <a:solidFill>
                  <a:srgbClr val="095A82"/>
                </a:solidFill>
              </a:rPr>
              <a:t>Resource Requests</a:t>
            </a:r>
            <a:endParaRPr spc="-10" dirty="0">
              <a:solidFill>
                <a:srgbClr val="095A82"/>
              </a:solidFill>
            </a:endParaRPr>
          </a:p>
        </p:txBody>
      </p:sp>
      <p:sp>
        <p:nvSpPr>
          <p:cNvPr id="15" name="object 3">
            <a:extLst>
              <a:ext uri="{FF2B5EF4-FFF2-40B4-BE49-F238E27FC236}">
                <a16:creationId xmlns:a16="http://schemas.microsoft.com/office/drawing/2014/main" id="{88FE3E31-0D88-FB01-B09A-469A488FF05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6" name="Rectangle 15">
            <a:extLst>
              <a:ext uri="{FF2B5EF4-FFF2-40B4-BE49-F238E27FC236}">
                <a16:creationId xmlns:a16="http://schemas.microsoft.com/office/drawing/2014/main" id="{35E35D31-C6BC-111F-530C-B3DA9C7D0C3E}"/>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18" name="TextBox 17">
            <a:extLst>
              <a:ext uri="{FF2B5EF4-FFF2-40B4-BE49-F238E27FC236}">
                <a16:creationId xmlns:a16="http://schemas.microsoft.com/office/drawing/2014/main" id="{68DA082A-8691-29A1-06DD-C6F5DD514758}"/>
              </a:ext>
            </a:extLst>
          </p:cNvPr>
          <p:cNvSpPr txBox="1"/>
          <p:nvPr/>
        </p:nvSpPr>
        <p:spPr>
          <a:xfrm>
            <a:off x="270997" y="971550"/>
            <a:ext cx="8595750" cy="3477875"/>
          </a:xfrm>
          <a:prstGeom prst="rect">
            <a:avLst/>
          </a:prstGeom>
          <a:noFill/>
        </p:spPr>
        <p:txBody>
          <a:bodyPr wrap="square">
            <a:spAutoFit/>
          </a:bodyPr>
          <a:lstStyle/>
          <a:p>
            <a:pPr marL="342900" indent="-342900" algn="l">
              <a:buFont typeface="Arial" panose="020B0604020202020204" pitchFamily="34" charset="0"/>
              <a:buChar char="•"/>
            </a:pPr>
            <a:r>
              <a:rPr lang="en-US" sz="2200" b="0" i="0" u="none" strike="noStrike" baseline="0" dirty="0">
                <a:latin typeface="MinionPro-Regular"/>
              </a:rPr>
              <a:t>YARN has a flexible model for making resource requests. </a:t>
            </a:r>
          </a:p>
          <a:p>
            <a:pPr marL="342900" indent="-342900" algn="l">
              <a:buFont typeface="Arial" panose="020B0604020202020204" pitchFamily="34" charset="0"/>
              <a:buChar char="•"/>
            </a:pPr>
            <a:r>
              <a:rPr lang="en-US" sz="2200" b="0" i="0" u="none" strike="noStrike" baseline="0" dirty="0">
                <a:latin typeface="MinionPro-Regular"/>
              </a:rPr>
              <a:t>A request for a set of containers can express the amount of computer resources required for each container (memory and CPU), as well as locality constraints for the containers in that request.</a:t>
            </a:r>
          </a:p>
          <a:p>
            <a:pPr marL="342900" indent="-342900" algn="l">
              <a:buFont typeface="Arial" panose="020B0604020202020204" pitchFamily="34" charset="0"/>
              <a:buChar char="•"/>
            </a:pPr>
            <a:r>
              <a:rPr lang="en-US" sz="2200" b="0" i="0" u="none" strike="noStrike" baseline="0" dirty="0">
                <a:latin typeface="MinionPro-Regular"/>
              </a:rPr>
              <a:t>Locality is critical in ensuring that distributed data processing algorithms use the cluster bandwidth efficiently,</a:t>
            </a:r>
            <a:r>
              <a:rPr lang="en-US" sz="2200" dirty="0">
                <a:latin typeface="MinionPro-Regular"/>
              </a:rPr>
              <a:t> </a:t>
            </a:r>
            <a:r>
              <a:rPr lang="en-US" sz="2200" b="0" i="0" u="none" strike="noStrike" baseline="0" dirty="0">
                <a:latin typeface="MinionPro-Regular"/>
              </a:rPr>
              <a:t>so YARN allows an application to specify locality constraints for the containers it is requesting. </a:t>
            </a:r>
          </a:p>
          <a:p>
            <a:pPr marL="342900" indent="-342900" algn="l">
              <a:buFont typeface="Arial" panose="020B0604020202020204" pitchFamily="34" charset="0"/>
              <a:buChar char="•"/>
            </a:pPr>
            <a:r>
              <a:rPr lang="en-US" sz="2200" b="0" i="0" u="none" strike="noStrike" baseline="0" dirty="0">
                <a:latin typeface="MinionPro-Regular"/>
              </a:rPr>
              <a:t>Locality constraints can be used to request a container on a specific node or rack, or anywhere on the cluster (off-rack).</a:t>
            </a:r>
          </a:p>
        </p:txBody>
      </p:sp>
    </p:spTree>
    <p:extLst>
      <p:ext uri="{BB962C8B-B14F-4D97-AF65-F5344CB8AC3E}">
        <p14:creationId xmlns:p14="http://schemas.microsoft.com/office/powerpoint/2010/main" val="34365998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13" name="object 13"/>
          <p:cNvSpPr txBox="1">
            <a:spLocks noGrp="1"/>
          </p:cNvSpPr>
          <p:nvPr>
            <p:ph type="title"/>
          </p:nvPr>
        </p:nvSpPr>
        <p:spPr>
          <a:xfrm>
            <a:off x="471017" y="324053"/>
            <a:ext cx="5510530" cy="452120"/>
          </a:xfrm>
          <a:prstGeom prst="rect">
            <a:avLst/>
          </a:prstGeom>
        </p:spPr>
        <p:txBody>
          <a:bodyPr vert="horz" wrap="square" lIns="0" tIns="12065" rIns="0" bIns="0" rtlCol="0">
            <a:spAutoFit/>
          </a:bodyPr>
          <a:lstStyle/>
          <a:p>
            <a:pPr marL="12700">
              <a:lnSpc>
                <a:spcPct val="100000"/>
              </a:lnSpc>
              <a:spcBef>
                <a:spcPts val="95"/>
              </a:spcBef>
            </a:pPr>
            <a:r>
              <a:rPr lang="en-US" spc="-5" dirty="0">
                <a:solidFill>
                  <a:srgbClr val="095A82"/>
                </a:solidFill>
              </a:rPr>
              <a:t>Resource Requests</a:t>
            </a:r>
            <a:endParaRPr spc="-10" dirty="0">
              <a:solidFill>
                <a:srgbClr val="095A82"/>
              </a:solidFill>
            </a:endParaRPr>
          </a:p>
        </p:txBody>
      </p:sp>
      <p:sp>
        <p:nvSpPr>
          <p:cNvPr id="15" name="object 3">
            <a:extLst>
              <a:ext uri="{FF2B5EF4-FFF2-40B4-BE49-F238E27FC236}">
                <a16:creationId xmlns:a16="http://schemas.microsoft.com/office/drawing/2014/main" id="{88FE3E31-0D88-FB01-B09A-469A488FF05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6" name="Rectangle 15">
            <a:extLst>
              <a:ext uri="{FF2B5EF4-FFF2-40B4-BE49-F238E27FC236}">
                <a16:creationId xmlns:a16="http://schemas.microsoft.com/office/drawing/2014/main" id="{35E35D31-C6BC-111F-530C-B3DA9C7D0C3E}"/>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18" name="TextBox 17">
            <a:extLst>
              <a:ext uri="{FF2B5EF4-FFF2-40B4-BE49-F238E27FC236}">
                <a16:creationId xmlns:a16="http://schemas.microsoft.com/office/drawing/2014/main" id="{68DA082A-8691-29A1-06DD-C6F5DD514758}"/>
              </a:ext>
            </a:extLst>
          </p:cNvPr>
          <p:cNvSpPr txBox="1"/>
          <p:nvPr/>
        </p:nvSpPr>
        <p:spPr>
          <a:xfrm>
            <a:off x="270997" y="971550"/>
            <a:ext cx="8595750" cy="2308324"/>
          </a:xfrm>
          <a:prstGeom prst="rect">
            <a:avLst/>
          </a:prstGeom>
          <a:noFill/>
        </p:spPr>
        <p:txBody>
          <a:bodyPr wrap="square">
            <a:spAutoFit/>
          </a:bodyPr>
          <a:lstStyle/>
          <a:p>
            <a:pPr algn="l"/>
            <a:r>
              <a:rPr lang="en-US" sz="2400" b="0" i="0" u="none" strike="noStrike" baseline="0" dirty="0">
                <a:latin typeface="MinionPro-Regular"/>
              </a:rPr>
              <a:t>Sometimes the locality constraint cannot be met, in which case either no allocation is made or, optionally, the constraint can be loosened. For example, if a specific node was requested but it is not possible to start a container on it (because other containers are</a:t>
            </a:r>
          </a:p>
          <a:p>
            <a:pPr algn="l"/>
            <a:r>
              <a:rPr lang="en-US" sz="2400" b="0" i="0" u="none" strike="noStrike" baseline="0" dirty="0">
                <a:latin typeface="MinionPro-Regular"/>
              </a:rPr>
              <a:t>running on it), then YARN will try to start a container on a node in the same rack, or, if that’s not possible, on any node in the cluster.</a:t>
            </a:r>
            <a:endParaRPr lang="en-IN" sz="2400" dirty="0"/>
          </a:p>
        </p:txBody>
      </p:sp>
    </p:spTree>
    <p:extLst>
      <p:ext uri="{BB962C8B-B14F-4D97-AF65-F5344CB8AC3E}">
        <p14:creationId xmlns:p14="http://schemas.microsoft.com/office/powerpoint/2010/main" val="28307340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13" name="object 13"/>
          <p:cNvSpPr txBox="1">
            <a:spLocks noGrp="1"/>
          </p:cNvSpPr>
          <p:nvPr>
            <p:ph type="title"/>
          </p:nvPr>
        </p:nvSpPr>
        <p:spPr>
          <a:xfrm>
            <a:off x="471017" y="324053"/>
            <a:ext cx="5510530" cy="452120"/>
          </a:xfrm>
          <a:prstGeom prst="rect">
            <a:avLst/>
          </a:prstGeom>
        </p:spPr>
        <p:txBody>
          <a:bodyPr vert="horz" wrap="square" lIns="0" tIns="12065" rIns="0" bIns="0" rtlCol="0">
            <a:spAutoFit/>
          </a:bodyPr>
          <a:lstStyle/>
          <a:p>
            <a:pPr marL="12700">
              <a:lnSpc>
                <a:spcPct val="100000"/>
              </a:lnSpc>
              <a:spcBef>
                <a:spcPts val="95"/>
              </a:spcBef>
            </a:pPr>
            <a:r>
              <a:rPr lang="en-US" spc="-5" dirty="0">
                <a:solidFill>
                  <a:srgbClr val="095A82"/>
                </a:solidFill>
              </a:rPr>
              <a:t>Resource Requests</a:t>
            </a:r>
            <a:endParaRPr spc="-10" dirty="0">
              <a:solidFill>
                <a:srgbClr val="095A82"/>
              </a:solidFill>
            </a:endParaRPr>
          </a:p>
        </p:txBody>
      </p:sp>
      <p:sp>
        <p:nvSpPr>
          <p:cNvPr id="15" name="object 3">
            <a:extLst>
              <a:ext uri="{FF2B5EF4-FFF2-40B4-BE49-F238E27FC236}">
                <a16:creationId xmlns:a16="http://schemas.microsoft.com/office/drawing/2014/main" id="{88FE3E31-0D88-FB01-B09A-469A488FF05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6" name="Rectangle 15">
            <a:extLst>
              <a:ext uri="{FF2B5EF4-FFF2-40B4-BE49-F238E27FC236}">
                <a16:creationId xmlns:a16="http://schemas.microsoft.com/office/drawing/2014/main" id="{35E35D31-C6BC-111F-530C-B3DA9C7D0C3E}"/>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18" name="TextBox 17">
            <a:extLst>
              <a:ext uri="{FF2B5EF4-FFF2-40B4-BE49-F238E27FC236}">
                <a16:creationId xmlns:a16="http://schemas.microsoft.com/office/drawing/2014/main" id="{68DA082A-8691-29A1-06DD-C6F5DD514758}"/>
              </a:ext>
            </a:extLst>
          </p:cNvPr>
          <p:cNvSpPr txBox="1"/>
          <p:nvPr/>
        </p:nvSpPr>
        <p:spPr>
          <a:xfrm>
            <a:off x="589789" y="971550"/>
            <a:ext cx="8276958" cy="3477875"/>
          </a:xfrm>
          <a:prstGeom prst="rect">
            <a:avLst/>
          </a:prstGeom>
          <a:noFill/>
        </p:spPr>
        <p:txBody>
          <a:bodyPr wrap="square">
            <a:spAutoFit/>
          </a:bodyPr>
          <a:lstStyle/>
          <a:p>
            <a:pPr marL="285750" indent="-285750" algn="l">
              <a:buFont typeface="Arial" panose="020B0604020202020204" pitchFamily="34" charset="0"/>
              <a:buChar char="•"/>
            </a:pPr>
            <a:r>
              <a:rPr lang="en-US" sz="2200" b="0" i="0" u="none" strike="noStrike" baseline="0" dirty="0">
                <a:latin typeface="MinionPro-Regular"/>
              </a:rPr>
              <a:t>A YARN application can make resource requests at any time while it is running.</a:t>
            </a:r>
          </a:p>
          <a:p>
            <a:pPr marL="285750" indent="-285750" algn="l">
              <a:buFont typeface="Arial" panose="020B0604020202020204" pitchFamily="34" charset="0"/>
              <a:buChar char="•"/>
            </a:pPr>
            <a:r>
              <a:rPr lang="en-US" sz="2200" b="0" i="0" u="none" strike="noStrike" baseline="0" dirty="0">
                <a:latin typeface="MinionPro-Regular"/>
              </a:rPr>
              <a:t>For example, an application can make all of its requests up front, or it can take a more dynamic approach whereby it requests more resources dynamically to meet the changing </a:t>
            </a:r>
            <a:r>
              <a:rPr lang="en-IN" sz="2200" b="0" i="0" u="none" strike="noStrike" baseline="0" dirty="0">
                <a:latin typeface="MinionPro-Regular"/>
              </a:rPr>
              <a:t>needs of the application.</a:t>
            </a:r>
          </a:p>
          <a:p>
            <a:pPr marL="285750" indent="-285750" algn="l">
              <a:buFont typeface="Arial" panose="020B0604020202020204" pitchFamily="34" charset="0"/>
              <a:buChar char="•"/>
            </a:pPr>
            <a:r>
              <a:rPr lang="en-US" sz="2200" b="0" i="0" u="none" strike="noStrike" baseline="0" dirty="0">
                <a:solidFill>
                  <a:srgbClr val="000000"/>
                </a:solidFill>
                <a:latin typeface="MinionPro-Regular"/>
              </a:rPr>
              <a:t>MapReduce, has two phases: the map task containers are requested up front, but the reduce task containers are not started until later. </a:t>
            </a:r>
          </a:p>
          <a:p>
            <a:pPr marL="285750" indent="-285750" algn="l">
              <a:buFont typeface="Arial" panose="020B0604020202020204" pitchFamily="34" charset="0"/>
              <a:buChar char="•"/>
            </a:pPr>
            <a:r>
              <a:rPr lang="en-US" sz="2200" b="0" i="0" u="none" strike="noStrike" baseline="0" dirty="0">
                <a:solidFill>
                  <a:srgbClr val="000000"/>
                </a:solidFill>
                <a:latin typeface="MinionPro-Regular"/>
              </a:rPr>
              <a:t>Also, if any tasks fail, additional containers will be requested so the failed </a:t>
            </a:r>
            <a:r>
              <a:rPr lang="en-IN" sz="2200" b="0" i="0" u="none" strike="noStrike" baseline="0" dirty="0">
                <a:solidFill>
                  <a:srgbClr val="000000"/>
                </a:solidFill>
                <a:latin typeface="MinionPro-Regular"/>
              </a:rPr>
              <a:t>tasks can be rerun.</a:t>
            </a:r>
            <a:endParaRPr lang="en-IN" sz="2200" dirty="0"/>
          </a:p>
        </p:txBody>
      </p:sp>
    </p:spTree>
    <p:extLst>
      <p:ext uri="{BB962C8B-B14F-4D97-AF65-F5344CB8AC3E}">
        <p14:creationId xmlns:p14="http://schemas.microsoft.com/office/powerpoint/2010/main" val="4063155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13" name="object 13"/>
          <p:cNvSpPr txBox="1">
            <a:spLocks noGrp="1"/>
          </p:cNvSpPr>
          <p:nvPr>
            <p:ph type="title"/>
          </p:nvPr>
        </p:nvSpPr>
        <p:spPr>
          <a:xfrm>
            <a:off x="471017" y="324053"/>
            <a:ext cx="5510530" cy="443070"/>
          </a:xfrm>
          <a:prstGeom prst="rect">
            <a:avLst/>
          </a:prstGeom>
        </p:spPr>
        <p:txBody>
          <a:bodyPr vert="horz" wrap="square" lIns="0" tIns="12065" rIns="0" bIns="0" rtlCol="0">
            <a:spAutoFit/>
          </a:bodyPr>
          <a:lstStyle/>
          <a:p>
            <a:pPr marL="12700">
              <a:lnSpc>
                <a:spcPct val="100000"/>
              </a:lnSpc>
              <a:spcBef>
                <a:spcPts val="95"/>
              </a:spcBef>
            </a:pPr>
            <a:r>
              <a:rPr lang="en-US" spc="-5" dirty="0">
                <a:solidFill>
                  <a:srgbClr val="095A82"/>
                </a:solidFill>
              </a:rPr>
              <a:t>Application </a:t>
            </a:r>
            <a:r>
              <a:rPr lang="en-US" spc="-5" dirty="0" err="1">
                <a:solidFill>
                  <a:srgbClr val="095A82"/>
                </a:solidFill>
              </a:rPr>
              <a:t>LifeSpan</a:t>
            </a:r>
            <a:endParaRPr lang="en-US" spc="-10" dirty="0">
              <a:solidFill>
                <a:srgbClr val="095A82"/>
              </a:solidFill>
            </a:endParaRPr>
          </a:p>
        </p:txBody>
      </p:sp>
      <p:sp>
        <p:nvSpPr>
          <p:cNvPr id="15" name="object 3">
            <a:extLst>
              <a:ext uri="{FF2B5EF4-FFF2-40B4-BE49-F238E27FC236}">
                <a16:creationId xmlns:a16="http://schemas.microsoft.com/office/drawing/2014/main" id="{88FE3E31-0D88-FB01-B09A-469A488FF05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6" name="Rectangle 15">
            <a:extLst>
              <a:ext uri="{FF2B5EF4-FFF2-40B4-BE49-F238E27FC236}">
                <a16:creationId xmlns:a16="http://schemas.microsoft.com/office/drawing/2014/main" id="{35E35D31-C6BC-111F-530C-B3DA9C7D0C3E}"/>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18" name="TextBox 17">
            <a:extLst>
              <a:ext uri="{FF2B5EF4-FFF2-40B4-BE49-F238E27FC236}">
                <a16:creationId xmlns:a16="http://schemas.microsoft.com/office/drawing/2014/main" id="{68DA082A-8691-29A1-06DD-C6F5DD514758}"/>
              </a:ext>
            </a:extLst>
          </p:cNvPr>
          <p:cNvSpPr txBox="1"/>
          <p:nvPr/>
        </p:nvSpPr>
        <p:spPr>
          <a:xfrm>
            <a:off x="589789" y="971550"/>
            <a:ext cx="8276958" cy="2800767"/>
          </a:xfrm>
          <a:prstGeom prst="rect">
            <a:avLst/>
          </a:prstGeom>
          <a:noFill/>
        </p:spPr>
        <p:txBody>
          <a:bodyPr wrap="square">
            <a:spAutoFit/>
          </a:bodyPr>
          <a:lstStyle/>
          <a:p>
            <a:pPr marL="342900" indent="-342900" algn="l">
              <a:buFont typeface="Arial" panose="020B0604020202020204" pitchFamily="34" charset="0"/>
              <a:buChar char="•"/>
            </a:pPr>
            <a:r>
              <a:rPr lang="en-US" sz="2200" b="0" i="0" u="none" strike="noStrike" baseline="0" dirty="0">
                <a:solidFill>
                  <a:srgbClr val="000000"/>
                </a:solidFill>
                <a:latin typeface="MinionPro-Regular"/>
              </a:rPr>
              <a:t>The lifespan of a YARN application can vary dramatically: from a short-lived application of a few seconds to a long-running application that runs for days or even months. </a:t>
            </a:r>
          </a:p>
          <a:p>
            <a:pPr marL="342900" indent="-342900" algn="l">
              <a:buFont typeface="Arial" panose="020B0604020202020204" pitchFamily="34" charset="0"/>
              <a:buChar char="•"/>
            </a:pPr>
            <a:r>
              <a:rPr lang="en-US" sz="2200" b="0" i="0" u="none" strike="noStrike" baseline="0" dirty="0">
                <a:solidFill>
                  <a:srgbClr val="000000"/>
                </a:solidFill>
                <a:latin typeface="MinionPro-Regular"/>
              </a:rPr>
              <a:t>Rather than look at how long the application runs for, it’s useful to categorize applications in terms of how they map to the jobs that users run. </a:t>
            </a:r>
          </a:p>
          <a:p>
            <a:pPr marL="342900" indent="-342900" algn="l">
              <a:buFont typeface="Arial" panose="020B0604020202020204" pitchFamily="34" charset="0"/>
              <a:buChar char="•"/>
            </a:pPr>
            <a:r>
              <a:rPr lang="en-US" sz="2200" b="0" i="0" u="none" strike="noStrike" baseline="0" dirty="0">
                <a:solidFill>
                  <a:srgbClr val="000000"/>
                </a:solidFill>
                <a:latin typeface="MinionPro-Regular"/>
              </a:rPr>
              <a:t>The simplest case is one application per user job, which is the approach that MapReduce takes.</a:t>
            </a:r>
          </a:p>
        </p:txBody>
      </p:sp>
    </p:spTree>
    <p:extLst>
      <p:ext uri="{BB962C8B-B14F-4D97-AF65-F5344CB8AC3E}">
        <p14:creationId xmlns:p14="http://schemas.microsoft.com/office/powerpoint/2010/main" val="37282964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13" name="object 13"/>
          <p:cNvSpPr txBox="1">
            <a:spLocks noGrp="1"/>
          </p:cNvSpPr>
          <p:nvPr>
            <p:ph type="title"/>
          </p:nvPr>
        </p:nvSpPr>
        <p:spPr>
          <a:xfrm>
            <a:off x="471017" y="324053"/>
            <a:ext cx="5510530" cy="443070"/>
          </a:xfrm>
          <a:prstGeom prst="rect">
            <a:avLst/>
          </a:prstGeom>
        </p:spPr>
        <p:txBody>
          <a:bodyPr vert="horz" wrap="square" lIns="0" tIns="12065" rIns="0" bIns="0" rtlCol="0">
            <a:spAutoFit/>
          </a:bodyPr>
          <a:lstStyle/>
          <a:p>
            <a:pPr marL="12700">
              <a:lnSpc>
                <a:spcPct val="100000"/>
              </a:lnSpc>
              <a:spcBef>
                <a:spcPts val="95"/>
              </a:spcBef>
            </a:pPr>
            <a:r>
              <a:rPr lang="en-US" spc="-5" dirty="0">
                <a:solidFill>
                  <a:srgbClr val="095A82"/>
                </a:solidFill>
              </a:rPr>
              <a:t>Application </a:t>
            </a:r>
            <a:r>
              <a:rPr lang="en-US" spc="-5" dirty="0" err="1">
                <a:solidFill>
                  <a:srgbClr val="095A82"/>
                </a:solidFill>
              </a:rPr>
              <a:t>LifeSpan</a:t>
            </a:r>
            <a:endParaRPr lang="en-US" spc="-10" dirty="0">
              <a:solidFill>
                <a:srgbClr val="095A82"/>
              </a:solidFill>
            </a:endParaRPr>
          </a:p>
        </p:txBody>
      </p:sp>
      <p:sp>
        <p:nvSpPr>
          <p:cNvPr id="15" name="object 3">
            <a:extLst>
              <a:ext uri="{FF2B5EF4-FFF2-40B4-BE49-F238E27FC236}">
                <a16:creationId xmlns:a16="http://schemas.microsoft.com/office/drawing/2014/main" id="{88FE3E31-0D88-FB01-B09A-469A488FF05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6" name="Rectangle 15">
            <a:extLst>
              <a:ext uri="{FF2B5EF4-FFF2-40B4-BE49-F238E27FC236}">
                <a16:creationId xmlns:a16="http://schemas.microsoft.com/office/drawing/2014/main" id="{35E35D31-C6BC-111F-530C-B3DA9C7D0C3E}"/>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18" name="TextBox 17">
            <a:extLst>
              <a:ext uri="{FF2B5EF4-FFF2-40B4-BE49-F238E27FC236}">
                <a16:creationId xmlns:a16="http://schemas.microsoft.com/office/drawing/2014/main" id="{68DA082A-8691-29A1-06DD-C6F5DD514758}"/>
              </a:ext>
            </a:extLst>
          </p:cNvPr>
          <p:cNvSpPr txBox="1"/>
          <p:nvPr/>
        </p:nvSpPr>
        <p:spPr>
          <a:xfrm>
            <a:off x="589789" y="971550"/>
            <a:ext cx="8276958" cy="2308324"/>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solidFill>
                  <a:srgbClr val="000000"/>
                </a:solidFill>
                <a:latin typeface="MinionPro-Regular"/>
              </a:rPr>
              <a:t>The second model is to run one application per workflow or user session of jobs. </a:t>
            </a:r>
          </a:p>
          <a:p>
            <a:pPr marL="342900" indent="-342900" algn="l">
              <a:buFont typeface="Arial" panose="020B0604020202020204" pitchFamily="34" charset="0"/>
              <a:buChar char="•"/>
            </a:pPr>
            <a:r>
              <a:rPr lang="en-US" sz="2400" b="0" i="0" u="none" strike="noStrike" baseline="0" dirty="0">
                <a:solidFill>
                  <a:srgbClr val="000000"/>
                </a:solidFill>
                <a:latin typeface="MinionPro-Regular"/>
              </a:rPr>
              <a:t>This approach can be more efficient than the first, since containers can be reused between jobs, and there is also the potential to cache intermediate data between jobs. </a:t>
            </a:r>
          </a:p>
          <a:p>
            <a:pPr marL="342900" indent="-342900" algn="l">
              <a:buFont typeface="Arial" panose="020B0604020202020204" pitchFamily="34" charset="0"/>
              <a:buChar char="•"/>
            </a:pPr>
            <a:r>
              <a:rPr lang="en-US" sz="2400" b="0" i="0" u="none" strike="noStrike" baseline="0" dirty="0">
                <a:solidFill>
                  <a:srgbClr val="000000"/>
                </a:solidFill>
                <a:latin typeface="MinionPro-Regular"/>
              </a:rPr>
              <a:t>Spark is an example that uses this model.</a:t>
            </a:r>
          </a:p>
        </p:txBody>
      </p:sp>
    </p:spTree>
    <p:extLst>
      <p:ext uri="{BB962C8B-B14F-4D97-AF65-F5344CB8AC3E}">
        <p14:creationId xmlns:p14="http://schemas.microsoft.com/office/powerpoint/2010/main" val="35200897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13" name="object 13"/>
          <p:cNvSpPr txBox="1">
            <a:spLocks noGrp="1"/>
          </p:cNvSpPr>
          <p:nvPr>
            <p:ph type="title"/>
          </p:nvPr>
        </p:nvSpPr>
        <p:spPr>
          <a:xfrm>
            <a:off x="471017" y="324053"/>
            <a:ext cx="5510530" cy="443070"/>
          </a:xfrm>
          <a:prstGeom prst="rect">
            <a:avLst/>
          </a:prstGeom>
        </p:spPr>
        <p:txBody>
          <a:bodyPr vert="horz" wrap="square" lIns="0" tIns="12065" rIns="0" bIns="0" rtlCol="0">
            <a:spAutoFit/>
          </a:bodyPr>
          <a:lstStyle/>
          <a:p>
            <a:pPr marL="12700">
              <a:lnSpc>
                <a:spcPct val="100000"/>
              </a:lnSpc>
              <a:spcBef>
                <a:spcPts val="95"/>
              </a:spcBef>
            </a:pPr>
            <a:r>
              <a:rPr lang="en-US" spc="-5" dirty="0">
                <a:solidFill>
                  <a:srgbClr val="095A82"/>
                </a:solidFill>
              </a:rPr>
              <a:t>Application </a:t>
            </a:r>
            <a:r>
              <a:rPr lang="en-US" spc="-5" dirty="0" err="1">
                <a:solidFill>
                  <a:srgbClr val="095A82"/>
                </a:solidFill>
              </a:rPr>
              <a:t>LifeSpan</a:t>
            </a:r>
            <a:endParaRPr lang="en-US" spc="-10" dirty="0">
              <a:solidFill>
                <a:srgbClr val="095A82"/>
              </a:solidFill>
            </a:endParaRPr>
          </a:p>
        </p:txBody>
      </p:sp>
      <p:sp>
        <p:nvSpPr>
          <p:cNvPr id="15" name="object 3">
            <a:extLst>
              <a:ext uri="{FF2B5EF4-FFF2-40B4-BE49-F238E27FC236}">
                <a16:creationId xmlns:a16="http://schemas.microsoft.com/office/drawing/2014/main" id="{88FE3E31-0D88-FB01-B09A-469A488FF05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6" name="Rectangle 15">
            <a:extLst>
              <a:ext uri="{FF2B5EF4-FFF2-40B4-BE49-F238E27FC236}">
                <a16:creationId xmlns:a16="http://schemas.microsoft.com/office/drawing/2014/main" id="{35E35D31-C6BC-111F-530C-B3DA9C7D0C3E}"/>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18" name="TextBox 17">
            <a:extLst>
              <a:ext uri="{FF2B5EF4-FFF2-40B4-BE49-F238E27FC236}">
                <a16:creationId xmlns:a16="http://schemas.microsoft.com/office/drawing/2014/main" id="{68DA082A-8691-29A1-06DD-C6F5DD514758}"/>
              </a:ext>
            </a:extLst>
          </p:cNvPr>
          <p:cNvSpPr txBox="1"/>
          <p:nvPr/>
        </p:nvSpPr>
        <p:spPr>
          <a:xfrm>
            <a:off x="589789" y="971550"/>
            <a:ext cx="8276958" cy="2308324"/>
          </a:xfrm>
          <a:prstGeom prst="rect">
            <a:avLst/>
          </a:prstGeom>
          <a:noFill/>
        </p:spPr>
        <p:txBody>
          <a:bodyPr wrap="square">
            <a:spAutoFit/>
          </a:bodyPr>
          <a:lstStyle/>
          <a:p>
            <a:pPr marL="285750" indent="-285750" algn="l">
              <a:buFont typeface="Arial" panose="020B0604020202020204" pitchFamily="34" charset="0"/>
              <a:buChar char="•"/>
            </a:pPr>
            <a:r>
              <a:rPr lang="en-US" sz="2400" b="0" i="0" u="none" strike="noStrike" baseline="0" dirty="0">
                <a:solidFill>
                  <a:srgbClr val="000000"/>
                </a:solidFill>
                <a:latin typeface="MinionPro-Regular"/>
              </a:rPr>
              <a:t>The third model is a long-running application that is shared by different users. </a:t>
            </a:r>
          </a:p>
          <a:p>
            <a:pPr marL="285750" indent="-285750" algn="l">
              <a:buFont typeface="Arial" panose="020B0604020202020204" pitchFamily="34" charset="0"/>
              <a:buChar char="•"/>
            </a:pPr>
            <a:r>
              <a:rPr lang="en-US" sz="2400" b="0" i="0" u="none" strike="noStrike" baseline="0" dirty="0">
                <a:solidFill>
                  <a:srgbClr val="000000"/>
                </a:solidFill>
                <a:latin typeface="MinionPro-Regular"/>
              </a:rPr>
              <a:t>Such an application often acts in some kind of coordination role. </a:t>
            </a:r>
          </a:p>
          <a:p>
            <a:pPr marL="285750" indent="-285750" algn="l">
              <a:buFont typeface="Arial" panose="020B0604020202020204" pitchFamily="34" charset="0"/>
              <a:buChar char="•"/>
            </a:pPr>
            <a:r>
              <a:rPr lang="en-US" sz="2400" b="0" i="0" u="none" strike="noStrike" baseline="0" dirty="0">
                <a:solidFill>
                  <a:srgbClr val="000000"/>
                </a:solidFill>
                <a:latin typeface="MinionPro-Regular"/>
              </a:rPr>
              <a:t>For example, </a:t>
            </a:r>
            <a:r>
              <a:rPr lang="en-US" sz="2400" b="0" i="0" u="none" strike="noStrike" baseline="0" dirty="0">
                <a:solidFill>
                  <a:srgbClr val="9A0000"/>
                </a:solidFill>
                <a:latin typeface="MinionPro-Regular"/>
              </a:rPr>
              <a:t>Apache Slider </a:t>
            </a:r>
            <a:r>
              <a:rPr lang="en-US" sz="2400" b="0" i="0" u="none" strike="noStrike" baseline="0" dirty="0">
                <a:solidFill>
                  <a:srgbClr val="000000"/>
                </a:solidFill>
                <a:latin typeface="MinionPro-Regular"/>
              </a:rPr>
              <a:t>has a long-running application master for launching other applications on the cluster.</a:t>
            </a:r>
            <a:endParaRPr lang="en-US" sz="3200" b="0" i="0" u="none" strike="noStrike" baseline="0" dirty="0">
              <a:solidFill>
                <a:srgbClr val="000000"/>
              </a:solidFill>
              <a:latin typeface="MinionPro-Regular"/>
            </a:endParaRPr>
          </a:p>
        </p:txBody>
      </p:sp>
    </p:spTree>
    <p:extLst>
      <p:ext uri="{BB962C8B-B14F-4D97-AF65-F5344CB8AC3E}">
        <p14:creationId xmlns:p14="http://schemas.microsoft.com/office/powerpoint/2010/main" val="15253167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13" name="object 13"/>
          <p:cNvSpPr txBox="1">
            <a:spLocks noGrp="1"/>
          </p:cNvSpPr>
          <p:nvPr>
            <p:ph type="title"/>
          </p:nvPr>
        </p:nvSpPr>
        <p:spPr>
          <a:xfrm>
            <a:off x="471017" y="324053"/>
            <a:ext cx="5510530" cy="443070"/>
          </a:xfrm>
          <a:prstGeom prst="rect">
            <a:avLst/>
          </a:prstGeom>
        </p:spPr>
        <p:txBody>
          <a:bodyPr vert="horz" wrap="square" lIns="0" tIns="12065" rIns="0" bIns="0" rtlCol="0">
            <a:spAutoFit/>
          </a:bodyPr>
          <a:lstStyle/>
          <a:p>
            <a:pPr marL="12700">
              <a:lnSpc>
                <a:spcPct val="100000"/>
              </a:lnSpc>
              <a:spcBef>
                <a:spcPts val="95"/>
              </a:spcBef>
            </a:pPr>
            <a:r>
              <a:rPr lang="en-US" spc="-5" dirty="0">
                <a:solidFill>
                  <a:srgbClr val="095A82"/>
                </a:solidFill>
              </a:rPr>
              <a:t>Building YARN Applications</a:t>
            </a:r>
            <a:endParaRPr lang="en-US" spc="-10" dirty="0">
              <a:solidFill>
                <a:srgbClr val="095A82"/>
              </a:solidFill>
            </a:endParaRPr>
          </a:p>
        </p:txBody>
      </p:sp>
      <p:sp>
        <p:nvSpPr>
          <p:cNvPr id="15" name="object 3">
            <a:extLst>
              <a:ext uri="{FF2B5EF4-FFF2-40B4-BE49-F238E27FC236}">
                <a16:creationId xmlns:a16="http://schemas.microsoft.com/office/drawing/2014/main" id="{88FE3E31-0D88-FB01-B09A-469A488FF05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6" name="Rectangle 15">
            <a:extLst>
              <a:ext uri="{FF2B5EF4-FFF2-40B4-BE49-F238E27FC236}">
                <a16:creationId xmlns:a16="http://schemas.microsoft.com/office/drawing/2014/main" id="{35E35D31-C6BC-111F-530C-B3DA9C7D0C3E}"/>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18" name="TextBox 17">
            <a:extLst>
              <a:ext uri="{FF2B5EF4-FFF2-40B4-BE49-F238E27FC236}">
                <a16:creationId xmlns:a16="http://schemas.microsoft.com/office/drawing/2014/main" id="{68DA082A-8691-29A1-06DD-C6F5DD514758}"/>
              </a:ext>
            </a:extLst>
          </p:cNvPr>
          <p:cNvSpPr txBox="1"/>
          <p:nvPr/>
        </p:nvSpPr>
        <p:spPr>
          <a:xfrm>
            <a:off x="589789" y="971550"/>
            <a:ext cx="8276958" cy="3693319"/>
          </a:xfrm>
          <a:prstGeom prst="rect">
            <a:avLst/>
          </a:prstGeom>
          <a:noFill/>
        </p:spPr>
        <p:txBody>
          <a:bodyPr wrap="square">
            <a:spAutoFit/>
          </a:bodyPr>
          <a:lstStyle/>
          <a:p>
            <a:pPr marL="285750" indent="-285750" algn="l">
              <a:buFont typeface="Arial" panose="020B0604020202020204" pitchFamily="34" charset="0"/>
              <a:buChar char="•"/>
            </a:pPr>
            <a:r>
              <a:rPr lang="en-US" sz="1800" b="0" i="0" u="none" strike="noStrike" baseline="0" dirty="0">
                <a:latin typeface="MinionPro-Regular"/>
              </a:rPr>
              <a:t>Writing a YARN application from scratch is fairly involved, but in many cases is not necessary, as it is often possible to use an existing application that fits the bill. </a:t>
            </a:r>
          </a:p>
          <a:p>
            <a:pPr marL="285750" indent="-285750" algn="l">
              <a:buFont typeface="Arial" panose="020B0604020202020204" pitchFamily="34" charset="0"/>
              <a:buChar char="•"/>
            </a:pPr>
            <a:r>
              <a:rPr lang="en-US" sz="1800" b="0" i="0" u="none" strike="noStrike" baseline="0" dirty="0">
                <a:latin typeface="MinionPro-Regular"/>
              </a:rPr>
              <a:t>For example, if you are interested in running a directed acyclic graph (DAG) of jobs, then Spark or Tez is appropriate; or for stream processing, Spark, </a:t>
            </a:r>
            <a:r>
              <a:rPr lang="en-US" sz="1800" b="0" i="0" u="none" strike="noStrike" baseline="0" dirty="0" err="1">
                <a:latin typeface="MinionPro-Regular"/>
              </a:rPr>
              <a:t>Samza</a:t>
            </a:r>
            <a:r>
              <a:rPr lang="en-US" sz="1800" b="0" i="0" u="none" strike="noStrike" baseline="0" dirty="0">
                <a:latin typeface="MinionPro-Regular"/>
              </a:rPr>
              <a:t>, or Storm works There are a couple of projects that simplify the process of building a YARN application. </a:t>
            </a:r>
          </a:p>
          <a:p>
            <a:pPr marL="285750" indent="-285750" algn="l">
              <a:buFont typeface="Arial" panose="020B0604020202020204" pitchFamily="34" charset="0"/>
              <a:buChar char="•"/>
            </a:pPr>
            <a:r>
              <a:rPr lang="en-US" sz="1800" b="0" i="0" u="none" strike="noStrike" baseline="0" dirty="0">
                <a:latin typeface="MinionPro-Regular"/>
              </a:rPr>
              <a:t>Apache Slider, mentioned earlier, makes it possible to run existing distributed applications on YARN. </a:t>
            </a:r>
          </a:p>
          <a:p>
            <a:pPr marL="285750" indent="-285750" algn="l">
              <a:buFont typeface="Arial" panose="020B0604020202020204" pitchFamily="34" charset="0"/>
              <a:buChar char="•"/>
            </a:pPr>
            <a:r>
              <a:rPr lang="en-US" sz="1800" b="0" i="0" u="none" strike="noStrike" baseline="0" dirty="0">
                <a:latin typeface="MinionPro-Regular"/>
              </a:rPr>
              <a:t>Users can run their own instances of an application (such as HBase) on a cluster, independently of other users, which means that different users can run different versions of the same application. Slider provides controls to change the number of nodes an application is running on, and to suspend then resume a running </a:t>
            </a:r>
            <a:r>
              <a:rPr lang="en-IN" sz="1800" b="0" i="0" u="none" strike="noStrike" baseline="0" dirty="0">
                <a:latin typeface="MinionPro-Regular"/>
              </a:rPr>
              <a:t>application.</a:t>
            </a:r>
            <a:endParaRPr lang="en-US" sz="3200" b="0" i="0" u="none" strike="noStrike" baseline="0" dirty="0">
              <a:solidFill>
                <a:srgbClr val="000000"/>
              </a:solidFill>
              <a:latin typeface="MinionPro-Regular"/>
            </a:endParaRPr>
          </a:p>
        </p:txBody>
      </p:sp>
    </p:spTree>
    <p:extLst>
      <p:ext uri="{BB962C8B-B14F-4D97-AF65-F5344CB8AC3E}">
        <p14:creationId xmlns:p14="http://schemas.microsoft.com/office/powerpoint/2010/main" val="7942785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13" name="object 13"/>
          <p:cNvSpPr txBox="1">
            <a:spLocks noGrp="1"/>
          </p:cNvSpPr>
          <p:nvPr>
            <p:ph type="title"/>
          </p:nvPr>
        </p:nvSpPr>
        <p:spPr>
          <a:xfrm>
            <a:off x="471017" y="324053"/>
            <a:ext cx="5510530" cy="443070"/>
          </a:xfrm>
          <a:prstGeom prst="rect">
            <a:avLst/>
          </a:prstGeom>
        </p:spPr>
        <p:txBody>
          <a:bodyPr vert="horz" wrap="square" lIns="0" tIns="12065" rIns="0" bIns="0" rtlCol="0">
            <a:spAutoFit/>
          </a:bodyPr>
          <a:lstStyle/>
          <a:p>
            <a:pPr marL="12700">
              <a:lnSpc>
                <a:spcPct val="100000"/>
              </a:lnSpc>
              <a:spcBef>
                <a:spcPts val="95"/>
              </a:spcBef>
            </a:pPr>
            <a:r>
              <a:rPr lang="en-US" spc="-5" dirty="0">
                <a:solidFill>
                  <a:srgbClr val="095A82"/>
                </a:solidFill>
              </a:rPr>
              <a:t>Building YARN Applications</a:t>
            </a:r>
            <a:endParaRPr lang="en-US" spc="-10" dirty="0">
              <a:solidFill>
                <a:srgbClr val="095A82"/>
              </a:solidFill>
            </a:endParaRPr>
          </a:p>
        </p:txBody>
      </p:sp>
      <p:sp>
        <p:nvSpPr>
          <p:cNvPr id="15" name="object 3">
            <a:extLst>
              <a:ext uri="{FF2B5EF4-FFF2-40B4-BE49-F238E27FC236}">
                <a16:creationId xmlns:a16="http://schemas.microsoft.com/office/drawing/2014/main" id="{88FE3E31-0D88-FB01-B09A-469A488FF05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6" name="Rectangle 15">
            <a:extLst>
              <a:ext uri="{FF2B5EF4-FFF2-40B4-BE49-F238E27FC236}">
                <a16:creationId xmlns:a16="http://schemas.microsoft.com/office/drawing/2014/main" id="{35E35D31-C6BC-111F-530C-B3DA9C7D0C3E}"/>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18" name="TextBox 17">
            <a:extLst>
              <a:ext uri="{FF2B5EF4-FFF2-40B4-BE49-F238E27FC236}">
                <a16:creationId xmlns:a16="http://schemas.microsoft.com/office/drawing/2014/main" id="{68DA082A-8691-29A1-06DD-C6F5DD514758}"/>
              </a:ext>
            </a:extLst>
          </p:cNvPr>
          <p:cNvSpPr txBox="1"/>
          <p:nvPr/>
        </p:nvSpPr>
        <p:spPr>
          <a:xfrm>
            <a:off x="589789" y="971550"/>
            <a:ext cx="8276958" cy="3046988"/>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solidFill>
                  <a:srgbClr val="9A0000"/>
                </a:solidFill>
                <a:latin typeface="MinionPro-Regular"/>
              </a:rPr>
              <a:t>Apache Twill </a:t>
            </a:r>
            <a:r>
              <a:rPr lang="en-US" sz="2400" b="0" i="0" u="none" strike="noStrike" baseline="0" dirty="0">
                <a:solidFill>
                  <a:srgbClr val="000000"/>
                </a:solidFill>
                <a:latin typeface="MinionPro-Regular"/>
              </a:rPr>
              <a:t>is similar to Slider, but in addition provides a simple programming model for developing distributed applications on YARN. </a:t>
            </a:r>
          </a:p>
          <a:p>
            <a:pPr marL="342900" indent="-342900" algn="l">
              <a:buFont typeface="Arial" panose="020B0604020202020204" pitchFamily="34" charset="0"/>
              <a:buChar char="•"/>
            </a:pPr>
            <a:r>
              <a:rPr lang="en-US" sz="2400" b="0" i="0" u="none" strike="noStrike" baseline="0" dirty="0">
                <a:solidFill>
                  <a:srgbClr val="000000"/>
                </a:solidFill>
                <a:latin typeface="MinionPro-Regular"/>
              </a:rPr>
              <a:t>Twill allows you to define cluster processes as an extension of a Java </a:t>
            </a:r>
            <a:r>
              <a:rPr lang="en-US" sz="2400" b="0" i="0" u="none" strike="noStrike" baseline="0" dirty="0">
                <a:solidFill>
                  <a:srgbClr val="000000"/>
                </a:solidFill>
                <a:latin typeface="UbuntuMono-Regular"/>
              </a:rPr>
              <a:t>Runnable</a:t>
            </a:r>
            <a:r>
              <a:rPr lang="en-US" sz="2400" b="0" i="0" u="none" strike="noStrike" baseline="0" dirty="0">
                <a:solidFill>
                  <a:srgbClr val="000000"/>
                </a:solidFill>
                <a:latin typeface="MinionPro-Regular"/>
              </a:rPr>
              <a:t>, then runs them in YARN containers on the cluster. </a:t>
            </a:r>
          </a:p>
          <a:p>
            <a:pPr marL="342900" indent="-342900" algn="l">
              <a:buFont typeface="Arial" panose="020B0604020202020204" pitchFamily="34" charset="0"/>
              <a:buChar char="•"/>
            </a:pPr>
            <a:r>
              <a:rPr lang="en-US" sz="2400" b="0" i="0" u="none" strike="noStrike" baseline="0" dirty="0">
                <a:solidFill>
                  <a:srgbClr val="000000"/>
                </a:solidFill>
                <a:latin typeface="MinionPro-Regular"/>
              </a:rPr>
              <a:t>Twill also provides support for, among other things, real-time logging and command messages.</a:t>
            </a:r>
            <a:endParaRPr lang="en-US" sz="4000" b="0" i="0" u="none" strike="noStrike" baseline="0" dirty="0">
              <a:solidFill>
                <a:srgbClr val="000000"/>
              </a:solidFill>
              <a:latin typeface="MinionPro-Regular"/>
            </a:endParaRPr>
          </a:p>
        </p:txBody>
      </p:sp>
    </p:spTree>
    <p:extLst>
      <p:ext uri="{BB962C8B-B14F-4D97-AF65-F5344CB8AC3E}">
        <p14:creationId xmlns:p14="http://schemas.microsoft.com/office/powerpoint/2010/main" val="42354194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13" name="object 13"/>
          <p:cNvSpPr txBox="1">
            <a:spLocks noGrp="1"/>
          </p:cNvSpPr>
          <p:nvPr>
            <p:ph type="title"/>
          </p:nvPr>
        </p:nvSpPr>
        <p:spPr>
          <a:xfrm>
            <a:off x="471017" y="324053"/>
            <a:ext cx="5510530" cy="443070"/>
          </a:xfrm>
          <a:prstGeom prst="rect">
            <a:avLst/>
          </a:prstGeom>
        </p:spPr>
        <p:txBody>
          <a:bodyPr vert="horz" wrap="square" lIns="0" tIns="12065" rIns="0" bIns="0" rtlCol="0">
            <a:spAutoFit/>
          </a:bodyPr>
          <a:lstStyle/>
          <a:p>
            <a:pPr marL="12700">
              <a:lnSpc>
                <a:spcPct val="100000"/>
              </a:lnSpc>
              <a:spcBef>
                <a:spcPts val="95"/>
              </a:spcBef>
            </a:pPr>
            <a:r>
              <a:rPr lang="en-US" spc="-5" dirty="0">
                <a:solidFill>
                  <a:srgbClr val="095A82"/>
                </a:solidFill>
              </a:rPr>
              <a:t>YARN Compared to MapReduce1</a:t>
            </a:r>
            <a:endParaRPr lang="en-US" spc="-10" dirty="0">
              <a:solidFill>
                <a:srgbClr val="095A82"/>
              </a:solidFill>
            </a:endParaRPr>
          </a:p>
        </p:txBody>
      </p:sp>
      <p:sp>
        <p:nvSpPr>
          <p:cNvPr id="15" name="object 3">
            <a:extLst>
              <a:ext uri="{FF2B5EF4-FFF2-40B4-BE49-F238E27FC236}">
                <a16:creationId xmlns:a16="http://schemas.microsoft.com/office/drawing/2014/main" id="{88FE3E31-0D88-FB01-B09A-469A488FF05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6" name="Rectangle 15">
            <a:extLst>
              <a:ext uri="{FF2B5EF4-FFF2-40B4-BE49-F238E27FC236}">
                <a16:creationId xmlns:a16="http://schemas.microsoft.com/office/drawing/2014/main" id="{35E35D31-C6BC-111F-530C-B3DA9C7D0C3E}"/>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18" name="TextBox 17">
            <a:extLst>
              <a:ext uri="{FF2B5EF4-FFF2-40B4-BE49-F238E27FC236}">
                <a16:creationId xmlns:a16="http://schemas.microsoft.com/office/drawing/2014/main" id="{68DA082A-8691-29A1-06DD-C6F5DD514758}"/>
              </a:ext>
            </a:extLst>
          </p:cNvPr>
          <p:cNvSpPr txBox="1"/>
          <p:nvPr/>
        </p:nvSpPr>
        <p:spPr>
          <a:xfrm>
            <a:off x="589789" y="971550"/>
            <a:ext cx="8276958" cy="3416320"/>
          </a:xfrm>
          <a:prstGeom prst="rect">
            <a:avLst/>
          </a:prstGeom>
          <a:noFill/>
        </p:spPr>
        <p:txBody>
          <a:bodyPr wrap="square">
            <a:spAutoFit/>
          </a:bodyPr>
          <a:lstStyle/>
          <a:p>
            <a:pPr marL="285750" indent="-285750" algn="l">
              <a:buFont typeface="Arial" panose="020B0604020202020204" pitchFamily="34" charset="0"/>
              <a:buChar char="•"/>
            </a:pPr>
            <a:r>
              <a:rPr lang="en-US" sz="2400" b="0" i="0" u="none" strike="noStrike" baseline="0" dirty="0">
                <a:latin typeface="MinionPro-Regular"/>
              </a:rPr>
              <a:t>In MapReduce 1, there are two types of daemon that control the job execution process: a </a:t>
            </a:r>
            <a:r>
              <a:rPr lang="en-US" sz="2400" b="0" i="1" u="none" strike="noStrike" baseline="0" dirty="0" err="1">
                <a:latin typeface="MinionPro-Italic"/>
              </a:rPr>
              <a:t>jobtracker</a:t>
            </a:r>
            <a:r>
              <a:rPr lang="en-US" sz="2400" b="0" i="1" u="none" strike="noStrike" baseline="0" dirty="0">
                <a:latin typeface="MinionPro-Italic"/>
              </a:rPr>
              <a:t> </a:t>
            </a:r>
            <a:r>
              <a:rPr lang="en-US" sz="2400" b="0" i="0" u="none" strike="noStrike" baseline="0" dirty="0">
                <a:latin typeface="MinionPro-Regular"/>
              </a:rPr>
              <a:t>and one or more </a:t>
            </a:r>
            <a:r>
              <a:rPr lang="en-US" sz="2400" b="0" i="1" u="none" strike="noStrike" baseline="0" dirty="0" err="1">
                <a:latin typeface="MinionPro-Italic"/>
              </a:rPr>
              <a:t>tasktrackers</a:t>
            </a:r>
            <a:r>
              <a:rPr lang="en-US" sz="2400" b="0" i="0" u="none" strike="noStrike" baseline="0" dirty="0">
                <a:latin typeface="MinionPro-Regular"/>
              </a:rPr>
              <a:t>. </a:t>
            </a:r>
          </a:p>
          <a:p>
            <a:pPr marL="285750" indent="-285750" algn="l">
              <a:buFont typeface="Arial" panose="020B0604020202020204" pitchFamily="34" charset="0"/>
              <a:buChar char="•"/>
            </a:pPr>
            <a:r>
              <a:rPr lang="en-US" sz="2400" b="0" i="0" u="none" strike="noStrike" baseline="0" dirty="0">
                <a:latin typeface="MinionPro-Regular"/>
              </a:rPr>
              <a:t>The </a:t>
            </a:r>
            <a:r>
              <a:rPr lang="en-US" sz="2400" b="0" i="0" u="none" strike="noStrike" baseline="0" dirty="0" err="1">
                <a:latin typeface="MinionPro-Regular"/>
              </a:rPr>
              <a:t>jobtracker</a:t>
            </a:r>
            <a:r>
              <a:rPr lang="en-US" sz="2400" b="0" i="0" u="none" strike="noStrike" baseline="0" dirty="0">
                <a:latin typeface="MinionPro-Regular"/>
              </a:rPr>
              <a:t> coordinates all the jobs run on the system by scheduling tasks to run on </a:t>
            </a:r>
            <a:r>
              <a:rPr lang="en-US" sz="2400" b="0" i="0" u="none" strike="noStrike" baseline="0" dirty="0" err="1">
                <a:latin typeface="MinionPro-Regular"/>
              </a:rPr>
              <a:t>tasktrackers</a:t>
            </a:r>
            <a:r>
              <a:rPr lang="en-US" sz="2400" b="0" i="0" u="none" strike="noStrike" baseline="0" dirty="0">
                <a:latin typeface="MinionPro-Regular"/>
              </a:rPr>
              <a:t>. </a:t>
            </a:r>
            <a:r>
              <a:rPr lang="en-US" sz="2400" b="0" i="0" u="none" strike="noStrike" baseline="0" dirty="0" err="1">
                <a:latin typeface="MinionPro-Regular"/>
              </a:rPr>
              <a:t>Tasktrackers</a:t>
            </a:r>
            <a:r>
              <a:rPr lang="en-US" sz="2400" b="0" i="0" u="none" strike="noStrike" baseline="0" dirty="0">
                <a:latin typeface="MinionPro-Regular"/>
              </a:rPr>
              <a:t> run tasks and send progress reports to the </a:t>
            </a:r>
            <a:r>
              <a:rPr lang="en-US" sz="2400" b="0" i="0" u="none" strike="noStrike" baseline="0" dirty="0" err="1">
                <a:latin typeface="MinionPro-Regular"/>
              </a:rPr>
              <a:t>jobtracker</a:t>
            </a:r>
            <a:r>
              <a:rPr lang="en-US" sz="2400" b="0" i="0" u="none" strike="noStrike" baseline="0" dirty="0">
                <a:latin typeface="MinionPro-Regular"/>
              </a:rPr>
              <a:t>, which keeps a record of the overall progress of each job. </a:t>
            </a:r>
          </a:p>
          <a:p>
            <a:pPr marL="285750" indent="-285750" algn="l">
              <a:buFont typeface="Arial" panose="020B0604020202020204" pitchFamily="34" charset="0"/>
              <a:buChar char="•"/>
            </a:pPr>
            <a:r>
              <a:rPr lang="en-US" sz="2400" b="0" i="0" u="none" strike="noStrike" baseline="0" dirty="0">
                <a:latin typeface="MinionPro-Regular"/>
              </a:rPr>
              <a:t>If a task fails, the </a:t>
            </a:r>
            <a:r>
              <a:rPr lang="en-US" sz="2400" b="0" i="0" u="none" strike="noStrike" baseline="0" dirty="0" err="1">
                <a:latin typeface="MinionPro-Regular"/>
              </a:rPr>
              <a:t>jobtracker</a:t>
            </a:r>
            <a:r>
              <a:rPr lang="en-US" sz="2400" b="0" i="0" u="none" strike="noStrike" baseline="0" dirty="0">
                <a:latin typeface="MinionPro-Regular"/>
              </a:rPr>
              <a:t> can reschedule it on a different </a:t>
            </a:r>
            <a:r>
              <a:rPr lang="en-US" sz="2400" b="0" i="0" u="none" strike="noStrike" baseline="0" dirty="0" err="1">
                <a:latin typeface="MinionPro-Regular"/>
              </a:rPr>
              <a:t>tasktracker</a:t>
            </a:r>
            <a:r>
              <a:rPr lang="en-US" sz="2400" b="0" i="0" u="none" strike="noStrike" baseline="0" dirty="0">
                <a:latin typeface="MinionPro-Regular"/>
              </a:rPr>
              <a:t>.</a:t>
            </a:r>
            <a:endParaRPr lang="en-US" sz="4800" b="0" i="0" u="none" strike="noStrike" baseline="0" dirty="0">
              <a:solidFill>
                <a:srgbClr val="000000"/>
              </a:solidFill>
              <a:latin typeface="MinionPro-Regular"/>
            </a:endParaRPr>
          </a:p>
        </p:txBody>
      </p:sp>
    </p:spTree>
    <p:extLst>
      <p:ext uri="{BB962C8B-B14F-4D97-AF65-F5344CB8AC3E}">
        <p14:creationId xmlns:p14="http://schemas.microsoft.com/office/powerpoint/2010/main" val="19235000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13" name="object 13"/>
          <p:cNvSpPr txBox="1">
            <a:spLocks noGrp="1"/>
          </p:cNvSpPr>
          <p:nvPr>
            <p:ph type="title"/>
          </p:nvPr>
        </p:nvSpPr>
        <p:spPr>
          <a:xfrm>
            <a:off x="471017" y="324053"/>
            <a:ext cx="5510530" cy="443070"/>
          </a:xfrm>
          <a:prstGeom prst="rect">
            <a:avLst/>
          </a:prstGeom>
        </p:spPr>
        <p:txBody>
          <a:bodyPr vert="horz" wrap="square" lIns="0" tIns="12065" rIns="0" bIns="0" rtlCol="0">
            <a:spAutoFit/>
          </a:bodyPr>
          <a:lstStyle/>
          <a:p>
            <a:pPr marL="12700">
              <a:lnSpc>
                <a:spcPct val="100000"/>
              </a:lnSpc>
              <a:spcBef>
                <a:spcPts val="95"/>
              </a:spcBef>
            </a:pPr>
            <a:r>
              <a:rPr lang="en-US" spc="-5" dirty="0">
                <a:solidFill>
                  <a:srgbClr val="095A82"/>
                </a:solidFill>
              </a:rPr>
              <a:t>YARN Compared to MapReduce1</a:t>
            </a:r>
            <a:endParaRPr lang="en-US" spc="-10" dirty="0">
              <a:solidFill>
                <a:srgbClr val="095A82"/>
              </a:solidFill>
            </a:endParaRPr>
          </a:p>
        </p:txBody>
      </p:sp>
      <p:sp>
        <p:nvSpPr>
          <p:cNvPr id="15" name="object 3">
            <a:extLst>
              <a:ext uri="{FF2B5EF4-FFF2-40B4-BE49-F238E27FC236}">
                <a16:creationId xmlns:a16="http://schemas.microsoft.com/office/drawing/2014/main" id="{88FE3E31-0D88-FB01-B09A-469A488FF05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6" name="Rectangle 15">
            <a:extLst>
              <a:ext uri="{FF2B5EF4-FFF2-40B4-BE49-F238E27FC236}">
                <a16:creationId xmlns:a16="http://schemas.microsoft.com/office/drawing/2014/main" id="{35E35D31-C6BC-111F-530C-B3DA9C7D0C3E}"/>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18" name="TextBox 17">
            <a:extLst>
              <a:ext uri="{FF2B5EF4-FFF2-40B4-BE49-F238E27FC236}">
                <a16:creationId xmlns:a16="http://schemas.microsoft.com/office/drawing/2014/main" id="{68DA082A-8691-29A1-06DD-C6F5DD514758}"/>
              </a:ext>
            </a:extLst>
          </p:cNvPr>
          <p:cNvSpPr txBox="1"/>
          <p:nvPr/>
        </p:nvSpPr>
        <p:spPr>
          <a:xfrm>
            <a:off x="243450" y="971550"/>
            <a:ext cx="8623297" cy="3785652"/>
          </a:xfrm>
          <a:prstGeom prst="rect">
            <a:avLst/>
          </a:prstGeom>
          <a:noFill/>
        </p:spPr>
        <p:txBody>
          <a:bodyPr wrap="square">
            <a:spAutoFit/>
          </a:bodyPr>
          <a:lstStyle/>
          <a:p>
            <a:pPr marL="285750" indent="-285750" algn="l">
              <a:buFont typeface="Arial" panose="020B0604020202020204" pitchFamily="34" charset="0"/>
              <a:buChar char="•"/>
            </a:pPr>
            <a:r>
              <a:rPr lang="en-US" sz="2400" b="0" i="0" u="none" strike="noStrike" baseline="0" dirty="0">
                <a:latin typeface="MinionPro-Regular"/>
              </a:rPr>
              <a:t>In MapReduce 1, the </a:t>
            </a:r>
            <a:r>
              <a:rPr lang="en-US" sz="2400" b="0" i="0" u="none" strike="noStrike" baseline="0" dirty="0" err="1">
                <a:latin typeface="MinionPro-Regular"/>
              </a:rPr>
              <a:t>jobtracker</a:t>
            </a:r>
            <a:r>
              <a:rPr lang="en-US" sz="2400" b="0" i="0" u="none" strike="noStrike" baseline="0" dirty="0">
                <a:latin typeface="MinionPro-Regular"/>
              </a:rPr>
              <a:t> takes care of both job scheduling and task progress monitoring. </a:t>
            </a:r>
          </a:p>
          <a:p>
            <a:pPr marL="285750" indent="-285750" algn="l">
              <a:buFont typeface="Arial" panose="020B0604020202020204" pitchFamily="34" charset="0"/>
              <a:buChar char="•"/>
            </a:pPr>
            <a:r>
              <a:rPr lang="en-US" sz="2400" b="0" i="0" u="none" strike="noStrike" baseline="0" dirty="0">
                <a:latin typeface="MinionPro-Regular"/>
              </a:rPr>
              <a:t>By contrast, in YARN these responsibilities are handled by separate entities: the resource manager and an application master. </a:t>
            </a:r>
          </a:p>
          <a:p>
            <a:pPr marL="285750" indent="-285750" algn="l">
              <a:buFont typeface="Arial" panose="020B0604020202020204" pitchFamily="34" charset="0"/>
              <a:buChar char="•"/>
            </a:pPr>
            <a:r>
              <a:rPr lang="en-US" sz="2400" b="0" i="0" u="none" strike="noStrike" baseline="0" dirty="0">
                <a:latin typeface="MinionPro-Regular"/>
              </a:rPr>
              <a:t>The </a:t>
            </a:r>
            <a:r>
              <a:rPr lang="en-US" sz="2400" b="0" i="0" u="none" strike="noStrike" baseline="0" dirty="0" err="1">
                <a:latin typeface="MinionPro-Regular"/>
              </a:rPr>
              <a:t>jobtracker</a:t>
            </a:r>
            <a:r>
              <a:rPr lang="en-US" sz="2400" b="0" i="0" u="none" strike="noStrike" baseline="0" dirty="0">
                <a:latin typeface="MinionPro-Regular"/>
              </a:rPr>
              <a:t> is also responsible for storing job history for completed jobs, although it is possible to run a job history server as a separate daemon to take the load off the </a:t>
            </a:r>
            <a:r>
              <a:rPr lang="en-US" sz="2400" b="0" i="0" u="none" strike="noStrike" baseline="0" dirty="0" err="1">
                <a:latin typeface="MinionPro-Regular"/>
              </a:rPr>
              <a:t>jobtracker</a:t>
            </a:r>
            <a:r>
              <a:rPr lang="en-US" sz="2400" b="0" i="0" u="none" strike="noStrike" baseline="0" dirty="0">
                <a:latin typeface="MinionPro-Regular"/>
              </a:rPr>
              <a:t>. </a:t>
            </a:r>
          </a:p>
          <a:p>
            <a:pPr marL="285750" indent="-285750" algn="l">
              <a:buFont typeface="Arial" panose="020B0604020202020204" pitchFamily="34" charset="0"/>
              <a:buChar char="•"/>
            </a:pPr>
            <a:r>
              <a:rPr lang="en-US" sz="2400" b="0" i="0" u="none" strike="noStrike" baseline="0" dirty="0">
                <a:latin typeface="MinionPro-Regular"/>
              </a:rPr>
              <a:t>In YARN, the equivalent role is the timeline server, which stores application history.</a:t>
            </a:r>
            <a:endParaRPr lang="en-US" sz="6000" b="0" i="0" u="none" strike="noStrike" baseline="0" dirty="0">
              <a:solidFill>
                <a:srgbClr val="000000"/>
              </a:solidFill>
              <a:latin typeface="MinionPro-Regular"/>
            </a:endParaRPr>
          </a:p>
        </p:txBody>
      </p:sp>
    </p:spTree>
    <p:extLst>
      <p:ext uri="{BB962C8B-B14F-4D97-AF65-F5344CB8AC3E}">
        <p14:creationId xmlns:p14="http://schemas.microsoft.com/office/powerpoint/2010/main" val="300797638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13" name="object 13"/>
          <p:cNvSpPr txBox="1">
            <a:spLocks noGrp="1"/>
          </p:cNvSpPr>
          <p:nvPr>
            <p:ph type="title"/>
          </p:nvPr>
        </p:nvSpPr>
        <p:spPr>
          <a:xfrm>
            <a:off x="471017" y="324053"/>
            <a:ext cx="5510530" cy="443070"/>
          </a:xfrm>
          <a:prstGeom prst="rect">
            <a:avLst/>
          </a:prstGeom>
        </p:spPr>
        <p:txBody>
          <a:bodyPr vert="horz" wrap="square" lIns="0" tIns="12065" rIns="0" bIns="0" rtlCol="0">
            <a:spAutoFit/>
          </a:bodyPr>
          <a:lstStyle/>
          <a:p>
            <a:pPr marL="12700">
              <a:lnSpc>
                <a:spcPct val="100000"/>
              </a:lnSpc>
              <a:spcBef>
                <a:spcPts val="95"/>
              </a:spcBef>
            </a:pPr>
            <a:r>
              <a:rPr lang="en-US" spc="-5" dirty="0">
                <a:solidFill>
                  <a:srgbClr val="095A82"/>
                </a:solidFill>
              </a:rPr>
              <a:t>YARN Compared to MapReduce1</a:t>
            </a:r>
            <a:endParaRPr lang="en-US" spc="-10" dirty="0">
              <a:solidFill>
                <a:srgbClr val="095A82"/>
              </a:solidFill>
            </a:endParaRPr>
          </a:p>
        </p:txBody>
      </p:sp>
      <p:sp>
        <p:nvSpPr>
          <p:cNvPr id="15" name="object 3">
            <a:extLst>
              <a:ext uri="{FF2B5EF4-FFF2-40B4-BE49-F238E27FC236}">
                <a16:creationId xmlns:a16="http://schemas.microsoft.com/office/drawing/2014/main" id="{88FE3E31-0D88-FB01-B09A-469A488FF05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6" name="Rectangle 15">
            <a:extLst>
              <a:ext uri="{FF2B5EF4-FFF2-40B4-BE49-F238E27FC236}">
                <a16:creationId xmlns:a16="http://schemas.microsoft.com/office/drawing/2014/main" id="{35E35D31-C6BC-111F-530C-B3DA9C7D0C3E}"/>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18" name="TextBox 17">
            <a:extLst>
              <a:ext uri="{FF2B5EF4-FFF2-40B4-BE49-F238E27FC236}">
                <a16:creationId xmlns:a16="http://schemas.microsoft.com/office/drawing/2014/main" id="{68DA082A-8691-29A1-06DD-C6F5DD514758}"/>
              </a:ext>
            </a:extLst>
          </p:cNvPr>
          <p:cNvSpPr txBox="1"/>
          <p:nvPr/>
        </p:nvSpPr>
        <p:spPr>
          <a:xfrm>
            <a:off x="243450" y="971550"/>
            <a:ext cx="8623297" cy="2308324"/>
          </a:xfrm>
          <a:prstGeom prst="rect">
            <a:avLst/>
          </a:prstGeom>
          <a:noFill/>
        </p:spPr>
        <p:txBody>
          <a:bodyPr wrap="square">
            <a:spAutoFit/>
          </a:bodyPr>
          <a:lstStyle/>
          <a:p>
            <a:pPr algn="l"/>
            <a:r>
              <a:rPr lang="en-US" sz="2400" b="0" i="0" u="none" strike="noStrike" baseline="0" dirty="0">
                <a:latin typeface="MinionPro-Regular"/>
              </a:rPr>
              <a:t>YARN was designed to address many of the limitations in MapReduce 1. The benefits to using YARN include the following:</a:t>
            </a:r>
          </a:p>
          <a:p>
            <a:pPr marL="285750" indent="-285750" algn="l">
              <a:buFont typeface="Arial" panose="020B0604020202020204" pitchFamily="34" charset="0"/>
              <a:buChar char="•"/>
            </a:pPr>
            <a:r>
              <a:rPr lang="en-IN" sz="2400" b="0" i="1" u="none" strike="noStrike" baseline="0" dirty="0">
                <a:latin typeface="MinionPro-Italic"/>
              </a:rPr>
              <a:t>Scalability</a:t>
            </a:r>
          </a:p>
          <a:p>
            <a:pPr marL="285750" indent="-285750" algn="l">
              <a:buFont typeface="Arial" panose="020B0604020202020204" pitchFamily="34" charset="0"/>
              <a:buChar char="•"/>
            </a:pPr>
            <a:r>
              <a:rPr lang="en-IN" sz="2400" b="0" i="1" u="none" strike="noStrike" baseline="0" dirty="0">
                <a:latin typeface="MinionPro-Italic"/>
              </a:rPr>
              <a:t>Availability</a:t>
            </a:r>
            <a:endParaRPr lang="en-IN" sz="2400" dirty="0">
              <a:latin typeface="MinionPro-Regular"/>
            </a:endParaRPr>
          </a:p>
          <a:p>
            <a:pPr marL="285750" indent="-285750" algn="l">
              <a:buFont typeface="Arial" panose="020B0604020202020204" pitchFamily="34" charset="0"/>
              <a:buChar char="•"/>
            </a:pPr>
            <a:r>
              <a:rPr lang="en-IN" sz="2400" b="0" i="1" u="none" strike="noStrike" baseline="0" dirty="0">
                <a:latin typeface="MinionPro-Italic"/>
              </a:rPr>
              <a:t>Utilization</a:t>
            </a:r>
            <a:endParaRPr lang="en-IN" sz="2400" b="0" i="1" u="none" strike="noStrike" baseline="0" dirty="0">
              <a:latin typeface="MinionPro-Regular"/>
            </a:endParaRPr>
          </a:p>
          <a:p>
            <a:pPr marL="285750" indent="-285750" algn="l">
              <a:buFont typeface="Arial" panose="020B0604020202020204" pitchFamily="34" charset="0"/>
              <a:buChar char="•"/>
            </a:pPr>
            <a:r>
              <a:rPr lang="en-IN" sz="2400" b="0" i="1" u="none" strike="noStrike" baseline="0" dirty="0">
                <a:latin typeface="MinionPro-Italic"/>
              </a:rPr>
              <a:t>Multitenancy</a:t>
            </a:r>
            <a:endParaRPr lang="en-US" sz="7200" b="0" i="0" u="none" strike="noStrike" baseline="0" dirty="0">
              <a:solidFill>
                <a:srgbClr val="000000"/>
              </a:solidFill>
              <a:latin typeface="MinionPro-Regular"/>
            </a:endParaRPr>
          </a:p>
        </p:txBody>
      </p:sp>
    </p:spTree>
    <p:extLst>
      <p:ext uri="{BB962C8B-B14F-4D97-AF65-F5344CB8AC3E}">
        <p14:creationId xmlns:p14="http://schemas.microsoft.com/office/powerpoint/2010/main" val="9898262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72127" y="1826767"/>
            <a:ext cx="1412875" cy="208279"/>
          </a:xfrm>
          <a:prstGeom prst="rect">
            <a:avLst/>
          </a:prstGeom>
        </p:spPr>
        <p:txBody>
          <a:bodyPr vert="horz" wrap="square" lIns="0" tIns="12700" rIns="0" bIns="0" rtlCol="0">
            <a:spAutoFit/>
          </a:bodyPr>
          <a:lstStyle/>
          <a:p>
            <a:pPr marL="262890" indent="-250190">
              <a:lnSpc>
                <a:spcPct val="100000"/>
              </a:lnSpc>
              <a:spcBef>
                <a:spcPts val="100"/>
              </a:spcBef>
              <a:buFont typeface="Wingdings"/>
              <a:buChar char=""/>
              <a:tabLst>
                <a:tab pos="262255" algn="l"/>
                <a:tab pos="262890" algn="l"/>
              </a:tabLst>
            </a:pPr>
            <a:r>
              <a:rPr sz="1200" spc="-10" dirty="0">
                <a:solidFill>
                  <a:srgbClr val="006EC0"/>
                </a:solidFill>
                <a:latin typeface="Calibri"/>
                <a:cs typeface="Calibri"/>
              </a:rPr>
              <a:t>ApplicationMaster</a:t>
            </a:r>
            <a:endParaRPr sz="1200">
              <a:latin typeface="Calibri"/>
              <a:cs typeface="Calibri"/>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3" name="object 3"/>
          <p:cNvSpPr txBox="1"/>
          <p:nvPr/>
        </p:nvSpPr>
        <p:spPr>
          <a:xfrm>
            <a:off x="5029580" y="1980692"/>
            <a:ext cx="3209290" cy="1671955"/>
          </a:xfrm>
          <a:prstGeom prst="rect">
            <a:avLst/>
          </a:prstGeom>
        </p:spPr>
        <p:txBody>
          <a:bodyPr vert="horz" wrap="square" lIns="0" tIns="104140" rIns="0" bIns="0" rtlCol="0">
            <a:spAutoFit/>
          </a:bodyPr>
          <a:lstStyle/>
          <a:p>
            <a:pPr marL="299085" indent="-287020">
              <a:lnSpc>
                <a:spcPct val="100000"/>
              </a:lnSpc>
              <a:spcBef>
                <a:spcPts val="820"/>
              </a:spcBef>
              <a:buFont typeface="Wingdings"/>
              <a:buChar char=""/>
              <a:tabLst>
                <a:tab pos="299085" algn="l"/>
                <a:tab pos="299720" algn="l"/>
              </a:tabLst>
            </a:pPr>
            <a:r>
              <a:rPr sz="1200" spc="-5" dirty="0">
                <a:solidFill>
                  <a:srgbClr val="242424"/>
                </a:solidFill>
                <a:latin typeface="Calibri"/>
                <a:cs typeface="Calibri"/>
              </a:rPr>
              <a:t>One</a:t>
            </a:r>
            <a:r>
              <a:rPr sz="1200" spc="-50" dirty="0">
                <a:solidFill>
                  <a:srgbClr val="242424"/>
                </a:solidFill>
                <a:latin typeface="Calibri"/>
                <a:cs typeface="Calibri"/>
              </a:rPr>
              <a:t> </a:t>
            </a:r>
            <a:r>
              <a:rPr sz="1200" dirty="0">
                <a:solidFill>
                  <a:srgbClr val="242424"/>
                </a:solidFill>
                <a:latin typeface="Calibri"/>
                <a:cs typeface="Calibri"/>
              </a:rPr>
              <a:t>per</a:t>
            </a:r>
            <a:r>
              <a:rPr sz="1200" spc="-50" dirty="0">
                <a:solidFill>
                  <a:srgbClr val="242424"/>
                </a:solidFill>
                <a:latin typeface="Calibri"/>
                <a:cs typeface="Calibri"/>
              </a:rPr>
              <a:t> </a:t>
            </a:r>
            <a:r>
              <a:rPr sz="1200" spc="-5" dirty="0">
                <a:solidFill>
                  <a:srgbClr val="242424"/>
                </a:solidFill>
                <a:latin typeface="Calibri"/>
                <a:cs typeface="Calibri"/>
              </a:rPr>
              <a:t>application</a:t>
            </a:r>
            <a:endParaRPr sz="1200">
              <a:latin typeface="Calibri"/>
              <a:cs typeface="Calibri"/>
            </a:endParaRPr>
          </a:p>
          <a:p>
            <a:pPr marL="299085" indent="-287020">
              <a:lnSpc>
                <a:spcPct val="100000"/>
              </a:lnSpc>
              <a:spcBef>
                <a:spcPts val="720"/>
              </a:spcBef>
              <a:buFont typeface="Wingdings"/>
              <a:buChar char=""/>
              <a:tabLst>
                <a:tab pos="299085" algn="l"/>
                <a:tab pos="299720" algn="l"/>
              </a:tabLst>
            </a:pPr>
            <a:r>
              <a:rPr sz="1200" dirty="0">
                <a:solidFill>
                  <a:srgbClr val="242424"/>
                </a:solidFill>
                <a:latin typeface="Calibri"/>
                <a:cs typeface="Calibri"/>
              </a:rPr>
              <a:t>S</a:t>
            </a:r>
            <a:r>
              <a:rPr sz="1200" spc="5" dirty="0">
                <a:solidFill>
                  <a:srgbClr val="242424"/>
                </a:solidFill>
                <a:latin typeface="Calibri"/>
                <a:cs typeface="Calibri"/>
              </a:rPr>
              <a:t>h</a:t>
            </a:r>
            <a:r>
              <a:rPr sz="1200" dirty="0">
                <a:solidFill>
                  <a:srgbClr val="242424"/>
                </a:solidFill>
                <a:latin typeface="Calibri"/>
                <a:cs typeface="Calibri"/>
              </a:rPr>
              <a:t>ort</a:t>
            </a:r>
            <a:r>
              <a:rPr sz="1200" spc="-90" dirty="0">
                <a:solidFill>
                  <a:srgbClr val="242424"/>
                </a:solidFill>
                <a:latin typeface="Calibri"/>
                <a:cs typeface="Calibri"/>
              </a:rPr>
              <a:t> </a:t>
            </a:r>
            <a:r>
              <a:rPr sz="1200" dirty="0">
                <a:solidFill>
                  <a:srgbClr val="242424"/>
                </a:solidFill>
                <a:latin typeface="Calibri"/>
                <a:cs typeface="Calibri"/>
              </a:rPr>
              <a:t>li</a:t>
            </a:r>
            <a:r>
              <a:rPr sz="1200" spc="-35" dirty="0">
                <a:solidFill>
                  <a:srgbClr val="242424"/>
                </a:solidFill>
                <a:latin typeface="Calibri"/>
                <a:cs typeface="Calibri"/>
              </a:rPr>
              <a:t>f</a:t>
            </a:r>
            <a:r>
              <a:rPr sz="1200" dirty="0">
                <a:solidFill>
                  <a:srgbClr val="242424"/>
                </a:solidFill>
                <a:latin typeface="Calibri"/>
                <a:cs typeface="Calibri"/>
              </a:rPr>
              <a:t>e</a:t>
            </a:r>
            <a:endParaRPr sz="1200">
              <a:latin typeface="Calibri"/>
              <a:cs typeface="Calibri"/>
            </a:endParaRPr>
          </a:p>
          <a:p>
            <a:pPr marL="299085" indent="-287020">
              <a:lnSpc>
                <a:spcPct val="100000"/>
              </a:lnSpc>
              <a:spcBef>
                <a:spcPts val="720"/>
              </a:spcBef>
              <a:buFont typeface="Wingdings"/>
              <a:buChar char=""/>
              <a:tabLst>
                <a:tab pos="299085" algn="l"/>
                <a:tab pos="299720" algn="l"/>
              </a:tabLst>
            </a:pPr>
            <a:r>
              <a:rPr sz="1200" spc="-5" dirty="0">
                <a:solidFill>
                  <a:srgbClr val="242424"/>
                </a:solidFill>
                <a:latin typeface="Calibri"/>
                <a:cs typeface="Calibri"/>
              </a:rPr>
              <a:t>C</a:t>
            </a:r>
            <a:r>
              <a:rPr sz="1200" dirty="0">
                <a:solidFill>
                  <a:srgbClr val="242424"/>
                </a:solidFill>
                <a:latin typeface="Calibri"/>
                <a:cs typeface="Calibri"/>
              </a:rPr>
              <a:t>oo</a:t>
            </a:r>
            <a:r>
              <a:rPr sz="1200" spc="-25" dirty="0">
                <a:solidFill>
                  <a:srgbClr val="242424"/>
                </a:solidFill>
                <a:latin typeface="Calibri"/>
                <a:cs typeface="Calibri"/>
              </a:rPr>
              <a:t>r</a:t>
            </a:r>
            <a:r>
              <a:rPr sz="1200" dirty="0">
                <a:solidFill>
                  <a:srgbClr val="242424"/>
                </a:solidFill>
                <a:latin typeface="Calibri"/>
                <a:cs typeface="Calibri"/>
              </a:rPr>
              <a:t>di</a:t>
            </a:r>
            <a:r>
              <a:rPr sz="1200" spc="5" dirty="0">
                <a:solidFill>
                  <a:srgbClr val="242424"/>
                </a:solidFill>
                <a:latin typeface="Calibri"/>
                <a:cs typeface="Calibri"/>
              </a:rPr>
              <a:t>n</a:t>
            </a:r>
            <a:r>
              <a:rPr sz="1200" spc="-25" dirty="0">
                <a:solidFill>
                  <a:srgbClr val="242424"/>
                </a:solidFill>
                <a:latin typeface="Calibri"/>
                <a:cs typeface="Calibri"/>
              </a:rPr>
              <a:t>a</a:t>
            </a:r>
            <a:r>
              <a:rPr sz="1200" spc="-10" dirty="0">
                <a:solidFill>
                  <a:srgbClr val="242424"/>
                </a:solidFill>
                <a:latin typeface="Calibri"/>
                <a:cs typeface="Calibri"/>
              </a:rPr>
              <a:t>t</a:t>
            </a:r>
            <a:r>
              <a:rPr sz="1200" dirty="0">
                <a:solidFill>
                  <a:srgbClr val="242424"/>
                </a:solidFill>
                <a:latin typeface="Calibri"/>
                <a:cs typeface="Calibri"/>
              </a:rPr>
              <a:t>es</a:t>
            </a:r>
            <a:r>
              <a:rPr sz="1200" spc="-85" dirty="0">
                <a:solidFill>
                  <a:srgbClr val="242424"/>
                </a:solidFill>
                <a:latin typeface="Calibri"/>
                <a:cs typeface="Calibri"/>
              </a:rPr>
              <a:t> </a:t>
            </a:r>
            <a:r>
              <a:rPr sz="1200" spc="-15" dirty="0">
                <a:solidFill>
                  <a:srgbClr val="242424"/>
                </a:solidFill>
                <a:latin typeface="Calibri"/>
                <a:cs typeface="Calibri"/>
              </a:rPr>
              <a:t>a</a:t>
            </a:r>
            <a:r>
              <a:rPr sz="1200" spc="5" dirty="0">
                <a:solidFill>
                  <a:srgbClr val="242424"/>
                </a:solidFill>
                <a:latin typeface="Calibri"/>
                <a:cs typeface="Calibri"/>
              </a:rPr>
              <a:t>n</a:t>
            </a:r>
            <a:r>
              <a:rPr sz="1200" dirty="0">
                <a:solidFill>
                  <a:srgbClr val="242424"/>
                </a:solidFill>
                <a:latin typeface="Calibri"/>
                <a:cs typeface="Calibri"/>
              </a:rPr>
              <a:t>d</a:t>
            </a:r>
            <a:r>
              <a:rPr sz="1200" spc="-30" dirty="0">
                <a:solidFill>
                  <a:srgbClr val="242424"/>
                </a:solidFill>
                <a:latin typeface="Calibri"/>
                <a:cs typeface="Calibri"/>
              </a:rPr>
              <a:t> </a:t>
            </a:r>
            <a:r>
              <a:rPr sz="1200" spc="5" dirty="0">
                <a:solidFill>
                  <a:srgbClr val="242424"/>
                </a:solidFill>
                <a:latin typeface="Calibri"/>
                <a:cs typeface="Calibri"/>
              </a:rPr>
              <a:t>M</a:t>
            </a:r>
            <a:r>
              <a:rPr sz="1200" spc="-10" dirty="0">
                <a:solidFill>
                  <a:srgbClr val="242424"/>
                </a:solidFill>
                <a:latin typeface="Calibri"/>
                <a:cs typeface="Calibri"/>
              </a:rPr>
              <a:t>a</a:t>
            </a:r>
            <a:r>
              <a:rPr sz="1200" spc="5" dirty="0">
                <a:solidFill>
                  <a:srgbClr val="242424"/>
                </a:solidFill>
                <a:latin typeface="Calibri"/>
                <a:cs typeface="Calibri"/>
              </a:rPr>
              <a:t>n</a:t>
            </a:r>
            <a:r>
              <a:rPr sz="1200" spc="-15" dirty="0">
                <a:solidFill>
                  <a:srgbClr val="242424"/>
                </a:solidFill>
                <a:latin typeface="Calibri"/>
                <a:cs typeface="Calibri"/>
              </a:rPr>
              <a:t>ag</a:t>
            </a:r>
            <a:r>
              <a:rPr sz="1200" dirty="0">
                <a:solidFill>
                  <a:srgbClr val="242424"/>
                </a:solidFill>
                <a:latin typeface="Calibri"/>
                <a:cs typeface="Calibri"/>
              </a:rPr>
              <a:t>es</a:t>
            </a:r>
            <a:r>
              <a:rPr sz="1200" spc="-10" dirty="0">
                <a:solidFill>
                  <a:srgbClr val="242424"/>
                </a:solidFill>
                <a:latin typeface="Calibri"/>
                <a:cs typeface="Calibri"/>
              </a:rPr>
              <a:t> </a:t>
            </a:r>
            <a:r>
              <a:rPr sz="1200" dirty="0">
                <a:solidFill>
                  <a:srgbClr val="242424"/>
                </a:solidFill>
                <a:latin typeface="Calibri"/>
                <a:cs typeface="Calibri"/>
              </a:rPr>
              <a:t>Ma</a:t>
            </a:r>
            <a:r>
              <a:rPr sz="1200" spc="5" dirty="0">
                <a:solidFill>
                  <a:srgbClr val="242424"/>
                </a:solidFill>
                <a:latin typeface="Calibri"/>
                <a:cs typeface="Calibri"/>
              </a:rPr>
              <a:t>p</a:t>
            </a:r>
            <a:r>
              <a:rPr sz="1200" spc="-30" dirty="0">
                <a:solidFill>
                  <a:srgbClr val="242424"/>
                </a:solidFill>
                <a:latin typeface="Calibri"/>
                <a:cs typeface="Calibri"/>
              </a:rPr>
              <a:t>R</a:t>
            </a:r>
            <a:r>
              <a:rPr sz="1200" dirty="0">
                <a:solidFill>
                  <a:srgbClr val="242424"/>
                </a:solidFill>
                <a:latin typeface="Calibri"/>
                <a:cs typeface="Calibri"/>
              </a:rPr>
              <a:t>e</a:t>
            </a:r>
            <a:r>
              <a:rPr sz="1200" spc="5" dirty="0">
                <a:solidFill>
                  <a:srgbClr val="242424"/>
                </a:solidFill>
                <a:latin typeface="Calibri"/>
                <a:cs typeface="Calibri"/>
              </a:rPr>
              <a:t>d</a:t>
            </a:r>
            <a:r>
              <a:rPr sz="1200" dirty="0">
                <a:solidFill>
                  <a:srgbClr val="242424"/>
                </a:solidFill>
                <a:latin typeface="Calibri"/>
                <a:cs typeface="Calibri"/>
              </a:rPr>
              <a:t>u</a:t>
            </a:r>
            <a:r>
              <a:rPr sz="1200" spc="-5" dirty="0">
                <a:solidFill>
                  <a:srgbClr val="242424"/>
                </a:solidFill>
                <a:latin typeface="Calibri"/>
                <a:cs typeface="Calibri"/>
              </a:rPr>
              <a:t>c</a:t>
            </a:r>
            <a:r>
              <a:rPr sz="1200" dirty="0">
                <a:solidFill>
                  <a:srgbClr val="242424"/>
                </a:solidFill>
                <a:latin typeface="Calibri"/>
                <a:cs typeface="Calibri"/>
              </a:rPr>
              <a:t>e</a:t>
            </a:r>
            <a:r>
              <a:rPr sz="1200" spc="-50" dirty="0">
                <a:solidFill>
                  <a:srgbClr val="242424"/>
                </a:solidFill>
                <a:latin typeface="Calibri"/>
                <a:cs typeface="Calibri"/>
              </a:rPr>
              <a:t> </a:t>
            </a:r>
            <a:r>
              <a:rPr sz="1200" dirty="0">
                <a:solidFill>
                  <a:srgbClr val="242424"/>
                </a:solidFill>
                <a:latin typeface="Calibri"/>
                <a:cs typeface="Calibri"/>
              </a:rPr>
              <a:t>Jo</a:t>
            </a:r>
            <a:r>
              <a:rPr sz="1200" spc="5" dirty="0">
                <a:solidFill>
                  <a:srgbClr val="242424"/>
                </a:solidFill>
                <a:latin typeface="Calibri"/>
                <a:cs typeface="Calibri"/>
              </a:rPr>
              <a:t>bs</a:t>
            </a:r>
            <a:endParaRPr sz="1200">
              <a:latin typeface="Calibri"/>
              <a:cs typeface="Calibri"/>
            </a:endParaRPr>
          </a:p>
          <a:p>
            <a:pPr marL="299085" marR="5080" indent="-287020">
              <a:lnSpc>
                <a:spcPct val="150000"/>
              </a:lnSpc>
              <a:buFont typeface="Wingdings"/>
              <a:buChar char=""/>
              <a:tabLst>
                <a:tab pos="299085" algn="l"/>
                <a:tab pos="299720" algn="l"/>
              </a:tabLst>
            </a:pPr>
            <a:r>
              <a:rPr sz="1200" spc="5" dirty="0">
                <a:solidFill>
                  <a:srgbClr val="242424"/>
                </a:solidFill>
                <a:latin typeface="Calibri"/>
                <a:cs typeface="Calibri"/>
              </a:rPr>
              <a:t>N</a:t>
            </a:r>
            <a:r>
              <a:rPr sz="1200" dirty="0">
                <a:solidFill>
                  <a:srgbClr val="242424"/>
                </a:solidFill>
                <a:latin typeface="Calibri"/>
                <a:cs typeface="Calibri"/>
              </a:rPr>
              <a:t>e</a:t>
            </a:r>
            <a:r>
              <a:rPr sz="1200" spc="-15" dirty="0">
                <a:solidFill>
                  <a:srgbClr val="242424"/>
                </a:solidFill>
                <a:latin typeface="Calibri"/>
                <a:cs typeface="Calibri"/>
              </a:rPr>
              <a:t>g</a:t>
            </a:r>
            <a:r>
              <a:rPr sz="1200" dirty="0">
                <a:solidFill>
                  <a:srgbClr val="242424"/>
                </a:solidFill>
                <a:latin typeface="Calibri"/>
                <a:cs typeface="Calibri"/>
              </a:rPr>
              <a:t>oti</a:t>
            </a:r>
            <a:r>
              <a:rPr sz="1200" spc="-15" dirty="0">
                <a:solidFill>
                  <a:srgbClr val="242424"/>
                </a:solidFill>
                <a:latin typeface="Calibri"/>
                <a:cs typeface="Calibri"/>
              </a:rPr>
              <a:t>a</a:t>
            </a:r>
            <a:r>
              <a:rPr sz="1200" spc="-10" dirty="0">
                <a:solidFill>
                  <a:srgbClr val="242424"/>
                </a:solidFill>
                <a:latin typeface="Calibri"/>
                <a:cs typeface="Calibri"/>
              </a:rPr>
              <a:t>t</a:t>
            </a:r>
            <a:r>
              <a:rPr sz="1200" dirty="0">
                <a:solidFill>
                  <a:srgbClr val="242424"/>
                </a:solidFill>
                <a:latin typeface="Calibri"/>
                <a:cs typeface="Calibri"/>
              </a:rPr>
              <a:t>es</a:t>
            </a:r>
            <a:r>
              <a:rPr sz="1200" spc="-85" dirty="0">
                <a:solidFill>
                  <a:srgbClr val="242424"/>
                </a:solidFill>
                <a:latin typeface="Calibri"/>
                <a:cs typeface="Calibri"/>
              </a:rPr>
              <a:t> </a:t>
            </a:r>
            <a:r>
              <a:rPr sz="1200" spc="-10" dirty="0">
                <a:solidFill>
                  <a:srgbClr val="242424"/>
                </a:solidFill>
                <a:latin typeface="Calibri"/>
                <a:cs typeface="Calibri"/>
              </a:rPr>
              <a:t>w</a:t>
            </a:r>
            <a:r>
              <a:rPr sz="1200" dirty="0">
                <a:solidFill>
                  <a:srgbClr val="242424"/>
                </a:solidFill>
                <a:latin typeface="Calibri"/>
                <a:cs typeface="Calibri"/>
              </a:rPr>
              <a:t>i</a:t>
            </a:r>
            <a:r>
              <a:rPr sz="1200" spc="5" dirty="0">
                <a:solidFill>
                  <a:srgbClr val="242424"/>
                </a:solidFill>
                <a:latin typeface="Calibri"/>
                <a:cs typeface="Calibri"/>
              </a:rPr>
              <a:t>t</a:t>
            </a:r>
            <a:r>
              <a:rPr sz="1200" dirty="0">
                <a:solidFill>
                  <a:srgbClr val="242424"/>
                </a:solidFill>
                <a:latin typeface="Calibri"/>
                <a:cs typeface="Calibri"/>
              </a:rPr>
              <a:t>h</a:t>
            </a:r>
            <a:r>
              <a:rPr sz="1200" spc="-15" dirty="0">
                <a:solidFill>
                  <a:srgbClr val="242424"/>
                </a:solidFill>
                <a:latin typeface="Calibri"/>
                <a:cs typeface="Calibri"/>
              </a:rPr>
              <a:t> </a:t>
            </a:r>
            <a:r>
              <a:rPr sz="1200" spc="-55" dirty="0">
                <a:solidFill>
                  <a:srgbClr val="242424"/>
                </a:solidFill>
                <a:latin typeface="Calibri"/>
                <a:cs typeface="Calibri"/>
              </a:rPr>
              <a:t>R</a:t>
            </a:r>
            <a:r>
              <a:rPr sz="1200" dirty="0">
                <a:solidFill>
                  <a:srgbClr val="242424"/>
                </a:solidFill>
                <a:latin typeface="Calibri"/>
                <a:cs typeface="Calibri"/>
              </a:rPr>
              <a:t>e</a:t>
            </a:r>
            <a:r>
              <a:rPr sz="1200" spc="-5" dirty="0">
                <a:solidFill>
                  <a:srgbClr val="242424"/>
                </a:solidFill>
                <a:latin typeface="Calibri"/>
                <a:cs typeface="Calibri"/>
              </a:rPr>
              <a:t>so</a:t>
            </a:r>
            <a:r>
              <a:rPr sz="1200" spc="10" dirty="0">
                <a:solidFill>
                  <a:srgbClr val="242424"/>
                </a:solidFill>
                <a:latin typeface="Calibri"/>
                <a:cs typeface="Calibri"/>
              </a:rPr>
              <a:t>u</a:t>
            </a:r>
            <a:r>
              <a:rPr sz="1200" spc="-25" dirty="0">
                <a:solidFill>
                  <a:srgbClr val="242424"/>
                </a:solidFill>
                <a:latin typeface="Calibri"/>
                <a:cs typeface="Calibri"/>
              </a:rPr>
              <a:t>r</a:t>
            </a:r>
            <a:r>
              <a:rPr sz="1200" spc="-5" dirty="0">
                <a:solidFill>
                  <a:srgbClr val="242424"/>
                </a:solidFill>
                <a:latin typeface="Calibri"/>
                <a:cs typeface="Calibri"/>
              </a:rPr>
              <a:t>c</a:t>
            </a:r>
            <a:r>
              <a:rPr sz="1200" dirty="0">
                <a:solidFill>
                  <a:srgbClr val="242424"/>
                </a:solidFill>
                <a:latin typeface="Calibri"/>
                <a:cs typeface="Calibri"/>
              </a:rPr>
              <a:t>e</a:t>
            </a:r>
            <a:r>
              <a:rPr sz="1200" spc="-55" dirty="0">
                <a:solidFill>
                  <a:srgbClr val="242424"/>
                </a:solidFill>
                <a:latin typeface="Calibri"/>
                <a:cs typeface="Calibri"/>
              </a:rPr>
              <a:t> </a:t>
            </a:r>
            <a:r>
              <a:rPr sz="1200" spc="5" dirty="0">
                <a:solidFill>
                  <a:srgbClr val="242424"/>
                </a:solidFill>
                <a:latin typeface="Calibri"/>
                <a:cs typeface="Calibri"/>
              </a:rPr>
              <a:t>M</a:t>
            </a:r>
            <a:r>
              <a:rPr sz="1200" spc="-15" dirty="0">
                <a:solidFill>
                  <a:srgbClr val="242424"/>
                </a:solidFill>
                <a:latin typeface="Calibri"/>
                <a:cs typeface="Calibri"/>
              </a:rPr>
              <a:t>a</a:t>
            </a:r>
            <a:r>
              <a:rPr sz="1200" spc="5" dirty="0">
                <a:solidFill>
                  <a:srgbClr val="242424"/>
                </a:solidFill>
                <a:latin typeface="Calibri"/>
                <a:cs typeface="Calibri"/>
              </a:rPr>
              <a:t>n</a:t>
            </a:r>
            <a:r>
              <a:rPr sz="1200" spc="-15" dirty="0">
                <a:solidFill>
                  <a:srgbClr val="242424"/>
                </a:solidFill>
                <a:latin typeface="Calibri"/>
                <a:cs typeface="Calibri"/>
              </a:rPr>
              <a:t>ag</a:t>
            </a:r>
            <a:r>
              <a:rPr sz="1200" dirty="0">
                <a:solidFill>
                  <a:srgbClr val="242424"/>
                </a:solidFill>
                <a:latin typeface="Calibri"/>
                <a:cs typeface="Calibri"/>
              </a:rPr>
              <a:t>er</a:t>
            </a:r>
            <a:r>
              <a:rPr sz="1200" spc="-20" dirty="0">
                <a:solidFill>
                  <a:srgbClr val="242424"/>
                </a:solidFill>
                <a:latin typeface="Calibri"/>
                <a:cs typeface="Calibri"/>
              </a:rPr>
              <a:t> </a:t>
            </a:r>
            <a:r>
              <a:rPr sz="1200" spc="-10" dirty="0">
                <a:solidFill>
                  <a:srgbClr val="242424"/>
                </a:solidFill>
                <a:latin typeface="Calibri"/>
                <a:cs typeface="Calibri"/>
              </a:rPr>
              <a:t>t</a:t>
            </a:r>
            <a:r>
              <a:rPr sz="1200" dirty="0">
                <a:solidFill>
                  <a:srgbClr val="242424"/>
                </a:solidFill>
                <a:latin typeface="Calibri"/>
                <a:cs typeface="Calibri"/>
              </a:rPr>
              <a:t>o</a:t>
            </a:r>
            <a:r>
              <a:rPr sz="1200" spc="-20" dirty="0">
                <a:solidFill>
                  <a:srgbClr val="242424"/>
                </a:solidFill>
                <a:latin typeface="Calibri"/>
                <a:cs typeface="Calibri"/>
              </a:rPr>
              <a:t> </a:t>
            </a:r>
            <a:r>
              <a:rPr sz="1200" spc="-5" dirty="0">
                <a:solidFill>
                  <a:srgbClr val="242424"/>
                </a:solidFill>
                <a:latin typeface="Calibri"/>
                <a:cs typeface="Calibri"/>
              </a:rPr>
              <a:t>sc</a:t>
            </a:r>
            <a:r>
              <a:rPr sz="1200" spc="5" dirty="0">
                <a:solidFill>
                  <a:srgbClr val="242424"/>
                </a:solidFill>
                <a:latin typeface="Calibri"/>
                <a:cs typeface="Calibri"/>
              </a:rPr>
              <a:t>h</a:t>
            </a:r>
            <a:r>
              <a:rPr sz="1200" dirty="0">
                <a:solidFill>
                  <a:srgbClr val="242424"/>
                </a:solidFill>
                <a:latin typeface="Calibri"/>
                <a:cs typeface="Calibri"/>
              </a:rPr>
              <a:t>e</a:t>
            </a:r>
            <a:r>
              <a:rPr sz="1200" spc="5" dirty="0">
                <a:solidFill>
                  <a:srgbClr val="242424"/>
                </a:solidFill>
                <a:latin typeface="Calibri"/>
                <a:cs typeface="Calibri"/>
              </a:rPr>
              <a:t>d</a:t>
            </a:r>
            <a:r>
              <a:rPr sz="1200" dirty="0">
                <a:solidFill>
                  <a:srgbClr val="242424"/>
                </a:solidFill>
                <a:latin typeface="Calibri"/>
                <a:cs typeface="Calibri"/>
              </a:rPr>
              <a:t>ule  </a:t>
            </a:r>
            <a:r>
              <a:rPr sz="1200" spc="-20" dirty="0">
                <a:solidFill>
                  <a:srgbClr val="242424"/>
                </a:solidFill>
                <a:latin typeface="Calibri"/>
                <a:cs typeface="Calibri"/>
              </a:rPr>
              <a:t>tasks</a:t>
            </a:r>
            <a:endParaRPr sz="1200">
              <a:latin typeface="Calibri"/>
              <a:cs typeface="Calibri"/>
            </a:endParaRPr>
          </a:p>
          <a:p>
            <a:pPr marL="299085" indent="-287020">
              <a:lnSpc>
                <a:spcPct val="100000"/>
              </a:lnSpc>
              <a:spcBef>
                <a:spcPts val="720"/>
              </a:spcBef>
              <a:buFont typeface="Wingdings"/>
              <a:buChar char=""/>
              <a:tabLst>
                <a:tab pos="299085" algn="l"/>
                <a:tab pos="299720" algn="l"/>
              </a:tabLst>
            </a:pPr>
            <a:r>
              <a:rPr sz="1200" dirty="0">
                <a:solidFill>
                  <a:srgbClr val="242424"/>
                </a:solidFill>
                <a:latin typeface="Calibri"/>
                <a:cs typeface="Calibri"/>
              </a:rPr>
              <a:t>T</a:t>
            </a:r>
            <a:r>
              <a:rPr sz="1200" spc="-10" dirty="0">
                <a:solidFill>
                  <a:srgbClr val="242424"/>
                </a:solidFill>
                <a:latin typeface="Calibri"/>
                <a:cs typeface="Calibri"/>
              </a:rPr>
              <a:t>h</a:t>
            </a:r>
            <a:r>
              <a:rPr sz="1200" dirty="0">
                <a:solidFill>
                  <a:srgbClr val="242424"/>
                </a:solidFill>
                <a:latin typeface="Calibri"/>
                <a:cs typeface="Calibri"/>
              </a:rPr>
              <a:t>e</a:t>
            </a:r>
            <a:r>
              <a:rPr sz="1200" spc="-30" dirty="0">
                <a:solidFill>
                  <a:srgbClr val="242424"/>
                </a:solidFill>
                <a:latin typeface="Calibri"/>
                <a:cs typeface="Calibri"/>
              </a:rPr>
              <a:t> </a:t>
            </a:r>
            <a:r>
              <a:rPr sz="1200" spc="-10" dirty="0">
                <a:solidFill>
                  <a:srgbClr val="242424"/>
                </a:solidFill>
                <a:latin typeface="Calibri"/>
                <a:cs typeface="Calibri"/>
              </a:rPr>
              <a:t>t</a:t>
            </a:r>
            <a:r>
              <a:rPr sz="1200" spc="-15" dirty="0">
                <a:solidFill>
                  <a:srgbClr val="242424"/>
                </a:solidFill>
                <a:latin typeface="Calibri"/>
                <a:cs typeface="Calibri"/>
              </a:rPr>
              <a:t>a</a:t>
            </a:r>
            <a:r>
              <a:rPr sz="1200" spc="-5" dirty="0">
                <a:solidFill>
                  <a:srgbClr val="242424"/>
                </a:solidFill>
                <a:latin typeface="Calibri"/>
                <a:cs typeface="Calibri"/>
              </a:rPr>
              <a:t>s</a:t>
            </a:r>
            <a:r>
              <a:rPr sz="1200" spc="-30" dirty="0">
                <a:solidFill>
                  <a:srgbClr val="242424"/>
                </a:solidFill>
                <a:latin typeface="Calibri"/>
                <a:cs typeface="Calibri"/>
              </a:rPr>
              <a:t>k</a:t>
            </a:r>
            <a:r>
              <a:rPr sz="1200" dirty="0">
                <a:solidFill>
                  <a:srgbClr val="242424"/>
                </a:solidFill>
                <a:latin typeface="Calibri"/>
                <a:cs typeface="Calibri"/>
              </a:rPr>
              <a:t>s a</a:t>
            </a:r>
            <a:r>
              <a:rPr sz="1200" spc="-35" dirty="0">
                <a:solidFill>
                  <a:srgbClr val="242424"/>
                </a:solidFill>
                <a:latin typeface="Calibri"/>
                <a:cs typeface="Calibri"/>
              </a:rPr>
              <a:t>r</a:t>
            </a:r>
            <a:r>
              <a:rPr sz="1200" dirty="0">
                <a:solidFill>
                  <a:srgbClr val="242424"/>
                </a:solidFill>
                <a:latin typeface="Calibri"/>
                <a:cs typeface="Calibri"/>
              </a:rPr>
              <a:t>e</a:t>
            </a:r>
            <a:r>
              <a:rPr sz="1200" spc="5" dirty="0">
                <a:solidFill>
                  <a:srgbClr val="242424"/>
                </a:solidFill>
                <a:latin typeface="Calibri"/>
                <a:cs typeface="Calibri"/>
              </a:rPr>
              <a:t> </a:t>
            </a:r>
            <a:r>
              <a:rPr sz="1200" spc="-15" dirty="0">
                <a:solidFill>
                  <a:srgbClr val="242424"/>
                </a:solidFill>
                <a:latin typeface="Calibri"/>
                <a:cs typeface="Calibri"/>
              </a:rPr>
              <a:t>s</a:t>
            </a:r>
            <a:r>
              <a:rPr sz="1200" spc="-10" dirty="0">
                <a:solidFill>
                  <a:srgbClr val="242424"/>
                </a:solidFill>
                <a:latin typeface="Calibri"/>
                <a:cs typeface="Calibri"/>
              </a:rPr>
              <a:t>t</a:t>
            </a:r>
            <a:r>
              <a:rPr sz="1200" spc="-15" dirty="0">
                <a:solidFill>
                  <a:srgbClr val="242424"/>
                </a:solidFill>
                <a:latin typeface="Calibri"/>
                <a:cs typeface="Calibri"/>
              </a:rPr>
              <a:t>a</a:t>
            </a:r>
            <a:r>
              <a:rPr sz="1200" dirty="0">
                <a:solidFill>
                  <a:srgbClr val="242424"/>
                </a:solidFill>
                <a:latin typeface="Calibri"/>
                <a:cs typeface="Calibri"/>
              </a:rPr>
              <a:t>r</a:t>
            </a:r>
            <a:r>
              <a:rPr sz="1200" spc="-20" dirty="0">
                <a:solidFill>
                  <a:srgbClr val="242424"/>
                </a:solidFill>
                <a:latin typeface="Calibri"/>
                <a:cs typeface="Calibri"/>
              </a:rPr>
              <a:t>t</a:t>
            </a:r>
            <a:r>
              <a:rPr sz="1200" dirty="0">
                <a:solidFill>
                  <a:srgbClr val="242424"/>
                </a:solidFill>
                <a:latin typeface="Calibri"/>
                <a:cs typeface="Calibri"/>
              </a:rPr>
              <a:t>ed</a:t>
            </a:r>
            <a:r>
              <a:rPr sz="1200" spc="-60" dirty="0">
                <a:solidFill>
                  <a:srgbClr val="242424"/>
                </a:solidFill>
                <a:latin typeface="Calibri"/>
                <a:cs typeface="Calibri"/>
              </a:rPr>
              <a:t> </a:t>
            </a:r>
            <a:r>
              <a:rPr sz="1200" spc="5" dirty="0">
                <a:solidFill>
                  <a:srgbClr val="242424"/>
                </a:solidFill>
                <a:latin typeface="Calibri"/>
                <a:cs typeface="Calibri"/>
              </a:rPr>
              <a:t>b</a:t>
            </a:r>
            <a:r>
              <a:rPr sz="1200" dirty="0">
                <a:solidFill>
                  <a:srgbClr val="242424"/>
                </a:solidFill>
                <a:latin typeface="Calibri"/>
                <a:cs typeface="Calibri"/>
              </a:rPr>
              <a:t>y</a:t>
            </a:r>
            <a:r>
              <a:rPr sz="1200" spc="-15" dirty="0">
                <a:solidFill>
                  <a:srgbClr val="242424"/>
                </a:solidFill>
                <a:latin typeface="Calibri"/>
                <a:cs typeface="Calibri"/>
              </a:rPr>
              <a:t> </a:t>
            </a:r>
            <a:r>
              <a:rPr sz="1200" spc="5" dirty="0">
                <a:solidFill>
                  <a:srgbClr val="242424"/>
                </a:solidFill>
                <a:latin typeface="Calibri"/>
                <a:cs typeface="Calibri"/>
              </a:rPr>
              <a:t>N</a:t>
            </a:r>
            <a:r>
              <a:rPr sz="1200" dirty="0">
                <a:solidFill>
                  <a:srgbClr val="242424"/>
                </a:solidFill>
                <a:latin typeface="Calibri"/>
                <a:cs typeface="Calibri"/>
              </a:rPr>
              <a:t>o</a:t>
            </a:r>
            <a:r>
              <a:rPr sz="1200" spc="5" dirty="0">
                <a:solidFill>
                  <a:srgbClr val="242424"/>
                </a:solidFill>
                <a:latin typeface="Calibri"/>
                <a:cs typeface="Calibri"/>
              </a:rPr>
              <a:t>d</a:t>
            </a:r>
            <a:r>
              <a:rPr sz="1200" dirty="0">
                <a:solidFill>
                  <a:srgbClr val="242424"/>
                </a:solidFill>
                <a:latin typeface="Calibri"/>
                <a:cs typeface="Calibri"/>
              </a:rPr>
              <a:t>e</a:t>
            </a:r>
            <a:r>
              <a:rPr sz="1200" spc="5" dirty="0">
                <a:solidFill>
                  <a:srgbClr val="242424"/>
                </a:solidFill>
                <a:latin typeface="Calibri"/>
                <a:cs typeface="Calibri"/>
              </a:rPr>
              <a:t>M</a:t>
            </a:r>
            <a:r>
              <a:rPr sz="1200" spc="-15" dirty="0">
                <a:solidFill>
                  <a:srgbClr val="242424"/>
                </a:solidFill>
                <a:latin typeface="Calibri"/>
                <a:cs typeface="Calibri"/>
              </a:rPr>
              <a:t>a</a:t>
            </a:r>
            <a:r>
              <a:rPr sz="1200" spc="5" dirty="0">
                <a:solidFill>
                  <a:srgbClr val="242424"/>
                </a:solidFill>
                <a:latin typeface="Calibri"/>
                <a:cs typeface="Calibri"/>
              </a:rPr>
              <a:t>n</a:t>
            </a:r>
            <a:r>
              <a:rPr sz="1200" spc="-15" dirty="0">
                <a:solidFill>
                  <a:srgbClr val="242424"/>
                </a:solidFill>
                <a:latin typeface="Calibri"/>
                <a:cs typeface="Calibri"/>
              </a:rPr>
              <a:t>ag</a:t>
            </a:r>
            <a:r>
              <a:rPr sz="1200" dirty="0">
                <a:solidFill>
                  <a:srgbClr val="242424"/>
                </a:solidFill>
                <a:latin typeface="Calibri"/>
                <a:cs typeface="Calibri"/>
              </a:rPr>
              <a:t>er(</a:t>
            </a:r>
            <a:r>
              <a:rPr sz="1200" spc="-5" dirty="0">
                <a:solidFill>
                  <a:srgbClr val="242424"/>
                </a:solidFill>
                <a:latin typeface="Calibri"/>
                <a:cs typeface="Calibri"/>
              </a:rPr>
              <a:t>s</a:t>
            </a:r>
            <a:r>
              <a:rPr sz="1200" dirty="0">
                <a:solidFill>
                  <a:srgbClr val="242424"/>
                </a:solidFill>
                <a:latin typeface="Calibri"/>
                <a:cs typeface="Calibri"/>
              </a:rPr>
              <a:t>)</a:t>
            </a:r>
            <a:endParaRPr sz="1200">
              <a:latin typeface="Calibri"/>
              <a:cs typeface="Calibri"/>
            </a:endParaRPr>
          </a:p>
        </p:txBody>
      </p:sp>
      <p:sp>
        <p:nvSpPr>
          <p:cNvPr id="4" name="object 4"/>
          <p:cNvSpPr txBox="1"/>
          <p:nvPr/>
        </p:nvSpPr>
        <p:spPr>
          <a:xfrm>
            <a:off x="4576953" y="1005662"/>
            <a:ext cx="1384300" cy="208915"/>
          </a:xfrm>
          <a:prstGeom prst="rect">
            <a:avLst/>
          </a:prstGeom>
        </p:spPr>
        <p:txBody>
          <a:bodyPr vert="horz" wrap="square" lIns="0" tIns="12700" rIns="0" bIns="0" rtlCol="0">
            <a:spAutoFit/>
          </a:bodyPr>
          <a:lstStyle/>
          <a:p>
            <a:pPr marL="262255" indent="-250190">
              <a:lnSpc>
                <a:spcPct val="100000"/>
              </a:lnSpc>
              <a:spcBef>
                <a:spcPts val="100"/>
              </a:spcBef>
              <a:buFont typeface="Wingdings"/>
              <a:buChar char=""/>
              <a:tabLst>
                <a:tab pos="262255" algn="l"/>
                <a:tab pos="262890" algn="l"/>
              </a:tabLst>
            </a:pPr>
            <a:r>
              <a:rPr sz="1200" dirty="0">
                <a:solidFill>
                  <a:srgbClr val="006EC0"/>
                </a:solidFill>
                <a:latin typeface="Calibri"/>
                <a:cs typeface="Calibri"/>
              </a:rPr>
              <a:t>Job</a:t>
            </a:r>
            <a:r>
              <a:rPr sz="1200" spc="-15" dirty="0">
                <a:solidFill>
                  <a:srgbClr val="006EC0"/>
                </a:solidFill>
                <a:latin typeface="Calibri"/>
                <a:cs typeface="Calibri"/>
              </a:rPr>
              <a:t> </a:t>
            </a:r>
            <a:r>
              <a:rPr sz="1200" spc="-5" dirty="0">
                <a:solidFill>
                  <a:srgbClr val="006EC0"/>
                </a:solidFill>
                <a:latin typeface="Calibri"/>
                <a:cs typeface="Calibri"/>
              </a:rPr>
              <a:t>H</a:t>
            </a:r>
            <a:r>
              <a:rPr sz="1200" dirty="0">
                <a:solidFill>
                  <a:srgbClr val="006EC0"/>
                </a:solidFill>
                <a:latin typeface="Calibri"/>
                <a:cs typeface="Calibri"/>
              </a:rPr>
              <a:t>i</a:t>
            </a:r>
            <a:r>
              <a:rPr sz="1200" spc="-15" dirty="0">
                <a:solidFill>
                  <a:srgbClr val="006EC0"/>
                </a:solidFill>
                <a:latin typeface="Calibri"/>
                <a:cs typeface="Calibri"/>
              </a:rPr>
              <a:t>s</a:t>
            </a:r>
            <a:r>
              <a:rPr sz="1200" spc="-10" dirty="0">
                <a:solidFill>
                  <a:srgbClr val="006EC0"/>
                </a:solidFill>
                <a:latin typeface="Calibri"/>
                <a:cs typeface="Calibri"/>
              </a:rPr>
              <a:t>t</a:t>
            </a:r>
            <a:r>
              <a:rPr sz="1200" spc="-5" dirty="0">
                <a:solidFill>
                  <a:srgbClr val="006EC0"/>
                </a:solidFill>
                <a:latin typeface="Calibri"/>
                <a:cs typeface="Calibri"/>
              </a:rPr>
              <a:t>or</a:t>
            </a:r>
            <a:r>
              <a:rPr sz="1200" dirty="0">
                <a:solidFill>
                  <a:srgbClr val="006EC0"/>
                </a:solidFill>
                <a:latin typeface="Calibri"/>
                <a:cs typeface="Calibri"/>
              </a:rPr>
              <a:t>y</a:t>
            </a:r>
            <a:r>
              <a:rPr sz="1200" spc="-50" dirty="0">
                <a:solidFill>
                  <a:srgbClr val="006EC0"/>
                </a:solidFill>
                <a:latin typeface="Calibri"/>
                <a:cs typeface="Calibri"/>
              </a:rPr>
              <a:t> </a:t>
            </a:r>
            <a:r>
              <a:rPr sz="1200" spc="-5" dirty="0">
                <a:solidFill>
                  <a:srgbClr val="006EC0"/>
                </a:solidFill>
                <a:latin typeface="Calibri"/>
                <a:cs typeface="Calibri"/>
              </a:rPr>
              <a:t>Se</a:t>
            </a:r>
            <a:r>
              <a:rPr sz="1200" spc="10" dirty="0">
                <a:solidFill>
                  <a:srgbClr val="006EC0"/>
                </a:solidFill>
                <a:latin typeface="Calibri"/>
                <a:cs typeface="Calibri"/>
              </a:rPr>
              <a:t>r</a:t>
            </a:r>
            <a:r>
              <a:rPr sz="1200" spc="-20" dirty="0">
                <a:solidFill>
                  <a:srgbClr val="006EC0"/>
                </a:solidFill>
                <a:latin typeface="Calibri"/>
                <a:cs typeface="Calibri"/>
              </a:rPr>
              <a:t>v</a:t>
            </a:r>
            <a:r>
              <a:rPr sz="1200" dirty="0">
                <a:solidFill>
                  <a:srgbClr val="006EC0"/>
                </a:solidFill>
                <a:latin typeface="Calibri"/>
                <a:cs typeface="Calibri"/>
              </a:rPr>
              <a:t>er</a:t>
            </a:r>
            <a:endParaRPr sz="1200">
              <a:latin typeface="Calibri"/>
              <a:cs typeface="Calibri"/>
            </a:endParaRPr>
          </a:p>
        </p:txBody>
      </p:sp>
      <p:sp>
        <p:nvSpPr>
          <p:cNvPr id="5" name="object 5"/>
          <p:cNvSpPr txBox="1"/>
          <p:nvPr/>
        </p:nvSpPr>
        <p:spPr>
          <a:xfrm>
            <a:off x="5034153" y="1218057"/>
            <a:ext cx="3180080" cy="574040"/>
          </a:xfrm>
          <a:prstGeom prst="rect">
            <a:avLst/>
          </a:prstGeom>
        </p:spPr>
        <p:txBody>
          <a:bodyPr vert="horz" wrap="square" lIns="0" tIns="12700" rIns="0" bIns="0" rtlCol="0">
            <a:spAutoFit/>
          </a:bodyPr>
          <a:lstStyle/>
          <a:p>
            <a:pPr marL="299085" marR="5080" indent="-287020">
              <a:lnSpc>
                <a:spcPct val="100000"/>
              </a:lnSpc>
              <a:spcBef>
                <a:spcPts val="100"/>
              </a:spcBef>
              <a:buFont typeface="Wingdings"/>
              <a:buChar char=""/>
              <a:tabLst>
                <a:tab pos="299085" algn="l"/>
                <a:tab pos="299720" algn="l"/>
              </a:tabLst>
            </a:pPr>
            <a:r>
              <a:rPr sz="1200" spc="-5" dirty="0">
                <a:solidFill>
                  <a:srgbClr val="242424"/>
                </a:solidFill>
                <a:latin typeface="Calibri"/>
                <a:cs typeface="Calibri"/>
              </a:rPr>
              <a:t>Maintains information </a:t>
            </a:r>
            <a:r>
              <a:rPr sz="1200" dirty="0">
                <a:solidFill>
                  <a:srgbClr val="242424"/>
                </a:solidFill>
                <a:latin typeface="Calibri"/>
                <a:cs typeface="Calibri"/>
              </a:rPr>
              <a:t>about </a:t>
            </a:r>
            <a:r>
              <a:rPr sz="1200" spc="-5" dirty="0">
                <a:solidFill>
                  <a:srgbClr val="242424"/>
                </a:solidFill>
                <a:latin typeface="Calibri"/>
                <a:cs typeface="Calibri"/>
              </a:rPr>
              <a:t>submitted </a:t>
            </a:r>
            <a:r>
              <a:rPr sz="1200" dirty="0">
                <a:solidFill>
                  <a:srgbClr val="242424"/>
                </a:solidFill>
                <a:latin typeface="Calibri"/>
                <a:cs typeface="Calibri"/>
              </a:rPr>
              <a:t> </a:t>
            </a:r>
            <a:r>
              <a:rPr sz="1200" spc="-5" dirty="0">
                <a:solidFill>
                  <a:srgbClr val="242424"/>
                </a:solidFill>
                <a:latin typeface="Calibri"/>
                <a:cs typeface="Calibri"/>
              </a:rPr>
              <a:t>MapReduce jobs after </a:t>
            </a:r>
            <a:r>
              <a:rPr sz="1200" dirty="0">
                <a:solidFill>
                  <a:srgbClr val="242424"/>
                </a:solidFill>
                <a:latin typeface="Calibri"/>
                <a:cs typeface="Calibri"/>
              </a:rPr>
              <a:t>their </a:t>
            </a:r>
            <a:r>
              <a:rPr sz="1200" spc="-5" dirty="0">
                <a:solidFill>
                  <a:srgbClr val="242424"/>
                </a:solidFill>
                <a:latin typeface="Calibri"/>
                <a:cs typeface="Calibri"/>
              </a:rPr>
              <a:t>ApplicationMaster </a:t>
            </a:r>
            <a:r>
              <a:rPr sz="1200" spc="-260" dirty="0">
                <a:solidFill>
                  <a:srgbClr val="242424"/>
                </a:solidFill>
                <a:latin typeface="Calibri"/>
                <a:cs typeface="Calibri"/>
              </a:rPr>
              <a:t> </a:t>
            </a:r>
            <a:r>
              <a:rPr sz="1200" spc="-5" dirty="0">
                <a:solidFill>
                  <a:srgbClr val="242424"/>
                </a:solidFill>
                <a:latin typeface="Calibri"/>
                <a:cs typeface="Calibri"/>
              </a:rPr>
              <a:t>terminates</a:t>
            </a:r>
            <a:endParaRPr sz="1200">
              <a:latin typeface="Calibri"/>
              <a:cs typeface="Calibri"/>
            </a:endParaRPr>
          </a:p>
        </p:txBody>
      </p:sp>
      <p:sp>
        <p:nvSpPr>
          <p:cNvPr id="6" name="object 6"/>
          <p:cNvSpPr txBox="1"/>
          <p:nvPr/>
        </p:nvSpPr>
        <p:spPr>
          <a:xfrm>
            <a:off x="422249" y="1137030"/>
            <a:ext cx="2232660" cy="391160"/>
          </a:xfrm>
          <a:prstGeom prst="rect">
            <a:avLst/>
          </a:prstGeom>
        </p:spPr>
        <p:txBody>
          <a:bodyPr vert="horz" wrap="square" lIns="0" tIns="12700" rIns="0" bIns="0" rtlCol="0">
            <a:spAutoFit/>
          </a:bodyPr>
          <a:lstStyle/>
          <a:p>
            <a:pPr marL="255270" indent="-243204">
              <a:lnSpc>
                <a:spcPct val="100000"/>
              </a:lnSpc>
              <a:spcBef>
                <a:spcPts val="100"/>
              </a:spcBef>
              <a:buFont typeface="Wingdings"/>
              <a:buChar char=""/>
              <a:tabLst>
                <a:tab pos="254635" algn="l"/>
                <a:tab pos="255904" algn="l"/>
              </a:tabLst>
            </a:pPr>
            <a:r>
              <a:rPr sz="1200" spc="-5" dirty="0">
                <a:solidFill>
                  <a:srgbClr val="006FC0"/>
                </a:solidFill>
                <a:latin typeface="Calibri"/>
                <a:cs typeface="Calibri"/>
              </a:rPr>
              <a:t>Client</a:t>
            </a:r>
            <a:endParaRPr sz="1200">
              <a:latin typeface="Calibri"/>
              <a:cs typeface="Calibri"/>
            </a:endParaRPr>
          </a:p>
          <a:p>
            <a:pPr marL="598170" lvl="1" indent="-243204">
              <a:lnSpc>
                <a:spcPct val="100000"/>
              </a:lnSpc>
              <a:buFont typeface="Wingdings"/>
              <a:buChar char=""/>
              <a:tabLst>
                <a:tab pos="597535" algn="l"/>
                <a:tab pos="598805" algn="l"/>
              </a:tabLst>
            </a:pPr>
            <a:r>
              <a:rPr sz="1200" dirty="0">
                <a:solidFill>
                  <a:srgbClr val="252525"/>
                </a:solidFill>
                <a:latin typeface="Calibri"/>
                <a:cs typeface="Calibri"/>
              </a:rPr>
              <a:t>Submits</a:t>
            </a:r>
            <a:r>
              <a:rPr sz="1200" spc="-50" dirty="0">
                <a:solidFill>
                  <a:srgbClr val="252525"/>
                </a:solidFill>
                <a:latin typeface="Calibri"/>
                <a:cs typeface="Calibri"/>
              </a:rPr>
              <a:t> </a:t>
            </a:r>
            <a:r>
              <a:rPr sz="1200" dirty="0">
                <a:solidFill>
                  <a:srgbClr val="252525"/>
                </a:solidFill>
                <a:latin typeface="Calibri"/>
                <a:cs typeface="Calibri"/>
              </a:rPr>
              <a:t>a</a:t>
            </a:r>
            <a:r>
              <a:rPr sz="1200" spc="-20" dirty="0">
                <a:solidFill>
                  <a:srgbClr val="252525"/>
                </a:solidFill>
                <a:latin typeface="Calibri"/>
                <a:cs typeface="Calibri"/>
              </a:rPr>
              <a:t> </a:t>
            </a:r>
            <a:r>
              <a:rPr sz="1200" spc="-5" dirty="0">
                <a:solidFill>
                  <a:srgbClr val="252525"/>
                </a:solidFill>
                <a:latin typeface="Calibri"/>
                <a:cs typeface="Calibri"/>
              </a:rPr>
              <a:t>MapReduce</a:t>
            </a:r>
            <a:r>
              <a:rPr sz="1200" spc="-50" dirty="0">
                <a:solidFill>
                  <a:srgbClr val="252525"/>
                </a:solidFill>
                <a:latin typeface="Calibri"/>
                <a:cs typeface="Calibri"/>
              </a:rPr>
              <a:t> </a:t>
            </a:r>
            <a:r>
              <a:rPr sz="1200" dirty="0">
                <a:solidFill>
                  <a:srgbClr val="252525"/>
                </a:solidFill>
                <a:latin typeface="Calibri"/>
                <a:cs typeface="Calibri"/>
              </a:rPr>
              <a:t>Job</a:t>
            </a:r>
            <a:endParaRPr sz="1200">
              <a:latin typeface="Calibri"/>
              <a:cs typeface="Calibri"/>
            </a:endParaRPr>
          </a:p>
        </p:txBody>
      </p:sp>
      <p:sp>
        <p:nvSpPr>
          <p:cNvPr id="7" name="object 7"/>
          <p:cNvSpPr txBox="1"/>
          <p:nvPr/>
        </p:nvSpPr>
        <p:spPr>
          <a:xfrm>
            <a:off x="422249" y="1685925"/>
            <a:ext cx="1428750" cy="208279"/>
          </a:xfrm>
          <a:prstGeom prst="rect">
            <a:avLst/>
          </a:prstGeom>
        </p:spPr>
        <p:txBody>
          <a:bodyPr vert="horz" wrap="square" lIns="0" tIns="12700" rIns="0" bIns="0" rtlCol="0">
            <a:spAutoFit/>
          </a:bodyPr>
          <a:lstStyle/>
          <a:p>
            <a:pPr marL="255270" indent="-243204">
              <a:lnSpc>
                <a:spcPct val="100000"/>
              </a:lnSpc>
              <a:spcBef>
                <a:spcPts val="100"/>
              </a:spcBef>
              <a:buFont typeface="Wingdings"/>
              <a:buChar char=""/>
              <a:tabLst>
                <a:tab pos="254635" algn="l"/>
                <a:tab pos="255904" algn="l"/>
              </a:tabLst>
            </a:pPr>
            <a:r>
              <a:rPr sz="1200" spc="-10" dirty="0">
                <a:solidFill>
                  <a:srgbClr val="006FC0"/>
                </a:solidFill>
                <a:latin typeface="Calibri"/>
                <a:cs typeface="Calibri"/>
              </a:rPr>
              <a:t>Resource</a:t>
            </a:r>
            <a:r>
              <a:rPr sz="1200" spc="-30" dirty="0">
                <a:solidFill>
                  <a:srgbClr val="006FC0"/>
                </a:solidFill>
                <a:latin typeface="Calibri"/>
                <a:cs typeface="Calibri"/>
              </a:rPr>
              <a:t> </a:t>
            </a:r>
            <a:r>
              <a:rPr sz="1200" spc="-5" dirty="0">
                <a:solidFill>
                  <a:srgbClr val="006FC0"/>
                </a:solidFill>
                <a:latin typeface="Calibri"/>
                <a:cs typeface="Calibri"/>
              </a:rPr>
              <a:t>Manager</a:t>
            </a:r>
            <a:endParaRPr sz="1200">
              <a:latin typeface="Calibri"/>
              <a:cs typeface="Calibri"/>
            </a:endParaRPr>
          </a:p>
        </p:txBody>
      </p:sp>
      <p:sp>
        <p:nvSpPr>
          <p:cNvPr id="8" name="object 8"/>
          <p:cNvSpPr txBox="1"/>
          <p:nvPr/>
        </p:nvSpPr>
        <p:spPr>
          <a:xfrm>
            <a:off x="765454" y="1806320"/>
            <a:ext cx="2291080" cy="516255"/>
          </a:xfrm>
          <a:prstGeom prst="rect">
            <a:avLst/>
          </a:prstGeom>
        </p:spPr>
        <p:txBody>
          <a:bodyPr vert="horz" wrap="square" lIns="0" tIns="74930" rIns="0" bIns="0" rtlCol="0">
            <a:spAutoFit/>
          </a:bodyPr>
          <a:lstStyle/>
          <a:p>
            <a:pPr marL="276225" indent="-264160">
              <a:lnSpc>
                <a:spcPct val="100000"/>
              </a:lnSpc>
              <a:spcBef>
                <a:spcPts val="590"/>
              </a:spcBef>
              <a:buFont typeface="Wingdings"/>
              <a:buChar char=""/>
              <a:tabLst>
                <a:tab pos="276225" algn="l"/>
                <a:tab pos="276860" algn="l"/>
              </a:tabLst>
            </a:pPr>
            <a:r>
              <a:rPr sz="1200" spc="-5" dirty="0">
                <a:solidFill>
                  <a:srgbClr val="252525"/>
                </a:solidFill>
                <a:latin typeface="Calibri"/>
                <a:cs typeface="Calibri"/>
              </a:rPr>
              <a:t>Cluster</a:t>
            </a:r>
            <a:r>
              <a:rPr sz="1200" spc="-35" dirty="0">
                <a:solidFill>
                  <a:srgbClr val="252525"/>
                </a:solidFill>
                <a:latin typeface="Calibri"/>
                <a:cs typeface="Calibri"/>
              </a:rPr>
              <a:t> </a:t>
            </a:r>
            <a:r>
              <a:rPr sz="1200" spc="-5" dirty="0">
                <a:solidFill>
                  <a:srgbClr val="252525"/>
                </a:solidFill>
                <a:latin typeface="Calibri"/>
                <a:cs typeface="Calibri"/>
              </a:rPr>
              <a:t>Level</a:t>
            </a:r>
            <a:r>
              <a:rPr sz="1200" spc="-20" dirty="0">
                <a:solidFill>
                  <a:srgbClr val="252525"/>
                </a:solidFill>
                <a:latin typeface="Calibri"/>
                <a:cs typeface="Calibri"/>
              </a:rPr>
              <a:t> </a:t>
            </a:r>
            <a:r>
              <a:rPr sz="1200" spc="-5" dirty="0">
                <a:solidFill>
                  <a:srgbClr val="252525"/>
                </a:solidFill>
                <a:latin typeface="Calibri"/>
                <a:cs typeface="Calibri"/>
              </a:rPr>
              <a:t>resource</a:t>
            </a:r>
            <a:r>
              <a:rPr sz="1200" spc="-30" dirty="0">
                <a:solidFill>
                  <a:srgbClr val="252525"/>
                </a:solidFill>
                <a:latin typeface="Calibri"/>
                <a:cs typeface="Calibri"/>
              </a:rPr>
              <a:t> </a:t>
            </a:r>
            <a:r>
              <a:rPr sz="1200" spc="-5" dirty="0">
                <a:solidFill>
                  <a:srgbClr val="252525"/>
                </a:solidFill>
                <a:latin typeface="Calibri"/>
                <a:cs typeface="Calibri"/>
              </a:rPr>
              <a:t>manager</a:t>
            </a:r>
            <a:endParaRPr sz="1200">
              <a:latin typeface="Calibri"/>
              <a:cs typeface="Calibri"/>
            </a:endParaRPr>
          </a:p>
          <a:p>
            <a:pPr marL="254635" indent="-242570">
              <a:lnSpc>
                <a:spcPct val="100000"/>
              </a:lnSpc>
              <a:spcBef>
                <a:spcPts val="495"/>
              </a:spcBef>
              <a:buFont typeface="Wingdings"/>
              <a:buChar char=""/>
              <a:tabLst>
                <a:tab pos="254635" algn="l"/>
                <a:tab pos="255270" algn="l"/>
              </a:tabLst>
            </a:pPr>
            <a:r>
              <a:rPr sz="1200" spc="-5" dirty="0">
                <a:solidFill>
                  <a:srgbClr val="252525"/>
                </a:solidFill>
                <a:latin typeface="Calibri"/>
                <a:cs typeface="Calibri"/>
              </a:rPr>
              <a:t>Long</a:t>
            </a:r>
            <a:r>
              <a:rPr sz="1200" spc="-25" dirty="0">
                <a:solidFill>
                  <a:srgbClr val="252525"/>
                </a:solidFill>
                <a:latin typeface="Calibri"/>
                <a:cs typeface="Calibri"/>
              </a:rPr>
              <a:t> </a:t>
            </a:r>
            <a:r>
              <a:rPr sz="1200" spc="-10" dirty="0">
                <a:solidFill>
                  <a:srgbClr val="252525"/>
                </a:solidFill>
                <a:latin typeface="Calibri"/>
                <a:cs typeface="Calibri"/>
              </a:rPr>
              <a:t>Life,</a:t>
            </a:r>
            <a:r>
              <a:rPr sz="1200" spc="-5" dirty="0">
                <a:solidFill>
                  <a:srgbClr val="252525"/>
                </a:solidFill>
                <a:latin typeface="Calibri"/>
                <a:cs typeface="Calibri"/>
              </a:rPr>
              <a:t> High</a:t>
            </a:r>
            <a:r>
              <a:rPr sz="1200" spc="-10" dirty="0">
                <a:solidFill>
                  <a:srgbClr val="252525"/>
                </a:solidFill>
                <a:latin typeface="Calibri"/>
                <a:cs typeface="Calibri"/>
              </a:rPr>
              <a:t> </a:t>
            </a:r>
            <a:r>
              <a:rPr sz="1200" dirty="0">
                <a:solidFill>
                  <a:srgbClr val="252525"/>
                </a:solidFill>
                <a:latin typeface="Calibri"/>
                <a:cs typeface="Calibri"/>
              </a:rPr>
              <a:t>Quality</a:t>
            </a:r>
            <a:r>
              <a:rPr sz="1200" spc="-10" dirty="0">
                <a:solidFill>
                  <a:srgbClr val="252525"/>
                </a:solidFill>
                <a:latin typeface="Calibri"/>
                <a:cs typeface="Calibri"/>
              </a:rPr>
              <a:t> Hardware</a:t>
            </a:r>
            <a:endParaRPr sz="1200">
              <a:latin typeface="Calibri"/>
              <a:cs typeface="Calibri"/>
            </a:endParaRPr>
          </a:p>
        </p:txBody>
      </p:sp>
      <p:sp>
        <p:nvSpPr>
          <p:cNvPr id="9" name="object 9"/>
          <p:cNvSpPr txBox="1"/>
          <p:nvPr/>
        </p:nvSpPr>
        <p:spPr>
          <a:xfrm>
            <a:off x="422249" y="2600020"/>
            <a:ext cx="1195705" cy="208915"/>
          </a:xfrm>
          <a:prstGeom prst="rect">
            <a:avLst/>
          </a:prstGeom>
        </p:spPr>
        <p:txBody>
          <a:bodyPr vert="horz" wrap="square" lIns="0" tIns="12700" rIns="0" bIns="0" rtlCol="0">
            <a:spAutoFit/>
          </a:bodyPr>
          <a:lstStyle/>
          <a:p>
            <a:pPr marL="255270" indent="-243204">
              <a:lnSpc>
                <a:spcPct val="100000"/>
              </a:lnSpc>
              <a:spcBef>
                <a:spcPts val="100"/>
              </a:spcBef>
              <a:buFont typeface="Wingdings"/>
              <a:buChar char=""/>
              <a:tabLst>
                <a:tab pos="254635" algn="l"/>
                <a:tab pos="255904" algn="l"/>
              </a:tabLst>
            </a:pPr>
            <a:r>
              <a:rPr sz="1200" dirty="0">
                <a:solidFill>
                  <a:srgbClr val="006FC0"/>
                </a:solidFill>
                <a:latin typeface="Calibri"/>
                <a:cs typeface="Calibri"/>
              </a:rPr>
              <a:t>Node</a:t>
            </a:r>
            <a:r>
              <a:rPr sz="1200" spc="-50" dirty="0">
                <a:solidFill>
                  <a:srgbClr val="006FC0"/>
                </a:solidFill>
                <a:latin typeface="Calibri"/>
                <a:cs typeface="Calibri"/>
              </a:rPr>
              <a:t> </a:t>
            </a:r>
            <a:r>
              <a:rPr sz="1200" spc="-5" dirty="0">
                <a:solidFill>
                  <a:srgbClr val="006FC0"/>
                </a:solidFill>
                <a:latin typeface="Calibri"/>
                <a:cs typeface="Calibri"/>
              </a:rPr>
              <a:t>Manager</a:t>
            </a:r>
            <a:endParaRPr sz="1200">
              <a:latin typeface="Calibri"/>
              <a:cs typeface="Calibri"/>
            </a:endParaRPr>
          </a:p>
        </p:txBody>
      </p:sp>
      <p:sp>
        <p:nvSpPr>
          <p:cNvPr id="10" name="object 10"/>
          <p:cNvSpPr txBox="1"/>
          <p:nvPr/>
        </p:nvSpPr>
        <p:spPr>
          <a:xfrm>
            <a:off x="765454" y="2721101"/>
            <a:ext cx="2356485" cy="516255"/>
          </a:xfrm>
          <a:prstGeom prst="rect">
            <a:avLst/>
          </a:prstGeom>
        </p:spPr>
        <p:txBody>
          <a:bodyPr vert="horz" wrap="square" lIns="0" tIns="74930" rIns="0" bIns="0" rtlCol="0">
            <a:spAutoFit/>
          </a:bodyPr>
          <a:lstStyle/>
          <a:p>
            <a:pPr marL="254635" indent="-242570">
              <a:lnSpc>
                <a:spcPct val="100000"/>
              </a:lnSpc>
              <a:spcBef>
                <a:spcPts val="590"/>
              </a:spcBef>
              <a:buFont typeface="Wingdings"/>
              <a:buChar char=""/>
              <a:tabLst>
                <a:tab pos="254635" algn="l"/>
                <a:tab pos="255270" algn="l"/>
              </a:tabLst>
            </a:pPr>
            <a:r>
              <a:rPr sz="1200" spc="-5" dirty="0">
                <a:solidFill>
                  <a:srgbClr val="252525"/>
                </a:solidFill>
                <a:latin typeface="Calibri"/>
                <a:cs typeface="Calibri"/>
              </a:rPr>
              <a:t>One</a:t>
            </a:r>
            <a:r>
              <a:rPr sz="1200" spc="-25" dirty="0">
                <a:solidFill>
                  <a:srgbClr val="252525"/>
                </a:solidFill>
                <a:latin typeface="Calibri"/>
                <a:cs typeface="Calibri"/>
              </a:rPr>
              <a:t> </a:t>
            </a:r>
            <a:r>
              <a:rPr sz="1200" dirty="0">
                <a:solidFill>
                  <a:srgbClr val="252525"/>
                </a:solidFill>
                <a:latin typeface="Calibri"/>
                <a:cs typeface="Calibri"/>
              </a:rPr>
              <a:t>per</a:t>
            </a:r>
            <a:r>
              <a:rPr sz="1200" spc="-20" dirty="0">
                <a:solidFill>
                  <a:srgbClr val="252525"/>
                </a:solidFill>
                <a:latin typeface="Calibri"/>
                <a:cs typeface="Calibri"/>
              </a:rPr>
              <a:t> </a:t>
            </a:r>
            <a:r>
              <a:rPr sz="1200" spc="-10" dirty="0">
                <a:solidFill>
                  <a:srgbClr val="252525"/>
                </a:solidFill>
                <a:latin typeface="Calibri"/>
                <a:cs typeface="Calibri"/>
              </a:rPr>
              <a:t>Data</a:t>
            </a:r>
            <a:r>
              <a:rPr sz="1200" spc="-35" dirty="0">
                <a:solidFill>
                  <a:srgbClr val="252525"/>
                </a:solidFill>
                <a:latin typeface="Calibri"/>
                <a:cs typeface="Calibri"/>
              </a:rPr>
              <a:t> </a:t>
            </a:r>
            <a:r>
              <a:rPr sz="1200" dirty="0">
                <a:solidFill>
                  <a:srgbClr val="252525"/>
                </a:solidFill>
                <a:latin typeface="Calibri"/>
                <a:cs typeface="Calibri"/>
              </a:rPr>
              <a:t>Node</a:t>
            </a:r>
            <a:endParaRPr sz="1200">
              <a:latin typeface="Calibri"/>
              <a:cs typeface="Calibri"/>
            </a:endParaRPr>
          </a:p>
          <a:p>
            <a:pPr marL="254635" indent="-242570">
              <a:lnSpc>
                <a:spcPct val="100000"/>
              </a:lnSpc>
              <a:spcBef>
                <a:spcPts val="495"/>
              </a:spcBef>
              <a:buFont typeface="Wingdings"/>
              <a:buChar char=""/>
              <a:tabLst>
                <a:tab pos="254635" algn="l"/>
                <a:tab pos="255270" algn="l"/>
              </a:tabLst>
            </a:pPr>
            <a:r>
              <a:rPr sz="1200" spc="-5" dirty="0">
                <a:solidFill>
                  <a:srgbClr val="252525"/>
                </a:solidFill>
                <a:latin typeface="Calibri"/>
                <a:cs typeface="Calibri"/>
              </a:rPr>
              <a:t>Monitors</a:t>
            </a:r>
            <a:r>
              <a:rPr sz="1200" spc="-40" dirty="0">
                <a:solidFill>
                  <a:srgbClr val="252525"/>
                </a:solidFill>
                <a:latin typeface="Calibri"/>
                <a:cs typeface="Calibri"/>
              </a:rPr>
              <a:t> </a:t>
            </a:r>
            <a:r>
              <a:rPr sz="1200" spc="-5" dirty="0">
                <a:solidFill>
                  <a:srgbClr val="252525"/>
                </a:solidFill>
                <a:latin typeface="Calibri"/>
                <a:cs typeface="Calibri"/>
              </a:rPr>
              <a:t>resources</a:t>
            </a:r>
            <a:r>
              <a:rPr sz="1200" spc="-20" dirty="0">
                <a:solidFill>
                  <a:srgbClr val="252525"/>
                </a:solidFill>
                <a:latin typeface="Calibri"/>
                <a:cs typeface="Calibri"/>
              </a:rPr>
              <a:t> </a:t>
            </a:r>
            <a:r>
              <a:rPr sz="1200" spc="-5" dirty="0">
                <a:solidFill>
                  <a:srgbClr val="252525"/>
                </a:solidFill>
                <a:latin typeface="Calibri"/>
                <a:cs typeface="Calibri"/>
              </a:rPr>
              <a:t>on</a:t>
            </a:r>
            <a:r>
              <a:rPr sz="1200" spc="-15" dirty="0">
                <a:solidFill>
                  <a:srgbClr val="252525"/>
                </a:solidFill>
                <a:latin typeface="Calibri"/>
                <a:cs typeface="Calibri"/>
              </a:rPr>
              <a:t> </a:t>
            </a:r>
            <a:r>
              <a:rPr sz="1200" spc="-10" dirty="0">
                <a:solidFill>
                  <a:srgbClr val="252525"/>
                </a:solidFill>
                <a:latin typeface="Calibri"/>
                <a:cs typeface="Calibri"/>
              </a:rPr>
              <a:t>Data</a:t>
            </a:r>
            <a:r>
              <a:rPr sz="1200" spc="-20" dirty="0">
                <a:solidFill>
                  <a:srgbClr val="252525"/>
                </a:solidFill>
                <a:latin typeface="Calibri"/>
                <a:cs typeface="Calibri"/>
              </a:rPr>
              <a:t> </a:t>
            </a:r>
            <a:r>
              <a:rPr sz="1200" dirty="0">
                <a:solidFill>
                  <a:srgbClr val="252525"/>
                </a:solidFill>
                <a:latin typeface="Calibri"/>
                <a:cs typeface="Calibri"/>
              </a:rPr>
              <a:t>Node</a:t>
            </a:r>
            <a:endParaRPr sz="1200">
              <a:latin typeface="Calibri"/>
              <a:cs typeface="Calibri"/>
            </a:endParaRPr>
          </a:p>
        </p:txBody>
      </p:sp>
      <p:sp>
        <p:nvSpPr>
          <p:cNvPr id="11" name="object 11"/>
          <p:cNvSpPr txBox="1"/>
          <p:nvPr/>
        </p:nvSpPr>
        <p:spPr>
          <a:xfrm>
            <a:off x="4576953" y="3738473"/>
            <a:ext cx="880744" cy="208279"/>
          </a:xfrm>
          <a:prstGeom prst="rect">
            <a:avLst/>
          </a:prstGeom>
        </p:spPr>
        <p:txBody>
          <a:bodyPr vert="horz" wrap="square" lIns="0" tIns="12700" rIns="0" bIns="0" rtlCol="0">
            <a:spAutoFit/>
          </a:bodyPr>
          <a:lstStyle/>
          <a:p>
            <a:pPr marL="262255" indent="-250190">
              <a:lnSpc>
                <a:spcPct val="100000"/>
              </a:lnSpc>
              <a:spcBef>
                <a:spcPts val="100"/>
              </a:spcBef>
              <a:buFont typeface="Wingdings"/>
              <a:buChar char=""/>
              <a:tabLst>
                <a:tab pos="262255" algn="l"/>
                <a:tab pos="262890" algn="l"/>
              </a:tabLst>
            </a:pPr>
            <a:r>
              <a:rPr sz="1200" spc="-10" dirty="0">
                <a:solidFill>
                  <a:srgbClr val="006EC0"/>
                </a:solidFill>
                <a:latin typeface="Calibri"/>
                <a:cs typeface="Calibri"/>
              </a:rPr>
              <a:t>Container</a:t>
            </a:r>
            <a:endParaRPr sz="1200">
              <a:latin typeface="Calibri"/>
              <a:cs typeface="Calibri"/>
            </a:endParaRPr>
          </a:p>
        </p:txBody>
      </p:sp>
      <p:sp>
        <p:nvSpPr>
          <p:cNvPr id="12" name="object 12"/>
          <p:cNvSpPr txBox="1"/>
          <p:nvPr/>
        </p:nvSpPr>
        <p:spPr>
          <a:xfrm>
            <a:off x="5034153" y="3954576"/>
            <a:ext cx="2688590" cy="633095"/>
          </a:xfrm>
          <a:prstGeom prst="rect">
            <a:avLst/>
          </a:prstGeom>
        </p:spPr>
        <p:txBody>
          <a:bodyPr vert="horz" wrap="square" lIns="0" tIns="41910" rIns="0" bIns="0" rtlCol="0">
            <a:spAutoFit/>
          </a:bodyPr>
          <a:lstStyle/>
          <a:p>
            <a:pPr marL="299085" indent="-287020">
              <a:lnSpc>
                <a:spcPct val="100000"/>
              </a:lnSpc>
              <a:spcBef>
                <a:spcPts val="330"/>
              </a:spcBef>
              <a:buClr>
                <a:srgbClr val="242424"/>
              </a:buClr>
              <a:buFont typeface="Wingdings"/>
              <a:buChar char=""/>
              <a:tabLst>
                <a:tab pos="299085" algn="l"/>
                <a:tab pos="299720" algn="l"/>
              </a:tabLst>
            </a:pPr>
            <a:r>
              <a:rPr sz="1200" spc="-10" dirty="0">
                <a:solidFill>
                  <a:srgbClr val="131818"/>
                </a:solidFill>
                <a:latin typeface="Calibri"/>
                <a:cs typeface="Calibri"/>
              </a:rPr>
              <a:t>Created</a:t>
            </a:r>
            <a:r>
              <a:rPr sz="1200" spc="-35" dirty="0">
                <a:solidFill>
                  <a:srgbClr val="131818"/>
                </a:solidFill>
                <a:latin typeface="Calibri"/>
                <a:cs typeface="Calibri"/>
              </a:rPr>
              <a:t> </a:t>
            </a:r>
            <a:r>
              <a:rPr sz="1200" dirty="0">
                <a:solidFill>
                  <a:srgbClr val="131818"/>
                </a:solidFill>
                <a:latin typeface="Calibri"/>
                <a:cs typeface="Calibri"/>
              </a:rPr>
              <a:t>by</a:t>
            </a:r>
            <a:r>
              <a:rPr sz="1200" spc="-20" dirty="0">
                <a:solidFill>
                  <a:srgbClr val="131818"/>
                </a:solidFill>
                <a:latin typeface="Calibri"/>
                <a:cs typeface="Calibri"/>
              </a:rPr>
              <a:t> </a:t>
            </a:r>
            <a:r>
              <a:rPr sz="1200" dirty="0">
                <a:solidFill>
                  <a:srgbClr val="131818"/>
                </a:solidFill>
                <a:latin typeface="Calibri"/>
                <a:cs typeface="Calibri"/>
              </a:rPr>
              <a:t>NM</a:t>
            </a:r>
            <a:r>
              <a:rPr sz="1200" spc="-15" dirty="0">
                <a:solidFill>
                  <a:srgbClr val="131818"/>
                </a:solidFill>
                <a:latin typeface="Calibri"/>
                <a:cs typeface="Calibri"/>
              </a:rPr>
              <a:t> </a:t>
            </a:r>
            <a:r>
              <a:rPr sz="1200" spc="-5" dirty="0">
                <a:solidFill>
                  <a:srgbClr val="131818"/>
                </a:solidFill>
                <a:latin typeface="Calibri"/>
                <a:cs typeface="Calibri"/>
              </a:rPr>
              <a:t>when</a:t>
            </a:r>
            <a:r>
              <a:rPr sz="1200" spc="-10" dirty="0">
                <a:solidFill>
                  <a:srgbClr val="131818"/>
                </a:solidFill>
                <a:latin typeface="Calibri"/>
                <a:cs typeface="Calibri"/>
              </a:rPr>
              <a:t> </a:t>
            </a:r>
            <a:r>
              <a:rPr sz="1200" spc="-5" dirty="0">
                <a:solidFill>
                  <a:srgbClr val="131818"/>
                </a:solidFill>
                <a:latin typeface="Calibri"/>
                <a:cs typeface="Calibri"/>
              </a:rPr>
              <a:t>requested</a:t>
            </a:r>
            <a:endParaRPr sz="1200">
              <a:latin typeface="Calibri"/>
              <a:cs typeface="Calibri"/>
            </a:endParaRPr>
          </a:p>
          <a:p>
            <a:pPr marL="299085" marR="5080" indent="-287020">
              <a:lnSpc>
                <a:spcPct val="100000"/>
              </a:lnSpc>
              <a:spcBef>
                <a:spcPts val="229"/>
              </a:spcBef>
              <a:buClr>
                <a:srgbClr val="242424"/>
              </a:buClr>
              <a:buFont typeface="Wingdings"/>
              <a:buChar char=""/>
              <a:tabLst>
                <a:tab pos="334010" algn="l"/>
                <a:tab pos="334645" algn="l"/>
              </a:tabLst>
            </a:pPr>
            <a:r>
              <a:rPr dirty="0"/>
              <a:t>	</a:t>
            </a:r>
            <a:r>
              <a:rPr sz="1200" spc="-5" dirty="0">
                <a:solidFill>
                  <a:srgbClr val="131818"/>
                </a:solidFill>
                <a:latin typeface="Calibri"/>
                <a:cs typeface="Calibri"/>
              </a:rPr>
              <a:t>Allocates certain amount of resources </a:t>
            </a:r>
            <a:r>
              <a:rPr sz="1200" spc="-260" dirty="0">
                <a:solidFill>
                  <a:srgbClr val="131818"/>
                </a:solidFill>
                <a:latin typeface="Calibri"/>
                <a:cs typeface="Calibri"/>
              </a:rPr>
              <a:t> </a:t>
            </a:r>
            <a:r>
              <a:rPr sz="1200" spc="-15" dirty="0">
                <a:solidFill>
                  <a:srgbClr val="131818"/>
                </a:solidFill>
                <a:latin typeface="Calibri"/>
                <a:cs typeface="Calibri"/>
              </a:rPr>
              <a:t>(memory,</a:t>
            </a:r>
            <a:r>
              <a:rPr sz="1200" spc="-5" dirty="0">
                <a:solidFill>
                  <a:srgbClr val="131818"/>
                </a:solidFill>
                <a:latin typeface="Calibri"/>
                <a:cs typeface="Calibri"/>
              </a:rPr>
              <a:t> CPU</a:t>
            </a:r>
            <a:r>
              <a:rPr sz="1200" spc="10" dirty="0">
                <a:solidFill>
                  <a:srgbClr val="131818"/>
                </a:solidFill>
                <a:latin typeface="Calibri"/>
                <a:cs typeface="Calibri"/>
              </a:rPr>
              <a:t> </a:t>
            </a:r>
            <a:r>
              <a:rPr sz="1200" spc="-10" dirty="0">
                <a:solidFill>
                  <a:srgbClr val="131818"/>
                </a:solidFill>
                <a:latin typeface="Calibri"/>
                <a:cs typeface="Calibri"/>
              </a:rPr>
              <a:t>etc.) </a:t>
            </a:r>
            <a:r>
              <a:rPr sz="1200" spc="-5" dirty="0">
                <a:solidFill>
                  <a:srgbClr val="131818"/>
                </a:solidFill>
                <a:latin typeface="Calibri"/>
                <a:cs typeface="Calibri"/>
              </a:rPr>
              <a:t>on </a:t>
            </a:r>
            <a:r>
              <a:rPr sz="1200" dirty="0">
                <a:solidFill>
                  <a:srgbClr val="131818"/>
                </a:solidFill>
                <a:latin typeface="Calibri"/>
                <a:cs typeface="Calibri"/>
              </a:rPr>
              <a:t>a</a:t>
            </a:r>
            <a:r>
              <a:rPr sz="1200" spc="-5" dirty="0">
                <a:solidFill>
                  <a:srgbClr val="131818"/>
                </a:solidFill>
                <a:latin typeface="Calibri"/>
                <a:cs typeface="Calibri"/>
              </a:rPr>
              <a:t> </a:t>
            </a:r>
            <a:r>
              <a:rPr sz="1200" spc="-10" dirty="0">
                <a:solidFill>
                  <a:srgbClr val="131818"/>
                </a:solidFill>
                <a:latin typeface="Calibri"/>
                <a:cs typeface="Calibri"/>
              </a:rPr>
              <a:t>slave</a:t>
            </a:r>
            <a:r>
              <a:rPr sz="1200" spc="10" dirty="0">
                <a:solidFill>
                  <a:srgbClr val="131818"/>
                </a:solidFill>
                <a:latin typeface="Calibri"/>
                <a:cs typeface="Calibri"/>
              </a:rPr>
              <a:t> </a:t>
            </a:r>
            <a:r>
              <a:rPr sz="1200" dirty="0">
                <a:solidFill>
                  <a:srgbClr val="131818"/>
                </a:solidFill>
                <a:latin typeface="Calibri"/>
                <a:cs typeface="Calibri"/>
              </a:rPr>
              <a:t>node</a:t>
            </a:r>
            <a:endParaRPr sz="1200">
              <a:latin typeface="Calibri"/>
              <a:cs typeface="Calibri"/>
            </a:endParaRPr>
          </a:p>
        </p:txBody>
      </p:sp>
      <p:sp>
        <p:nvSpPr>
          <p:cNvPr id="13" name="object 13"/>
          <p:cNvSpPr txBox="1">
            <a:spLocks noGrp="1"/>
          </p:cNvSpPr>
          <p:nvPr>
            <p:ph type="title"/>
          </p:nvPr>
        </p:nvSpPr>
        <p:spPr>
          <a:xfrm>
            <a:off x="471017" y="324053"/>
            <a:ext cx="5510530"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Hadoop</a:t>
            </a:r>
            <a:r>
              <a:rPr spc="-10" dirty="0">
                <a:solidFill>
                  <a:srgbClr val="095A82"/>
                </a:solidFill>
              </a:rPr>
              <a:t> </a:t>
            </a:r>
            <a:r>
              <a:rPr spc="-5" dirty="0">
                <a:solidFill>
                  <a:srgbClr val="095A82"/>
                </a:solidFill>
              </a:rPr>
              <a:t>2.x MapReduce</a:t>
            </a:r>
            <a:r>
              <a:rPr spc="25" dirty="0">
                <a:solidFill>
                  <a:srgbClr val="095A82"/>
                </a:solidFill>
              </a:rPr>
              <a:t> </a:t>
            </a:r>
            <a:r>
              <a:rPr spc="-10" dirty="0">
                <a:solidFill>
                  <a:srgbClr val="095A82"/>
                </a:solidFill>
              </a:rPr>
              <a:t>Components</a:t>
            </a:r>
          </a:p>
        </p:txBody>
      </p:sp>
      <p:sp>
        <p:nvSpPr>
          <p:cNvPr id="15" name="object 3">
            <a:extLst>
              <a:ext uri="{FF2B5EF4-FFF2-40B4-BE49-F238E27FC236}">
                <a16:creationId xmlns:a16="http://schemas.microsoft.com/office/drawing/2014/main" id="{88FE3E31-0D88-FB01-B09A-469A488FF05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6" name="Rectangle 15">
            <a:extLst>
              <a:ext uri="{FF2B5EF4-FFF2-40B4-BE49-F238E27FC236}">
                <a16:creationId xmlns:a16="http://schemas.microsoft.com/office/drawing/2014/main" id="{35E35D31-C6BC-111F-530C-B3DA9C7D0C3E}"/>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14379973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grpSp>
        <p:nvGrpSpPr>
          <p:cNvPr id="3" name="object 3"/>
          <p:cNvGrpSpPr/>
          <p:nvPr/>
        </p:nvGrpSpPr>
        <p:grpSpPr>
          <a:xfrm>
            <a:off x="3823707" y="979932"/>
            <a:ext cx="4778375" cy="3689985"/>
            <a:chOff x="3823707" y="979932"/>
            <a:chExt cx="4778375" cy="3689985"/>
          </a:xfrm>
        </p:grpSpPr>
        <p:pic>
          <p:nvPicPr>
            <p:cNvPr id="4" name="object 4"/>
            <p:cNvPicPr/>
            <p:nvPr/>
          </p:nvPicPr>
          <p:blipFill>
            <a:blip r:embed="rId2" cstate="print"/>
            <a:stretch>
              <a:fillRect/>
            </a:stretch>
          </p:blipFill>
          <p:spPr>
            <a:xfrm>
              <a:off x="3823707" y="982942"/>
              <a:ext cx="4777757" cy="3686612"/>
            </a:xfrm>
            <a:prstGeom prst="rect">
              <a:avLst/>
            </a:prstGeom>
          </p:spPr>
        </p:pic>
        <p:sp>
          <p:nvSpPr>
            <p:cNvPr id="5" name="object 5"/>
            <p:cNvSpPr/>
            <p:nvPr/>
          </p:nvSpPr>
          <p:spPr>
            <a:xfrm>
              <a:off x="3867912" y="979932"/>
              <a:ext cx="4693920" cy="3611879"/>
            </a:xfrm>
            <a:custGeom>
              <a:avLst/>
              <a:gdLst/>
              <a:ahLst/>
              <a:cxnLst/>
              <a:rect l="l" t="t" r="r" b="b"/>
              <a:pathLst>
                <a:path w="4693920" h="3611879">
                  <a:moveTo>
                    <a:pt x="4693920" y="0"/>
                  </a:moveTo>
                  <a:lnTo>
                    <a:pt x="601979" y="0"/>
                  </a:lnTo>
                  <a:lnTo>
                    <a:pt x="554932" y="1810"/>
                  </a:lnTo>
                  <a:lnTo>
                    <a:pt x="508876" y="7154"/>
                  </a:lnTo>
                  <a:lnTo>
                    <a:pt x="463944" y="15897"/>
                  </a:lnTo>
                  <a:lnTo>
                    <a:pt x="420271" y="27905"/>
                  </a:lnTo>
                  <a:lnTo>
                    <a:pt x="377990" y="43045"/>
                  </a:lnTo>
                  <a:lnTo>
                    <a:pt x="337234" y="61182"/>
                  </a:lnTo>
                  <a:lnTo>
                    <a:pt x="298139" y="82183"/>
                  </a:lnTo>
                  <a:lnTo>
                    <a:pt x="260837" y="105914"/>
                  </a:lnTo>
                  <a:lnTo>
                    <a:pt x="225463" y="132241"/>
                  </a:lnTo>
                  <a:lnTo>
                    <a:pt x="192149" y="161031"/>
                  </a:lnTo>
                  <a:lnTo>
                    <a:pt x="161031" y="192149"/>
                  </a:lnTo>
                  <a:lnTo>
                    <a:pt x="132241" y="225463"/>
                  </a:lnTo>
                  <a:lnTo>
                    <a:pt x="105914" y="260837"/>
                  </a:lnTo>
                  <a:lnTo>
                    <a:pt x="82183" y="298139"/>
                  </a:lnTo>
                  <a:lnTo>
                    <a:pt x="61182" y="337234"/>
                  </a:lnTo>
                  <a:lnTo>
                    <a:pt x="43045" y="377990"/>
                  </a:lnTo>
                  <a:lnTo>
                    <a:pt x="27905" y="420271"/>
                  </a:lnTo>
                  <a:lnTo>
                    <a:pt x="15897" y="463944"/>
                  </a:lnTo>
                  <a:lnTo>
                    <a:pt x="7154" y="508876"/>
                  </a:lnTo>
                  <a:lnTo>
                    <a:pt x="1810" y="554932"/>
                  </a:lnTo>
                  <a:lnTo>
                    <a:pt x="0" y="601979"/>
                  </a:lnTo>
                  <a:lnTo>
                    <a:pt x="0" y="3611879"/>
                  </a:lnTo>
                  <a:lnTo>
                    <a:pt x="4091940" y="3611879"/>
                  </a:lnTo>
                  <a:lnTo>
                    <a:pt x="4138987" y="3610068"/>
                  </a:lnTo>
                  <a:lnTo>
                    <a:pt x="4185043" y="3604724"/>
                  </a:lnTo>
                  <a:lnTo>
                    <a:pt x="4229975" y="3595981"/>
                  </a:lnTo>
                  <a:lnTo>
                    <a:pt x="4273648" y="3583972"/>
                  </a:lnTo>
                  <a:lnTo>
                    <a:pt x="4315929" y="3568831"/>
                  </a:lnTo>
                  <a:lnTo>
                    <a:pt x="4356685" y="3550693"/>
                  </a:lnTo>
                  <a:lnTo>
                    <a:pt x="4395780" y="3529690"/>
                  </a:lnTo>
                  <a:lnTo>
                    <a:pt x="4433082" y="3505958"/>
                  </a:lnTo>
                  <a:lnTo>
                    <a:pt x="4468456" y="3479629"/>
                  </a:lnTo>
                  <a:lnTo>
                    <a:pt x="4501770" y="3450838"/>
                  </a:lnTo>
                  <a:lnTo>
                    <a:pt x="4532888" y="3419718"/>
                  </a:lnTo>
                  <a:lnTo>
                    <a:pt x="4561678" y="3386403"/>
                  </a:lnTo>
                  <a:lnTo>
                    <a:pt x="4588005" y="3351028"/>
                  </a:lnTo>
                  <a:lnTo>
                    <a:pt x="4611736" y="3313725"/>
                  </a:lnTo>
                  <a:lnTo>
                    <a:pt x="4632737" y="3274629"/>
                  </a:lnTo>
                  <a:lnTo>
                    <a:pt x="4650874" y="3233873"/>
                  </a:lnTo>
                  <a:lnTo>
                    <a:pt x="4666014" y="3191592"/>
                  </a:lnTo>
                  <a:lnTo>
                    <a:pt x="4678022" y="3147919"/>
                  </a:lnTo>
                  <a:lnTo>
                    <a:pt x="4686765" y="3102988"/>
                  </a:lnTo>
                  <a:lnTo>
                    <a:pt x="4692109" y="3056932"/>
                  </a:lnTo>
                  <a:lnTo>
                    <a:pt x="4693920" y="3009887"/>
                  </a:lnTo>
                  <a:lnTo>
                    <a:pt x="4693920" y="0"/>
                  </a:lnTo>
                  <a:close/>
                </a:path>
              </a:pathLst>
            </a:custGeom>
            <a:solidFill>
              <a:srgbClr val="D6E2BA"/>
            </a:solidFill>
          </p:spPr>
          <p:txBody>
            <a:bodyPr wrap="square" lIns="0" tIns="0" rIns="0" bIns="0" rtlCol="0"/>
            <a:lstStyle/>
            <a:p>
              <a:endParaRPr/>
            </a:p>
          </p:txBody>
        </p:sp>
      </p:grpSp>
      <p:grpSp>
        <p:nvGrpSpPr>
          <p:cNvPr id="6" name="object 6"/>
          <p:cNvGrpSpPr/>
          <p:nvPr/>
        </p:nvGrpSpPr>
        <p:grpSpPr>
          <a:xfrm>
            <a:off x="650706" y="1333484"/>
            <a:ext cx="2117090" cy="2962910"/>
            <a:chOff x="650706" y="1333484"/>
            <a:chExt cx="2117090" cy="2962910"/>
          </a:xfrm>
        </p:grpSpPr>
        <p:sp>
          <p:nvSpPr>
            <p:cNvPr id="7" name="object 7"/>
            <p:cNvSpPr/>
            <p:nvPr/>
          </p:nvSpPr>
          <p:spPr>
            <a:xfrm>
              <a:off x="2131822" y="2260854"/>
              <a:ext cx="635635" cy="800735"/>
            </a:xfrm>
            <a:custGeom>
              <a:avLst/>
              <a:gdLst/>
              <a:ahLst/>
              <a:cxnLst/>
              <a:rect l="l" t="t" r="r" b="b"/>
              <a:pathLst>
                <a:path w="635635" h="800735">
                  <a:moveTo>
                    <a:pt x="577275" y="53015"/>
                  </a:moveTo>
                  <a:lnTo>
                    <a:pt x="0" y="784097"/>
                  </a:lnTo>
                  <a:lnTo>
                    <a:pt x="20319" y="800226"/>
                  </a:lnTo>
                  <a:lnTo>
                    <a:pt x="597592" y="69023"/>
                  </a:lnTo>
                  <a:lnTo>
                    <a:pt x="577275" y="53015"/>
                  </a:lnTo>
                  <a:close/>
                </a:path>
                <a:path w="635635" h="800735">
                  <a:moveTo>
                    <a:pt x="626755" y="42798"/>
                  </a:moveTo>
                  <a:lnTo>
                    <a:pt x="585342" y="42798"/>
                  </a:lnTo>
                  <a:lnTo>
                    <a:pt x="605663" y="58800"/>
                  </a:lnTo>
                  <a:lnTo>
                    <a:pt x="597592" y="69023"/>
                  </a:lnTo>
                  <a:lnTo>
                    <a:pt x="617982" y="85089"/>
                  </a:lnTo>
                  <a:lnTo>
                    <a:pt x="626755" y="42798"/>
                  </a:lnTo>
                  <a:close/>
                </a:path>
                <a:path w="635635" h="800735">
                  <a:moveTo>
                    <a:pt x="585342" y="42798"/>
                  </a:moveTo>
                  <a:lnTo>
                    <a:pt x="577275" y="53015"/>
                  </a:lnTo>
                  <a:lnTo>
                    <a:pt x="597592" y="69023"/>
                  </a:lnTo>
                  <a:lnTo>
                    <a:pt x="605663" y="58800"/>
                  </a:lnTo>
                  <a:lnTo>
                    <a:pt x="585342" y="42798"/>
                  </a:lnTo>
                  <a:close/>
                </a:path>
                <a:path w="635635" h="800735">
                  <a:moveTo>
                    <a:pt x="635634" y="0"/>
                  </a:moveTo>
                  <a:lnTo>
                    <a:pt x="556894" y="36956"/>
                  </a:lnTo>
                  <a:lnTo>
                    <a:pt x="577275" y="53015"/>
                  </a:lnTo>
                  <a:lnTo>
                    <a:pt x="585342" y="42798"/>
                  </a:lnTo>
                  <a:lnTo>
                    <a:pt x="626755" y="42798"/>
                  </a:lnTo>
                  <a:lnTo>
                    <a:pt x="635634" y="0"/>
                  </a:lnTo>
                  <a:close/>
                </a:path>
              </a:pathLst>
            </a:custGeom>
            <a:solidFill>
              <a:srgbClr val="5F5F5F"/>
            </a:solidFill>
          </p:spPr>
          <p:txBody>
            <a:bodyPr wrap="square" lIns="0" tIns="0" rIns="0" bIns="0" rtlCol="0"/>
            <a:lstStyle/>
            <a:p>
              <a:endParaRPr/>
            </a:p>
          </p:txBody>
        </p:sp>
        <p:pic>
          <p:nvPicPr>
            <p:cNvPr id="8" name="object 8"/>
            <p:cNvPicPr/>
            <p:nvPr/>
          </p:nvPicPr>
          <p:blipFill>
            <a:blip r:embed="rId3" cstate="print"/>
            <a:stretch>
              <a:fillRect/>
            </a:stretch>
          </p:blipFill>
          <p:spPr>
            <a:xfrm>
              <a:off x="650706" y="1333484"/>
              <a:ext cx="983063" cy="984546"/>
            </a:xfrm>
            <a:prstGeom prst="rect">
              <a:avLst/>
            </a:prstGeom>
          </p:spPr>
        </p:pic>
        <p:sp>
          <p:nvSpPr>
            <p:cNvPr id="9" name="object 9"/>
            <p:cNvSpPr/>
            <p:nvPr/>
          </p:nvSpPr>
          <p:spPr>
            <a:xfrm>
              <a:off x="684276" y="1347216"/>
              <a:ext cx="920750" cy="922019"/>
            </a:xfrm>
            <a:custGeom>
              <a:avLst/>
              <a:gdLst/>
              <a:ahLst/>
              <a:cxnLst/>
              <a:rect l="l" t="t" r="r" b="b"/>
              <a:pathLst>
                <a:path w="920750" h="922019">
                  <a:moveTo>
                    <a:pt x="460248" y="0"/>
                  </a:moveTo>
                  <a:lnTo>
                    <a:pt x="413189" y="2379"/>
                  </a:lnTo>
                  <a:lnTo>
                    <a:pt x="367491" y="9365"/>
                  </a:lnTo>
                  <a:lnTo>
                    <a:pt x="323383" y="20723"/>
                  </a:lnTo>
                  <a:lnTo>
                    <a:pt x="281097" y="36224"/>
                  </a:lnTo>
                  <a:lnTo>
                    <a:pt x="240865" y="55636"/>
                  </a:lnTo>
                  <a:lnTo>
                    <a:pt x="202917" y="78726"/>
                  </a:lnTo>
                  <a:lnTo>
                    <a:pt x="167486" y="105263"/>
                  </a:lnTo>
                  <a:lnTo>
                    <a:pt x="134802" y="135016"/>
                  </a:lnTo>
                  <a:lnTo>
                    <a:pt x="105097" y="167753"/>
                  </a:lnTo>
                  <a:lnTo>
                    <a:pt x="78602" y="203243"/>
                  </a:lnTo>
                  <a:lnTo>
                    <a:pt x="55548" y="241253"/>
                  </a:lnTo>
                  <a:lnTo>
                    <a:pt x="36168" y="281553"/>
                  </a:lnTo>
                  <a:lnTo>
                    <a:pt x="20691" y="323909"/>
                  </a:lnTo>
                  <a:lnTo>
                    <a:pt x="9350" y="368092"/>
                  </a:lnTo>
                  <a:lnTo>
                    <a:pt x="2376" y="413870"/>
                  </a:lnTo>
                  <a:lnTo>
                    <a:pt x="0" y="461010"/>
                  </a:lnTo>
                  <a:lnTo>
                    <a:pt x="2376" y="508149"/>
                  </a:lnTo>
                  <a:lnTo>
                    <a:pt x="9350" y="553927"/>
                  </a:lnTo>
                  <a:lnTo>
                    <a:pt x="20691" y="598110"/>
                  </a:lnTo>
                  <a:lnTo>
                    <a:pt x="36168" y="640466"/>
                  </a:lnTo>
                  <a:lnTo>
                    <a:pt x="55548" y="680766"/>
                  </a:lnTo>
                  <a:lnTo>
                    <a:pt x="78602" y="718776"/>
                  </a:lnTo>
                  <a:lnTo>
                    <a:pt x="105097" y="754266"/>
                  </a:lnTo>
                  <a:lnTo>
                    <a:pt x="134802" y="787003"/>
                  </a:lnTo>
                  <a:lnTo>
                    <a:pt x="167486" y="816756"/>
                  </a:lnTo>
                  <a:lnTo>
                    <a:pt x="202917" y="843293"/>
                  </a:lnTo>
                  <a:lnTo>
                    <a:pt x="240865" y="866383"/>
                  </a:lnTo>
                  <a:lnTo>
                    <a:pt x="281097" y="885795"/>
                  </a:lnTo>
                  <a:lnTo>
                    <a:pt x="323383" y="901296"/>
                  </a:lnTo>
                  <a:lnTo>
                    <a:pt x="367491" y="912654"/>
                  </a:lnTo>
                  <a:lnTo>
                    <a:pt x="413189" y="919640"/>
                  </a:lnTo>
                  <a:lnTo>
                    <a:pt x="460248" y="922020"/>
                  </a:lnTo>
                  <a:lnTo>
                    <a:pt x="507295" y="919640"/>
                  </a:lnTo>
                  <a:lnTo>
                    <a:pt x="552986" y="912654"/>
                  </a:lnTo>
                  <a:lnTo>
                    <a:pt x="597089" y="901296"/>
                  </a:lnTo>
                  <a:lnTo>
                    <a:pt x="639371" y="885795"/>
                  </a:lnTo>
                  <a:lnTo>
                    <a:pt x="679602" y="866383"/>
                  </a:lnTo>
                  <a:lnTo>
                    <a:pt x="717550" y="843293"/>
                  </a:lnTo>
                  <a:lnTo>
                    <a:pt x="752983" y="816756"/>
                  </a:lnTo>
                  <a:lnTo>
                    <a:pt x="785669" y="787003"/>
                  </a:lnTo>
                  <a:lnTo>
                    <a:pt x="815378" y="754266"/>
                  </a:lnTo>
                  <a:lnTo>
                    <a:pt x="841876" y="718776"/>
                  </a:lnTo>
                  <a:lnTo>
                    <a:pt x="864934" y="680766"/>
                  </a:lnTo>
                  <a:lnTo>
                    <a:pt x="884318" y="640466"/>
                  </a:lnTo>
                  <a:lnTo>
                    <a:pt x="899798" y="598110"/>
                  </a:lnTo>
                  <a:lnTo>
                    <a:pt x="911142" y="553927"/>
                  </a:lnTo>
                  <a:lnTo>
                    <a:pt x="918119" y="508149"/>
                  </a:lnTo>
                  <a:lnTo>
                    <a:pt x="920495" y="461010"/>
                  </a:lnTo>
                  <a:lnTo>
                    <a:pt x="918119" y="413870"/>
                  </a:lnTo>
                  <a:lnTo>
                    <a:pt x="911142" y="368092"/>
                  </a:lnTo>
                  <a:lnTo>
                    <a:pt x="899798" y="323909"/>
                  </a:lnTo>
                  <a:lnTo>
                    <a:pt x="884318" y="281553"/>
                  </a:lnTo>
                  <a:lnTo>
                    <a:pt x="864934" y="241253"/>
                  </a:lnTo>
                  <a:lnTo>
                    <a:pt x="841876" y="203243"/>
                  </a:lnTo>
                  <a:lnTo>
                    <a:pt x="815378" y="167753"/>
                  </a:lnTo>
                  <a:lnTo>
                    <a:pt x="785669" y="135016"/>
                  </a:lnTo>
                  <a:lnTo>
                    <a:pt x="752983" y="105263"/>
                  </a:lnTo>
                  <a:lnTo>
                    <a:pt x="717550" y="78726"/>
                  </a:lnTo>
                  <a:lnTo>
                    <a:pt x="679602" y="55636"/>
                  </a:lnTo>
                  <a:lnTo>
                    <a:pt x="639371" y="36224"/>
                  </a:lnTo>
                  <a:lnTo>
                    <a:pt x="597089" y="20723"/>
                  </a:lnTo>
                  <a:lnTo>
                    <a:pt x="552986" y="9365"/>
                  </a:lnTo>
                  <a:lnTo>
                    <a:pt x="507295" y="2379"/>
                  </a:lnTo>
                  <a:lnTo>
                    <a:pt x="460248" y="0"/>
                  </a:lnTo>
                  <a:close/>
                </a:path>
              </a:pathLst>
            </a:custGeom>
            <a:solidFill>
              <a:srgbClr val="F19C13"/>
            </a:solidFill>
          </p:spPr>
          <p:txBody>
            <a:bodyPr wrap="square" lIns="0" tIns="0" rIns="0" bIns="0" rtlCol="0"/>
            <a:lstStyle/>
            <a:p>
              <a:endParaRPr/>
            </a:p>
          </p:txBody>
        </p:sp>
        <p:sp>
          <p:nvSpPr>
            <p:cNvPr id="10" name="object 10"/>
            <p:cNvSpPr/>
            <p:nvPr/>
          </p:nvSpPr>
          <p:spPr>
            <a:xfrm>
              <a:off x="1137666" y="2282189"/>
              <a:ext cx="715010" cy="798830"/>
            </a:xfrm>
            <a:custGeom>
              <a:avLst/>
              <a:gdLst/>
              <a:ahLst/>
              <a:cxnLst/>
              <a:rect l="l" t="t" r="r" b="b"/>
              <a:pathLst>
                <a:path w="715010" h="798830">
                  <a:moveTo>
                    <a:pt x="61391" y="49383"/>
                  </a:moveTo>
                  <a:lnTo>
                    <a:pt x="42103" y="66576"/>
                  </a:lnTo>
                  <a:lnTo>
                    <a:pt x="695197" y="798449"/>
                  </a:lnTo>
                  <a:lnTo>
                    <a:pt x="714502" y="781177"/>
                  </a:lnTo>
                  <a:lnTo>
                    <a:pt x="61391" y="49383"/>
                  </a:lnTo>
                  <a:close/>
                </a:path>
                <a:path w="715010" h="798830">
                  <a:moveTo>
                    <a:pt x="0" y="0"/>
                  </a:moveTo>
                  <a:lnTo>
                    <a:pt x="22758" y="83820"/>
                  </a:lnTo>
                  <a:lnTo>
                    <a:pt x="42103" y="66576"/>
                  </a:lnTo>
                  <a:lnTo>
                    <a:pt x="33464" y="56896"/>
                  </a:lnTo>
                  <a:lnTo>
                    <a:pt x="52793" y="39751"/>
                  </a:lnTo>
                  <a:lnTo>
                    <a:pt x="72197" y="39751"/>
                  </a:lnTo>
                  <a:lnTo>
                    <a:pt x="80746" y="32131"/>
                  </a:lnTo>
                  <a:lnTo>
                    <a:pt x="0" y="0"/>
                  </a:lnTo>
                  <a:close/>
                </a:path>
                <a:path w="715010" h="798830">
                  <a:moveTo>
                    <a:pt x="52793" y="39751"/>
                  </a:moveTo>
                  <a:lnTo>
                    <a:pt x="33464" y="56896"/>
                  </a:lnTo>
                  <a:lnTo>
                    <a:pt x="42103" y="66576"/>
                  </a:lnTo>
                  <a:lnTo>
                    <a:pt x="61391" y="49383"/>
                  </a:lnTo>
                  <a:lnTo>
                    <a:pt x="52793" y="39751"/>
                  </a:lnTo>
                  <a:close/>
                </a:path>
                <a:path w="715010" h="798830">
                  <a:moveTo>
                    <a:pt x="72197" y="39751"/>
                  </a:moveTo>
                  <a:lnTo>
                    <a:pt x="52793" y="39751"/>
                  </a:lnTo>
                  <a:lnTo>
                    <a:pt x="61391" y="49383"/>
                  </a:lnTo>
                  <a:lnTo>
                    <a:pt x="72197" y="39751"/>
                  </a:lnTo>
                  <a:close/>
                </a:path>
              </a:pathLst>
            </a:custGeom>
            <a:solidFill>
              <a:srgbClr val="5F5F5F"/>
            </a:solidFill>
          </p:spPr>
          <p:txBody>
            <a:bodyPr wrap="square" lIns="0" tIns="0" rIns="0" bIns="0" rtlCol="0"/>
            <a:lstStyle/>
            <a:p>
              <a:endParaRPr/>
            </a:p>
          </p:txBody>
        </p:sp>
        <p:pic>
          <p:nvPicPr>
            <p:cNvPr id="11" name="object 11"/>
            <p:cNvPicPr/>
            <p:nvPr/>
          </p:nvPicPr>
          <p:blipFill>
            <a:blip r:embed="rId4" cstate="print"/>
            <a:stretch>
              <a:fillRect/>
            </a:stretch>
          </p:blipFill>
          <p:spPr>
            <a:xfrm>
              <a:off x="1219200" y="2816339"/>
              <a:ext cx="1496568" cy="1479803"/>
            </a:xfrm>
            <a:prstGeom prst="rect">
              <a:avLst/>
            </a:prstGeom>
          </p:spPr>
        </p:pic>
        <p:pic>
          <p:nvPicPr>
            <p:cNvPr id="12" name="object 12"/>
            <p:cNvPicPr/>
            <p:nvPr/>
          </p:nvPicPr>
          <p:blipFill>
            <a:blip r:embed="rId5" cstate="print"/>
            <a:stretch>
              <a:fillRect/>
            </a:stretch>
          </p:blipFill>
          <p:spPr>
            <a:xfrm>
              <a:off x="1463040" y="3380270"/>
              <a:ext cx="1005865" cy="400773"/>
            </a:xfrm>
            <a:prstGeom prst="rect">
              <a:avLst/>
            </a:prstGeom>
          </p:spPr>
        </p:pic>
        <p:sp>
          <p:nvSpPr>
            <p:cNvPr id="13" name="object 13"/>
            <p:cNvSpPr/>
            <p:nvPr/>
          </p:nvSpPr>
          <p:spPr>
            <a:xfrm>
              <a:off x="1261872" y="2839211"/>
              <a:ext cx="1416050" cy="1399540"/>
            </a:xfrm>
            <a:custGeom>
              <a:avLst/>
              <a:gdLst/>
              <a:ahLst/>
              <a:cxnLst/>
              <a:rect l="l" t="t" r="r" b="b"/>
              <a:pathLst>
                <a:path w="1416050" h="1399539">
                  <a:moveTo>
                    <a:pt x="707897" y="0"/>
                  </a:moveTo>
                  <a:lnTo>
                    <a:pt x="659437" y="1613"/>
                  </a:lnTo>
                  <a:lnTo>
                    <a:pt x="611852" y="6385"/>
                  </a:lnTo>
                  <a:lnTo>
                    <a:pt x="565247" y="14211"/>
                  </a:lnTo>
                  <a:lnTo>
                    <a:pt x="519729" y="24987"/>
                  </a:lnTo>
                  <a:lnTo>
                    <a:pt x="475403" y="38608"/>
                  </a:lnTo>
                  <a:lnTo>
                    <a:pt x="432375" y="54971"/>
                  </a:lnTo>
                  <a:lnTo>
                    <a:pt x="390749" y="73971"/>
                  </a:lnTo>
                  <a:lnTo>
                    <a:pt x="350632" y="95503"/>
                  </a:lnTo>
                  <a:lnTo>
                    <a:pt x="312129" y="119465"/>
                  </a:lnTo>
                  <a:lnTo>
                    <a:pt x="275346" y="145752"/>
                  </a:lnTo>
                  <a:lnTo>
                    <a:pt x="240387" y="174259"/>
                  </a:lnTo>
                  <a:lnTo>
                    <a:pt x="207359" y="204882"/>
                  </a:lnTo>
                  <a:lnTo>
                    <a:pt x="176367" y="237518"/>
                  </a:lnTo>
                  <a:lnTo>
                    <a:pt x="147516" y="272061"/>
                  </a:lnTo>
                  <a:lnTo>
                    <a:pt x="120912" y="308409"/>
                  </a:lnTo>
                  <a:lnTo>
                    <a:pt x="96661" y="346455"/>
                  </a:lnTo>
                  <a:lnTo>
                    <a:pt x="74867" y="386098"/>
                  </a:lnTo>
                  <a:lnTo>
                    <a:pt x="55637" y="427231"/>
                  </a:lnTo>
                  <a:lnTo>
                    <a:pt x="39077" y="469752"/>
                  </a:lnTo>
                  <a:lnTo>
                    <a:pt x="25290" y="513556"/>
                  </a:lnTo>
                  <a:lnTo>
                    <a:pt x="14384" y="558538"/>
                  </a:lnTo>
                  <a:lnTo>
                    <a:pt x="6463" y="604595"/>
                  </a:lnTo>
                  <a:lnTo>
                    <a:pt x="1633" y="651622"/>
                  </a:lnTo>
                  <a:lnTo>
                    <a:pt x="0" y="699516"/>
                  </a:lnTo>
                  <a:lnTo>
                    <a:pt x="1633" y="747409"/>
                  </a:lnTo>
                  <a:lnTo>
                    <a:pt x="6463" y="794436"/>
                  </a:lnTo>
                  <a:lnTo>
                    <a:pt x="14384" y="840493"/>
                  </a:lnTo>
                  <a:lnTo>
                    <a:pt x="25290" y="885475"/>
                  </a:lnTo>
                  <a:lnTo>
                    <a:pt x="39077" y="929279"/>
                  </a:lnTo>
                  <a:lnTo>
                    <a:pt x="55637" y="971800"/>
                  </a:lnTo>
                  <a:lnTo>
                    <a:pt x="74867" y="1012933"/>
                  </a:lnTo>
                  <a:lnTo>
                    <a:pt x="96661" y="1052576"/>
                  </a:lnTo>
                  <a:lnTo>
                    <a:pt x="120912" y="1090622"/>
                  </a:lnTo>
                  <a:lnTo>
                    <a:pt x="147516" y="1126970"/>
                  </a:lnTo>
                  <a:lnTo>
                    <a:pt x="176367" y="1161513"/>
                  </a:lnTo>
                  <a:lnTo>
                    <a:pt x="207359" y="1194149"/>
                  </a:lnTo>
                  <a:lnTo>
                    <a:pt x="240387" y="1224772"/>
                  </a:lnTo>
                  <a:lnTo>
                    <a:pt x="275346" y="1253279"/>
                  </a:lnTo>
                  <a:lnTo>
                    <a:pt x="312129" y="1279566"/>
                  </a:lnTo>
                  <a:lnTo>
                    <a:pt x="350632" y="1303528"/>
                  </a:lnTo>
                  <a:lnTo>
                    <a:pt x="390749" y="1325060"/>
                  </a:lnTo>
                  <a:lnTo>
                    <a:pt x="432375" y="1344060"/>
                  </a:lnTo>
                  <a:lnTo>
                    <a:pt x="475403" y="1360423"/>
                  </a:lnTo>
                  <a:lnTo>
                    <a:pt x="519729" y="1374044"/>
                  </a:lnTo>
                  <a:lnTo>
                    <a:pt x="565247" y="1384820"/>
                  </a:lnTo>
                  <a:lnTo>
                    <a:pt x="611852" y="1392646"/>
                  </a:lnTo>
                  <a:lnTo>
                    <a:pt x="659437" y="1397418"/>
                  </a:lnTo>
                  <a:lnTo>
                    <a:pt x="707897" y="1399032"/>
                  </a:lnTo>
                  <a:lnTo>
                    <a:pt x="756358" y="1397418"/>
                  </a:lnTo>
                  <a:lnTo>
                    <a:pt x="803943" y="1392646"/>
                  </a:lnTo>
                  <a:lnTo>
                    <a:pt x="850548" y="1384820"/>
                  </a:lnTo>
                  <a:lnTo>
                    <a:pt x="896066" y="1374044"/>
                  </a:lnTo>
                  <a:lnTo>
                    <a:pt x="940392" y="1360423"/>
                  </a:lnTo>
                  <a:lnTo>
                    <a:pt x="983420" y="1344060"/>
                  </a:lnTo>
                  <a:lnTo>
                    <a:pt x="1025046" y="1325060"/>
                  </a:lnTo>
                  <a:lnTo>
                    <a:pt x="1065163" y="1303528"/>
                  </a:lnTo>
                  <a:lnTo>
                    <a:pt x="1103666" y="1279566"/>
                  </a:lnTo>
                  <a:lnTo>
                    <a:pt x="1140449" y="1253279"/>
                  </a:lnTo>
                  <a:lnTo>
                    <a:pt x="1175408" y="1224772"/>
                  </a:lnTo>
                  <a:lnTo>
                    <a:pt x="1208436" y="1194149"/>
                  </a:lnTo>
                  <a:lnTo>
                    <a:pt x="1239428" y="1161513"/>
                  </a:lnTo>
                  <a:lnTo>
                    <a:pt x="1268279" y="1126970"/>
                  </a:lnTo>
                  <a:lnTo>
                    <a:pt x="1294883" y="1090622"/>
                  </a:lnTo>
                  <a:lnTo>
                    <a:pt x="1319134" y="1052576"/>
                  </a:lnTo>
                  <a:lnTo>
                    <a:pt x="1340928" y="1012933"/>
                  </a:lnTo>
                  <a:lnTo>
                    <a:pt x="1360158" y="971800"/>
                  </a:lnTo>
                  <a:lnTo>
                    <a:pt x="1376718" y="929279"/>
                  </a:lnTo>
                  <a:lnTo>
                    <a:pt x="1390505" y="885475"/>
                  </a:lnTo>
                  <a:lnTo>
                    <a:pt x="1401411" y="840493"/>
                  </a:lnTo>
                  <a:lnTo>
                    <a:pt x="1409332" y="794436"/>
                  </a:lnTo>
                  <a:lnTo>
                    <a:pt x="1414162" y="747409"/>
                  </a:lnTo>
                  <a:lnTo>
                    <a:pt x="1415796" y="699516"/>
                  </a:lnTo>
                  <a:lnTo>
                    <a:pt x="1414162" y="651622"/>
                  </a:lnTo>
                  <a:lnTo>
                    <a:pt x="1409332" y="604595"/>
                  </a:lnTo>
                  <a:lnTo>
                    <a:pt x="1401411" y="558538"/>
                  </a:lnTo>
                  <a:lnTo>
                    <a:pt x="1390505" y="513556"/>
                  </a:lnTo>
                  <a:lnTo>
                    <a:pt x="1376718" y="469752"/>
                  </a:lnTo>
                  <a:lnTo>
                    <a:pt x="1360158" y="427231"/>
                  </a:lnTo>
                  <a:lnTo>
                    <a:pt x="1340928" y="386098"/>
                  </a:lnTo>
                  <a:lnTo>
                    <a:pt x="1319134" y="346456"/>
                  </a:lnTo>
                  <a:lnTo>
                    <a:pt x="1294883" y="308409"/>
                  </a:lnTo>
                  <a:lnTo>
                    <a:pt x="1268279" y="272061"/>
                  </a:lnTo>
                  <a:lnTo>
                    <a:pt x="1239428" y="237518"/>
                  </a:lnTo>
                  <a:lnTo>
                    <a:pt x="1208436" y="204882"/>
                  </a:lnTo>
                  <a:lnTo>
                    <a:pt x="1175408" y="174259"/>
                  </a:lnTo>
                  <a:lnTo>
                    <a:pt x="1140449" y="145752"/>
                  </a:lnTo>
                  <a:lnTo>
                    <a:pt x="1103666" y="119465"/>
                  </a:lnTo>
                  <a:lnTo>
                    <a:pt x="1065163" y="95504"/>
                  </a:lnTo>
                  <a:lnTo>
                    <a:pt x="1025046" y="73971"/>
                  </a:lnTo>
                  <a:lnTo>
                    <a:pt x="983420" y="54971"/>
                  </a:lnTo>
                  <a:lnTo>
                    <a:pt x="940392" y="38608"/>
                  </a:lnTo>
                  <a:lnTo>
                    <a:pt x="896066" y="24987"/>
                  </a:lnTo>
                  <a:lnTo>
                    <a:pt x="850548" y="14211"/>
                  </a:lnTo>
                  <a:lnTo>
                    <a:pt x="803943" y="6385"/>
                  </a:lnTo>
                  <a:lnTo>
                    <a:pt x="756358" y="1613"/>
                  </a:lnTo>
                  <a:lnTo>
                    <a:pt x="707897" y="0"/>
                  </a:lnTo>
                  <a:close/>
                </a:path>
              </a:pathLst>
            </a:custGeom>
            <a:solidFill>
              <a:srgbClr val="9CB955"/>
            </a:solidFill>
          </p:spPr>
          <p:txBody>
            <a:bodyPr wrap="square" lIns="0" tIns="0" rIns="0" bIns="0" rtlCol="0"/>
            <a:lstStyle/>
            <a:p>
              <a:endParaRPr/>
            </a:p>
          </p:txBody>
        </p:sp>
      </p:grpSp>
      <p:sp>
        <p:nvSpPr>
          <p:cNvPr id="14" name="object 14"/>
          <p:cNvSpPr txBox="1"/>
          <p:nvPr/>
        </p:nvSpPr>
        <p:spPr>
          <a:xfrm>
            <a:off x="1585341" y="3426333"/>
            <a:ext cx="76708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Ma</a:t>
            </a:r>
            <a:r>
              <a:rPr sz="1200" spc="5" dirty="0">
                <a:solidFill>
                  <a:srgbClr val="5F5F5F"/>
                </a:solidFill>
                <a:latin typeface="Calibri"/>
                <a:cs typeface="Calibri"/>
              </a:rPr>
              <a:t>p</a:t>
            </a:r>
            <a:r>
              <a:rPr sz="1200" spc="-30" dirty="0">
                <a:solidFill>
                  <a:srgbClr val="5F5F5F"/>
                </a:solidFill>
                <a:latin typeface="Calibri"/>
                <a:cs typeface="Calibri"/>
              </a:rPr>
              <a:t>R</a:t>
            </a:r>
            <a:r>
              <a:rPr sz="1200" dirty="0">
                <a:solidFill>
                  <a:srgbClr val="5F5F5F"/>
                </a:solidFill>
                <a:latin typeface="Calibri"/>
                <a:cs typeface="Calibri"/>
              </a:rPr>
              <a:t>e</a:t>
            </a:r>
            <a:r>
              <a:rPr sz="1200" spc="5" dirty="0">
                <a:solidFill>
                  <a:srgbClr val="5F5F5F"/>
                </a:solidFill>
                <a:latin typeface="Calibri"/>
                <a:cs typeface="Calibri"/>
              </a:rPr>
              <a:t>d</a:t>
            </a:r>
            <a:r>
              <a:rPr sz="1200" dirty="0">
                <a:solidFill>
                  <a:srgbClr val="5F5F5F"/>
                </a:solidFill>
                <a:latin typeface="Calibri"/>
                <a:cs typeface="Calibri"/>
              </a:rPr>
              <a:t>u</a:t>
            </a:r>
            <a:r>
              <a:rPr sz="1200" spc="-5" dirty="0">
                <a:solidFill>
                  <a:srgbClr val="5F5F5F"/>
                </a:solidFill>
                <a:latin typeface="Calibri"/>
                <a:cs typeface="Calibri"/>
              </a:rPr>
              <a:t>c</a:t>
            </a:r>
            <a:r>
              <a:rPr sz="1200" dirty="0">
                <a:solidFill>
                  <a:srgbClr val="5F5F5F"/>
                </a:solidFill>
                <a:latin typeface="Calibri"/>
                <a:cs typeface="Calibri"/>
              </a:rPr>
              <a:t>e</a:t>
            </a:r>
            <a:endParaRPr sz="1200">
              <a:latin typeface="Calibri"/>
              <a:cs typeface="Calibri"/>
            </a:endParaRPr>
          </a:p>
        </p:txBody>
      </p:sp>
      <p:sp>
        <p:nvSpPr>
          <p:cNvPr id="15" name="object 15"/>
          <p:cNvSpPr txBox="1"/>
          <p:nvPr/>
        </p:nvSpPr>
        <p:spPr>
          <a:xfrm>
            <a:off x="4176776" y="1431163"/>
            <a:ext cx="404495" cy="23939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001F5F"/>
                </a:solidFill>
                <a:latin typeface="Calibri"/>
                <a:cs typeface="Calibri"/>
              </a:rPr>
              <a:t>Ma</a:t>
            </a:r>
            <a:r>
              <a:rPr sz="1400" spc="-10" dirty="0">
                <a:solidFill>
                  <a:srgbClr val="001F5F"/>
                </a:solidFill>
                <a:latin typeface="Calibri"/>
                <a:cs typeface="Calibri"/>
              </a:rPr>
              <a:t>p</a:t>
            </a:r>
            <a:r>
              <a:rPr sz="1400" dirty="0">
                <a:solidFill>
                  <a:srgbClr val="001F5F"/>
                </a:solidFill>
                <a:latin typeface="Calibri"/>
                <a:cs typeface="Calibri"/>
              </a:rPr>
              <a:t>:</a:t>
            </a:r>
            <a:endParaRPr sz="1400">
              <a:latin typeface="Calibri"/>
              <a:cs typeface="Calibri"/>
            </a:endParaRPr>
          </a:p>
        </p:txBody>
      </p:sp>
      <p:sp>
        <p:nvSpPr>
          <p:cNvPr id="16" name="object 16"/>
          <p:cNvSpPr txBox="1"/>
          <p:nvPr/>
        </p:nvSpPr>
        <p:spPr>
          <a:xfrm>
            <a:off x="4183126" y="3231337"/>
            <a:ext cx="605155" cy="240029"/>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001F5F"/>
                </a:solidFill>
                <a:latin typeface="Calibri"/>
                <a:cs typeface="Calibri"/>
              </a:rPr>
              <a:t>Reduce:</a:t>
            </a:r>
            <a:endParaRPr sz="1400">
              <a:latin typeface="Calibri"/>
              <a:cs typeface="Calibri"/>
            </a:endParaRPr>
          </a:p>
        </p:txBody>
      </p:sp>
      <p:grpSp>
        <p:nvGrpSpPr>
          <p:cNvPr id="17" name="object 17"/>
          <p:cNvGrpSpPr/>
          <p:nvPr/>
        </p:nvGrpSpPr>
        <p:grpSpPr>
          <a:xfrm>
            <a:off x="4043171" y="1798320"/>
            <a:ext cx="1739264" cy="763905"/>
            <a:chOff x="4043171" y="1798320"/>
            <a:chExt cx="1739264" cy="763905"/>
          </a:xfrm>
        </p:grpSpPr>
        <p:pic>
          <p:nvPicPr>
            <p:cNvPr id="18" name="object 18"/>
            <p:cNvPicPr/>
            <p:nvPr/>
          </p:nvPicPr>
          <p:blipFill>
            <a:blip r:embed="rId6" cstate="print"/>
            <a:stretch>
              <a:fillRect/>
            </a:stretch>
          </p:blipFill>
          <p:spPr>
            <a:xfrm>
              <a:off x="4043171" y="1798320"/>
              <a:ext cx="1738883" cy="763523"/>
            </a:xfrm>
            <a:prstGeom prst="rect">
              <a:avLst/>
            </a:prstGeom>
          </p:spPr>
        </p:pic>
        <p:sp>
          <p:nvSpPr>
            <p:cNvPr id="19" name="object 19"/>
            <p:cNvSpPr/>
            <p:nvPr/>
          </p:nvSpPr>
          <p:spPr>
            <a:xfrm>
              <a:off x="4104893" y="1840230"/>
              <a:ext cx="1620520" cy="645160"/>
            </a:xfrm>
            <a:custGeom>
              <a:avLst/>
              <a:gdLst/>
              <a:ahLst/>
              <a:cxnLst/>
              <a:rect l="l" t="t" r="r" b="b"/>
              <a:pathLst>
                <a:path w="1620520" h="645160">
                  <a:moveTo>
                    <a:pt x="1297685" y="0"/>
                  </a:moveTo>
                  <a:lnTo>
                    <a:pt x="0" y="0"/>
                  </a:lnTo>
                  <a:lnTo>
                    <a:pt x="0" y="644652"/>
                  </a:lnTo>
                  <a:lnTo>
                    <a:pt x="1297685" y="644652"/>
                  </a:lnTo>
                  <a:lnTo>
                    <a:pt x="1620011" y="322326"/>
                  </a:lnTo>
                  <a:lnTo>
                    <a:pt x="1297685" y="0"/>
                  </a:lnTo>
                  <a:close/>
                </a:path>
              </a:pathLst>
            </a:custGeom>
            <a:solidFill>
              <a:srgbClr val="9CB955"/>
            </a:solidFill>
          </p:spPr>
          <p:txBody>
            <a:bodyPr wrap="square" lIns="0" tIns="0" rIns="0" bIns="0" rtlCol="0"/>
            <a:lstStyle/>
            <a:p>
              <a:endParaRPr/>
            </a:p>
          </p:txBody>
        </p:sp>
        <p:sp>
          <p:nvSpPr>
            <p:cNvPr id="20" name="object 20"/>
            <p:cNvSpPr/>
            <p:nvPr/>
          </p:nvSpPr>
          <p:spPr>
            <a:xfrm>
              <a:off x="4104893" y="1840230"/>
              <a:ext cx="1620520" cy="645160"/>
            </a:xfrm>
            <a:custGeom>
              <a:avLst/>
              <a:gdLst/>
              <a:ahLst/>
              <a:cxnLst/>
              <a:rect l="l" t="t" r="r" b="b"/>
              <a:pathLst>
                <a:path w="1620520" h="645160">
                  <a:moveTo>
                    <a:pt x="0" y="0"/>
                  </a:moveTo>
                  <a:lnTo>
                    <a:pt x="1297685" y="0"/>
                  </a:lnTo>
                  <a:lnTo>
                    <a:pt x="1620011" y="322326"/>
                  </a:lnTo>
                  <a:lnTo>
                    <a:pt x="1297685" y="644652"/>
                  </a:lnTo>
                  <a:lnTo>
                    <a:pt x="0" y="644652"/>
                  </a:lnTo>
                  <a:lnTo>
                    <a:pt x="0" y="0"/>
                  </a:lnTo>
                  <a:close/>
                </a:path>
              </a:pathLst>
            </a:custGeom>
            <a:ln w="38099">
              <a:solidFill>
                <a:srgbClr val="FFFFFF"/>
              </a:solidFill>
            </a:ln>
          </p:spPr>
          <p:txBody>
            <a:bodyPr wrap="square" lIns="0" tIns="0" rIns="0" bIns="0" rtlCol="0"/>
            <a:lstStyle/>
            <a:p>
              <a:endParaRPr/>
            </a:p>
          </p:txBody>
        </p:sp>
      </p:grpSp>
      <p:sp>
        <p:nvSpPr>
          <p:cNvPr id="21" name="object 21"/>
          <p:cNvSpPr txBox="1"/>
          <p:nvPr/>
        </p:nvSpPr>
        <p:spPr>
          <a:xfrm>
            <a:off x="4550409" y="2048001"/>
            <a:ext cx="51117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(K1</a:t>
            </a:r>
            <a:r>
              <a:rPr sz="1200" dirty="0">
                <a:solidFill>
                  <a:srgbClr val="FFFFFF"/>
                </a:solidFill>
                <a:latin typeface="Calibri"/>
                <a:cs typeface="Calibri"/>
              </a:rPr>
              <a:t>, V1)</a:t>
            </a:r>
            <a:endParaRPr sz="1200">
              <a:latin typeface="Calibri"/>
              <a:cs typeface="Calibri"/>
            </a:endParaRPr>
          </a:p>
        </p:txBody>
      </p:sp>
      <p:grpSp>
        <p:nvGrpSpPr>
          <p:cNvPr id="22" name="object 22"/>
          <p:cNvGrpSpPr/>
          <p:nvPr/>
        </p:nvGrpSpPr>
        <p:grpSpPr>
          <a:xfrm>
            <a:off x="6420611" y="1798320"/>
            <a:ext cx="1740535" cy="763905"/>
            <a:chOff x="6420611" y="1798320"/>
            <a:chExt cx="1740535" cy="763905"/>
          </a:xfrm>
        </p:grpSpPr>
        <p:pic>
          <p:nvPicPr>
            <p:cNvPr id="23" name="object 23"/>
            <p:cNvPicPr/>
            <p:nvPr/>
          </p:nvPicPr>
          <p:blipFill>
            <a:blip r:embed="rId7" cstate="print"/>
            <a:stretch>
              <a:fillRect/>
            </a:stretch>
          </p:blipFill>
          <p:spPr>
            <a:xfrm>
              <a:off x="6420611" y="1798320"/>
              <a:ext cx="1740408" cy="763523"/>
            </a:xfrm>
            <a:prstGeom prst="rect">
              <a:avLst/>
            </a:prstGeom>
          </p:spPr>
        </p:pic>
        <p:sp>
          <p:nvSpPr>
            <p:cNvPr id="24" name="object 24"/>
            <p:cNvSpPr/>
            <p:nvPr/>
          </p:nvSpPr>
          <p:spPr>
            <a:xfrm>
              <a:off x="6482333" y="1840230"/>
              <a:ext cx="1621790" cy="645160"/>
            </a:xfrm>
            <a:custGeom>
              <a:avLst/>
              <a:gdLst/>
              <a:ahLst/>
              <a:cxnLst/>
              <a:rect l="l" t="t" r="r" b="b"/>
              <a:pathLst>
                <a:path w="1621790" h="645160">
                  <a:moveTo>
                    <a:pt x="1299210" y="0"/>
                  </a:moveTo>
                  <a:lnTo>
                    <a:pt x="0" y="0"/>
                  </a:lnTo>
                  <a:lnTo>
                    <a:pt x="0" y="644652"/>
                  </a:lnTo>
                  <a:lnTo>
                    <a:pt x="1299210" y="644652"/>
                  </a:lnTo>
                  <a:lnTo>
                    <a:pt x="1621536" y="322326"/>
                  </a:lnTo>
                  <a:lnTo>
                    <a:pt x="1299210" y="0"/>
                  </a:lnTo>
                  <a:close/>
                </a:path>
              </a:pathLst>
            </a:custGeom>
            <a:solidFill>
              <a:srgbClr val="9CB955"/>
            </a:solidFill>
          </p:spPr>
          <p:txBody>
            <a:bodyPr wrap="square" lIns="0" tIns="0" rIns="0" bIns="0" rtlCol="0"/>
            <a:lstStyle/>
            <a:p>
              <a:endParaRPr/>
            </a:p>
          </p:txBody>
        </p:sp>
        <p:sp>
          <p:nvSpPr>
            <p:cNvPr id="25" name="object 25"/>
            <p:cNvSpPr/>
            <p:nvPr/>
          </p:nvSpPr>
          <p:spPr>
            <a:xfrm>
              <a:off x="6482333" y="1840230"/>
              <a:ext cx="1621790" cy="645160"/>
            </a:xfrm>
            <a:custGeom>
              <a:avLst/>
              <a:gdLst/>
              <a:ahLst/>
              <a:cxnLst/>
              <a:rect l="l" t="t" r="r" b="b"/>
              <a:pathLst>
                <a:path w="1621790" h="645160">
                  <a:moveTo>
                    <a:pt x="0" y="0"/>
                  </a:moveTo>
                  <a:lnTo>
                    <a:pt x="1299210" y="0"/>
                  </a:lnTo>
                  <a:lnTo>
                    <a:pt x="1621536" y="322326"/>
                  </a:lnTo>
                  <a:lnTo>
                    <a:pt x="1299210" y="644652"/>
                  </a:lnTo>
                  <a:lnTo>
                    <a:pt x="0" y="644652"/>
                  </a:lnTo>
                  <a:lnTo>
                    <a:pt x="0" y="0"/>
                  </a:lnTo>
                  <a:close/>
                </a:path>
              </a:pathLst>
            </a:custGeom>
            <a:ln w="38100">
              <a:solidFill>
                <a:srgbClr val="FFFFFF"/>
              </a:solidFill>
            </a:ln>
          </p:spPr>
          <p:txBody>
            <a:bodyPr wrap="square" lIns="0" tIns="0" rIns="0" bIns="0" rtlCol="0"/>
            <a:lstStyle/>
            <a:p>
              <a:endParaRPr/>
            </a:p>
          </p:txBody>
        </p:sp>
      </p:grpSp>
      <p:sp>
        <p:nvSpPr>
          <p:cNvPr id="26" name="object 26"/>
          <p:cNvSpPr txBox="1"/>
          <p:nvPr/>
        </p:nvSpPr>
        <p:spPr>
          <a:xfrm>
            <a:off x="6846569" y="2048001"/>
            <a:ext cx="755015" cy="208279"/>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FFFFFF"/>
                </a:solidFill>
                <a:latin typeface="Calibri"/>
                <a:cs typeface="Calibri"/>
              </a:rPr>
              <a:t>List</a:t>
            </a:r>
            <a:r>
              <a:rPr sz="1200" spc="-40" dirty="0">
                <a:solidFill>
                  <a:srgbClr val="FFFFFF"/>
                </a:solidFill>
                <a:latin typeface="Calibri"/>
                <a:cs typeface="Calibri"/>
              </a:rPr>
              <a:t> </a:t>
            </a:r>
            <a:r>
              <a:rPr sz="1200" spc="-5" dirty="0">
                <a:solidFill>
                  <a:srgbClr val="FFFFFF"/>
                </a:solidFill>
                <a:latin typeface="Calibri"/>
                <a:cs typeface="Calibri"/>
              </a:rPr>
              <a:t>(K2,</a:t>
            </a:r>
            <a:r>
              <a:rPr sz="1200" spc="-15" dirty="0">
                <a:solidFill>
                  <a:srgbClr val="FFFFFF"/>
                </a:solidFill>
                <a:latin typeface="Calibri"/>
                <a:cs typeface="Calibri"/>
              </a:rPr>
              <a:t> </a:t>
            </a:r>
            <a:r>
              <a:rPr sz="1200" dirty="0">
                <a:solidFill>
                  <a:srgbClr val="FFFFFF"/>
                </a:solidFill>
                <a:latin typeface="Calibri"/>
                <a:cs typeface="Calibri"/>
              </a:rPr>
              <a:t>V2)</a:t>
            </a:r>
            <a:endParaRPr sz="1200">
              <a:latin typeface="Calibri"/>
              <a:cs typeface="Calibri"/>
            </a:endParaRPr>
          </a:p>
        </p:txBody>
      </p:sp>
      <p:grpSp>
        <p:nvGrpSpPr>
          <p:cNvPr id="27" name="object 27"/>
          <p:cNvGrpSpPr/>
          <p:nvPr/>
        </p:nvGrpSpPr>
        <p:grpSpPr>
          <a:xfrm>
            <a:off x="4091940" y="3579876"/>
            <a:ext cx="1739264" cy="765175"/>
            <a:chOff x="4091940" y="3579876"/>
            <a:chExt cx="1739264" cy="765175"/>
          </a:xfrm>
        </p:grpSpPr>
        <p:pic>
          <p:nvPicPr>
            <p:cNvPr id="28" name="object 28"/>
            <p:cNvPicPr/>
            <p:nvPr/>
          </p:nvPicPr>
          <p:blipFill>
            <a:blip r:embed="rId8" cstate="print"/>
            <a:stretch>
              <a:fillRect/>
            </a:stretch>
          </p:blipFill>
          <p:spPr>
            <a:xfrm>
              <a:off x="4091940" y="3579876"/>
              <a:ext cx="1738884" cy="765035"/>
            </a:xfrm>
            <a:prstGeom prst="rect">
              <a:avLst/>
            </a:prstGeom>
          </p:spPr>
        </p:pic>
        <p:sp>
          <p:nvSpPr>
            <p:cNvPr id="29" name="object 29"/>
            <p:cNvSpPr/>
            <p:nvPr/>
          </p:nvSpPr>
          <p:spPr>
            <a:xfrm>
              <a:off x="4153662" y="3621786"/>
              <a:ext cx="1620520" cy="646430"/>
            </a:xfrm>
            <a:custGeom>
              <a:avLst/>
              <a:gdLst/>
              <a:ahLst/>
              <a:cxnLst/>
              <a:rect l="l" t="t" r="r" b="b"/>
              <a:pathLst>
                <a:path w="1620520" h="646429">
                  <a:moveTo>
                    <a:pt x="1296924" y="0"/>
                  </a:moveTo>
                  <a:lnTo>
                    <a:pt x="0" y="0"/>
                  </a:lnTo>
                  <a:lnTo>
                    <a:pt x="0" y="646176"/>
                  </a:lnTo>
                  <a:lnTo>
                    <a:pt x="1296924" y="646176"/>
                  </a:lnTo>
                  <a:lnTo>
                    <a:pt x="1620012" y="323088"/>
                  </a:lnTo>
                  <a:lnTo>
                    <a:pt x="1296924" y="0"/>
                  </a:lnTo>
                  <a:close/>
                </a:path>
              </a:pathLst>
            </a:custGeom>
            <a:solidFill>
              <a:srgbClr val="9CB955"/>
            </a:solidFill>
          </p:spPr>
          <p:txBody>
            <a:bodyPr wrap="square" lIns="0" tIns="0" rIns="0" bIns="0" rtlCol="0"/>
            <a:lstStyle/>
            <a:p>
              <a:endParaRPr/>
            </a:p>
          </p:txBody>
        </p:sp>
        <p:sp>
          <p:nvSpPr>
            <p:cNvPr id="30" name="object 30"/>
            <p:cNvSpPr/>
            <p:nvPr/>
          </p:nvSpPr>
          <p:spPr>
            <a:xfrm>
              <a:off x="4153662" y="3621786"/>
              <a:ext cx="1620520" cy="646430"/>
            </a:xfrm>
            <a:custGeom>
              <a:avLst/>
              <a:gdLst/>
              <a:ahLst/>
              <a:cxnLst/>
              <a:rect l="l" t="t" r="r" b="b"/>
              <a:pathLst>
                <a:path w="1620520" h="646429">
                  <a:moveTo>
                    <a:pt x="0" y="0"/>
                  </a:moveTo>
                  <a:lnTo>
                    <a:pt x="1296924" y="0"/>
                  </a:lnTo>
                  <a:lnTo>
                    <a:pt x="1620012" y="323088"/>
                  </a:lnTo>
                  <a:lnTo>
                    <a:pt x="1296924" y="646176"/>
                  </a:lnTo>
                  <a:lnTo>
                    <a:pt x="0" y="646176"/>
                  </a:lnTo>
                  <a:lnTo>
                    <a:pt x="0" y="0"/>
                  </a:lnTo>
                  <a:close/>
                </a:path>
              </a:pathLst>
            </a:custGeom>
            <a:ln w="38099">
              <a:solidFill>
                <a:srgbClr val="FFFFFF"/>
              </a:solidFill>
            </a:ln>
          </p:spPr>
          <p:txBody>
            <a:bodyPr wrap="square" lIns="0" tIns="0" rIns="0" bIns="0" rtlCol="0"/>
            <a:lstStyle/>
            <a:p>
              <a:endParaRPr/>
            </a:p>
          </p:txBody>
        </p:sp>
      </p:grpSp>
      <p:sp>
        <p:nvSpPr>
          <p:cNvPr id="31" name="object 31"/>
          <p:cNvSpPr txBox="1"/>
          <p:nvPr/>
        </p:nvSpPr>
        <p:spPr>
          <a:xfrm>
            <a:off x="4462398" y="3830218"/>
            <a:ext cx="818515" cy="208915"/>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(K2,</a:t>
            </a:r>
            <a:r>
              <a:rPr sz="1200" spc="-25" dirty="0">
                <a:solidFill>
                  <a:srgbClr val="FFFFFF"/>
                </a:solidFill>
                <a:latin typeface="Calibri"/>
                <a:cs typeface="Calibri"/>
              </a:rPr>
              <a:t> </a:t>
            </a:r>
            <a:r>
              <a:rPr sz="1200" spc="-5" dirty="0">
                <a:solidFill>
                  <a:srgbClr val="FFFFFF"/>
                </a:solidFill>
                <a:latin typeface="Calibri"/>
                <a:cs typeface="Calibri"/>
              </a:rPr>
              <a:t>list</a:t>
            </a:r>
            <a:r>
              <a:rPr sz="1200" spc="-25" dirty="0">
                <a:solidFill>
                  <a:srgbClr val="FFFFFF"/>
                </a:solidFill>
                <a:latin typeface="Calibri"/>
                <a:cs typeface="Calibri"/>
              </a:rPr>
              <a:t> </a:t>
            </a:r>
            <a:r>
              <a:rPr sz="1200" spc="-5" dirty="0">
                <a:solidFill>
                  <a:srgbClr val="FFFFFF"/>
                </a:solidFill>
                <a:latin typeface="Calibri"/>
                <a:cs typeface="Calibri"/>
              </a:rPr>
              <a:t>(V2))</a:t>
            </a:r>
            <a:endParaRPr sz="1200">
              <a:latin typeface="Calibri"/>
              <a:cs typeface="Calibri"/>
            </a:endParaRPr>
          </a:p>
        </p:txBody>
      </p:sp>
      <p:grpSp>
        <p:nvGrpSpPr>
          <p:cNvPr id="32" name="object 32"/>
          <p:cNvGrpSpPr/>
          <p:nvPr/>
        </p:nvGrpSpPr>
        <p:grpSpPr>
          <a:xfrm>
            <a:off x="6469379" y="3579876"/>
            <a:ext cx="1739264" cy="765175"/>
            <a:chOff x="6469379" y="3579876"/>
            <a:chExt cx="1739264" cy="765175"/>
          </a:xfrm>
        </p:grpSpPr>
        <p:pic>
          <p:nvPicPr>
            <p:cNvPr id="33" name="object 33"/>
            <p:cNvPicPr/>
            <p:nvPr/>
          </p:nvPicPr>
          <p:blipFill>
            <a:blip r:embed="rId8" cstate="print"/>
            <a:stretch>
              <a:fillRect/>
            </a:stretch>
          </p:blipFill>
          <p:spPr>
            <a:xfrm>
              <a:off x="6469379" y="3579876"/>
              <a:ext cx="1738883" cy="765035"/>
            </a:xfrm>
            <a:prstGeom prst="rect">
              <a:avLst/>
            </a:prstGeom>
          </p:spPr>
        </p:pic>
        <p:sp>
          <p:nvSpPr>
            <p:cNvPr id="34" name="object 34"/>
            <p:cNvSpPr/>
            <p:nvPr/>
          </p:nvSpPr>
          <p:spPr>
            <a:xfrm>
              <a:off x="6531101" y="3621786"/>
              <a:ext cx="1620520" cy="646430"/>
            </a:xfrm>
            <a:custGeom>
              <a:avLst/>
              <a:gdLst/>
              <a:ahLst/>
              <a:cxnLst/>
              <a:rect l="l" t="t" r="r" b="b"/>
              <a:pathLst>
                <a:path w="1620520" h="646429">
                  <a:moveTo>
                    <a:pt x="1296924" y="0"/>
                  </a:moveTo>
                  <a:lnTo>
                    <a:pt x="0" y="0"/>
                  </a:lnTo>
                  <a:lnTo>
                    <a:pt x="0" y="646176"/>
                  </a:lnTo>
                  <a:lnTo>
                    <a:pt x="1296924" y="646176"/>
                  </a:lnTo>
                  <a:lnTo>
                    <a:pt x="1620012" y="323088"/>
                  </a:lnTo>
                  <a:lnTo>
                    <a:pt x="1296924" y="0"/>
                  </a:lnTo>
                  <a:close/>
                </a:path>
              </a:pathLst>
            </a:custGeom>
            <a:solidFill>
              <a:srgbClr val="9CB955"/>
            </a:solidFill>
          </p:spPr>
          <p:txBody>
            <a:bodyPr wrap="square" lIns="0" tIns="0" rIns="0" bIns="0" rtlCol="0"/>
            <a:lstStyle/>
            <a:p>
              <a:endParaRPr/>
            </a:p>
          </p:txBody>
        </p:sp>
        <p:sp>
          <p:nvSpPr>
            <p:cNvPr id="35" name="object 35"/>
            <p:cNvSpPr/>
            <p:nvPr/>
          </p:nvSpPr>
          <p:spPr>
            <a:xfrm>
              <a:off x="6531101" y="3621786"/>
              <a:ext cx="1620520" cy="646430"/>
            </a:xfrm>
            <a:custGeom>
              <a:avLst/>
              <a:gdLst/>
              <a:ahLst/>
              <a:cxnLst/>
              <a:rect l="l" t="t" r="r" b="b"/>
              <a:pathLst>
                <a:path w="1620520" h="646429">
                  <a:moveTo>
                    <a:pt x="0" y="0"/>
                  </a:moveTo>
                  <a:lnTo>
                    <a:pt x="1296924" y="0"/>
                  </a:lnTo>
                  <a:lnTo>
                    <a:pt x="1620012" y="323088"/>
                  </a:lnTo>
                  <a:lnTo>
                    <a:pt x="1296924" y="646176"/>
                  </a:lnTo>
                  <a:lnTo>
                    <a:pt x="0" y="646176"/>
                  </a:lnTo>
                  <a:lnTo>
                    <a:pt x="0" y="0"/>
                  </a:lnTo>
                  <a:close/>
                </a:path>
              </a:pathLst>
            </a:custGeom>
            <a:ln w="38099">
              <a:solidFill>
                <a:srgbClr val="FFFFFF"/>
              </a:solidFill>
            </a:ln>
          </p:spPr>
          <p:txBody>
            <a:bodyPr wrap="square" lIns="0" tIns="0" rIns="0" bIns="0" rtlCol="0"/>
            <a:lstStyle/>
            <a:p>
              <a:endParaRPr/>
            </a:p>
          </p:txBody>
        </p:sp>
      </p:grpSp>
      <p:sp>
        <p:nvSpPr>
          <p:cNvPr id="36" name="object 36"/>
          <p:cNvSpPr txBox="1"/>
          <p:nvPr/>
        </p:nvSpPr>
        <p:spPr>
          <a:xfrm>
            <a:off x="6846569" y="3830218"/>
            <a:ext cx="755650" cy="208915"/>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FFFFFF"/>
                </a:solidFill>
                <a:latin typeface="Calibri"/>
                <a:cs typeface="Calibri"/>
              </a:rPr>
              <a:t>List</a:t>
            </a:r>
            <a:r>
              <a:rPr sz="1200" spc="-30" dirty="0">
                <a:solidFill>
                  <a:srgbClr val="FFFFFF"/>
                </a:solidFill>
                <a:latin typeface="Calibri"/>
                <a:cs typeface="Calibri"/>
              </a:rPr>
              <a:t> </a:t>
            </a:r>
            <a:r>
              <a:rPr sz="1200" spc="-5" dirty="0">
                <a:solidFill>
                  <a:srgbClr val="FFFFFF"/>
                </a:solidFill>
                <a:latin typeface="Calibri"/>
                <a:cs typeface="Calibri"/>
              </a:rPr>
              <a:t>(K3,</a:t>
            </a:r>
            <a:r>
              <a:rPr sz="1200" spc="-10" dirty="0">
                <a:solidFill>
                  <a:srgbClr val="FFFFFF"/>
                </a:solidFill>
                <a:latin typeface="Calibri"/>
                <a:cs typeface="Calibri"/>
              </a:rPr>
              <a:t> </a:t>
            </a:r>
            <a:r>
              <a:rPr sz="1200" spc="-5" dirty="0">
                <a:solidFill>
                  <a:srgbClr val="FFFFFF"/>
                </a:solidFill>
                <a:latin typeface="Calibri"/>
                <a:cs typeface="Calibri"/>
              </a:rPr>
              <a:t>V3)</a:t>
            </a:r>
            <a:endParaRPr sz="1200">
              <a:latin typeface="Calibri"/>
              <a:cs typeface="Calibri"/>
            </a:endParaRPr>
          </a:p>
        </p:txBody>
      </p:sp>
      <p:sp>
        <p:nvSpPr>
          <p:cNvPr id="37" name="object 37"/>
          <p:cNvSpPr txBox="1"/>
          <p:nvPr/>
        </p:nvSpPr>
        <p:spPr>
          <a:xfrm>
            <a:off x="1012952" y="1690878"/>
            <a:ext cx="24574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5F5F5F"/>
                </a:solidFill>
                <a:latin typeface="Calibri"/>
                <a:cs typeface="Calibri"/>
              </a:rPr>
              <a:t>K</a:t>
            </a:r>
            <a:r>
              <a:rPr sz="1200" spc="-10" dirty="0">
                <a:solidFill>
                  <a:srgbClr val="5F5F5F"/>
                </a:solidFill>
                <a:latin typeface="Calibri"/>
                <a:cs typeface="Calibri"/>
              </a:rPr>
              <a:t>e</a:t>
            </a:r>
            <a:r>
              <a:rPr sz="1200" dirty="0">
                <a:solidFill>
                  <a:srgbClr val="5F5F5F"/>
                </a:solidFill>
                <a:latin typeface="Calibri"/>
                <a:cs typeface="Calibri"/>
              </a:rPr>
              <a:t>y</a:t>
            </a:r>
            <a:endParaRPr sz="1200">
              <a:latin typeface="Calibri"/>
              <a:cs typeface="Calibri"/>
            </a:endParaRPr>
          </a:p>
        </p:txBody>
      </p:sp>
      <p:grpSp>
        <p:nvGrpSpPr>
          <p:cNvPr id="38" name="object 38"/>
          <p:cNvGrpSpPr/>
          <p:nvPr/>
        </p:nvGrpSpPr>
        <p:grpSpPr>
          <a:xfrm>
            <a:off x="2348483" y="1324368"/>
            <a:ext cx="1001394" cy="1003300"/>
            <a:chOff x="2348483" y="1324368"/>
            <a:chExt cx="1001394" cy="1003300"/>
          </a:xfrm>
        </p:grpSpPr>
        <p:pic>
          <p:nvPicPr>
            <p:cNvPr id="39" name="object 39"/>
            <p:cNvPicPr/>
            <p:nvPr/>
          </p:nvPicPr>
          <p:blipFill>
            <a:blip r:embed="rId9" cstate="print"/>
            <a:stretch>
              <a:fillRect/>
            </a:stretch>
          </p:blipFill>
          <p:spPr>
            <a:xfrm>
              <a:off x="2348483" y="1324368"/>
              <a:ext cx="1001268" cy="1002779"/>
            </a:xfrm>
            <a:prstGeom prst="rect">
              <a:avLst/>
            </a:prstGeom>
          </p:spPr>
        </p:pic>
        <p:sp>
          <p:nvSpPr>
            <p:cNvPr id="40" name="object 40"/>
            <p:cNvSpPr/>
            <p:nvPr/>
          </p:nvSpPr>
          <p:spPr>
            <a:xfrm>
              <a:off x="2391155" y="1347215"/>
              <a:ext cx="920750" cy="922019"/>
            </a:xfrm>
            <a:custGeom>
              <a:avLst/>
              <a:gdLst/>
              <a:ahLst/>
              <a:cxnLst/>
              <a:rect l="l" t="t" r="r" b="b"/>
              <a:pathLst>
                <a:path w="920750" h="922019">
                  <a:moveTo>
                    <a:pt x="460248" y="0"/>
                  </a:moveTo>
                  <a:lnTo>
                    <a:pt x="413200" y="2379"/>
                  </a:lnTo>
                  <a:lnTo>
                    <a:pt x="367509" y="9365"/>
                  </a:lnTo>
                  <a:lnTo>
                    <a:pt x="323406" y="20723"/>
                  </a:lnTo>
                  <a:lnTo>
                    <a:pt x="281124" y="36224"/>
                  </a:lnTo>
                  <a:lnTo>
                    <a:pt x="240893" y="55636"/>
                  </a:lnTo>
                  <a:lnTo>
                    <a:pt x="202945" y="78726"/>
                  </a:lnTo>
                  <a:lnTo>
                    <a:pt x="167512" y="105263"/>
                  </a:lnTo>
                  <a:lnTo>
                    <a:pt x="134826" y="135016"/>
                  </a:lnTo>
                  <a:lnTo>
                    <a:pt x="105117" y="167753"/>
                  </a:lnTo>
                  <a:lnTo>
                    <a:pt x="78619" y="203243"/>
                  </a:lnTo>
                  <a:lnTo>
                    <a:pt x="55561" y="241253"/>
                  </a:lnTo>
                  <a:lnTo>
                    <a:pt x="36177" y="281553"/>
                  </a:lnTo>
                  <a:lnTo>
                    <a:pt x="20697" y="323909"/>
                  </a:lnTo>
                  <a:lnTo>
                    <a:pt x="9353" y="368092"/>
                  </a:lnTo>
                  <a:lnTo>
                    <a:pt x="2376" y="413870"/>
                  </a:lnTo>
                  <a:lnTo>
                    <a:pt x="0" y="461010"/>
                  </a:lnTo>
                  <a:lnTo>
                    <a:pt x="2376" y="508149"/>
                  </a:lnTo>
                  <a:lnTo>
                    <a:pt x="9353" y="553927"/>
                  </a:lnTo>
                  <a:lnTo>
                    <a:pt x="20697" y="598110"/>
                  </a:lnTo>
                  <a:lnTo>
                    <a:pt x="36177" y="640466"/>
                  </a:lnTo>
                  <a:lnTo>
                    <a:pt x="55561" y="680766"/>
                  </a:lnTo>
                  <a:lnTo>
                    <a:pt x="78619" y="718776"/>
                  </a:lnTo>
                  <a:lnTo>
                    <a:pt x="105117" y="754266"/>
                  </a:lnTo>
                  <a:lnTo>
                    <a:pt x="134826" y="787003"/>
                  </a:lnTo>
                  <a:lnTo>
                    <a:pt x="167512" y="816756"/>
                  </a:lnTo>
                  <a:lnTo>
                    <a:pt x="202945" y="843293"/>
                  </a:lnTo>
                  <a:lnTo>
                    <a:pt x="240893" y="866383"/>
                  </a:lnTo>
                  <a:lnTo>
                    <a:pt x="281124" y="885795"/>
                  </a:lnTo>
                  <a:lnTo>
                    <a:pt x="323406" y="901296"/>
                  </a:lnTo>
                  <a:lnTo>
                    <a:pt x="367509" y="912654"/>
                  </a:lnTo>
                  <a:lnTo>
                    <a:pt x="413200" y="919640"/>
                  </a:lnTo>
                  <a:lnTo>
                    <a:pt x="460248" y="922020"/>
                  </a:lnTo>
                  <a:lnTo>
                    <a:pt x="507295" y="919640"/>
                  </a:lnTo>
                  <a:lnTo>
                    <a:pt x="552986" y="912654"/>
                  </a:lnTo>
                  <a:lnTo>
                    <a:pt x="597089" y="901296"/>
                  </a:lnTo>
                  <a:lnTo>
                    <a:pt x="639371" y="885795"/>
                  </a:lnTo>
                  <a:lnTo>
                    <a:pt x="679602" y="866383"/>
                  </a:lnTo>
                  <a:lnTo>
                    <a:pt x="717550" y="843293"/>
                  </a:lnTo>
                  <a:lnTo>
                    <a:pt x="752983" y="816756"/>
                  </a:lnTo>
                  <a:lnTo>
                    <a:pt x="785669" y="787003"/>
                  </a:lnTo>
                  <a:lnTo>
                    <a:pt x="815378" y="754266"/>
                  </a:lnTo>
                  <a:lnTo>
                    <a:pt x="841876" y="718776"/>
                  </a:lnTo>
                  <a:lnTo>
                    <a:pt x="864934" y="680766"/>
                  </a:lnTo>
                  <a:lnTo>
                    <a:pt x="884318" y="640466"/>
                  </a:lnTo>
                  <a:lnTo>
                    <a:pt x="899798" y="598110"/>
                  </a:lnTo>
                  <a:lnTo>
                    <a:pt x="911142" y="553927"/>
                  </a:lnTo>
                  <a:lnTo>
                    <a:pt x="918119" y="508149"/>
                  </a:lnTo>
                  <a:lnTo>
                    <a:pt x="920495" y="461010"/>
                  </a:lnTo>
                  <a:lnTo>
                    <a:pt x="918119" y="413870"/>
                  </a:lnTo>
                  <a:lnTo>
                    <a:pt x="911142" y="368092"/>
                  </a:lnTo>
                  <a:lnTo>
                    <a:pt x="899798" y="323909"/>
                  </a:lnTo>
                  <a:lnTo>
                    <a:pt x="884318" y="281553"/>
                  </a:lnTo>
                  <a:lnTo>
                    <a:pt x="864934" y="241253"/>
                  </a:lnTo>
                  <a:lnTo>
                    <a:pt x="841876" y="203243"/>
                  </a:lnTo>
                  <a:lnTo>
                    <a:pt x="815378" y="167753"/>
                  </a:lnTo>
                  <a:lnTo>
                    <a:pt x="785669" y="135016"/>
                  </a:lnTo>
                  <a:lnTo>
                    <a:pt x="752983" y="105263"/>
                  </a:lnTo>
                  <a:lnTo>
                    <a:pt x="717550" y="78726"/>
                  </a:lnTo>
                  <a:lnTo>
                    <a:pt x="679602" y="55636"/>
                  </a:lnTo>
                  <a:lnTo>
                    <a:pt x="639371" y="36224"/>
                  </a:lnTo>
                  <a:lnTo>
                    <a:pt x="597089" y="20723"/>
                  </a:lnTo>
                  <a:lnTo>
                    <a:pt x="552986" y="9365"/>
                  </a:lnTo>
                  <a:lnTo>
                    <a:pt x="507295" y="2379"/>
                  </a:lnTo>
                  <a:lnTo>
                    <a:pt x="460248" y="0"/>
                  </a:lnTo>
                  <a:close/>
                </a:path>
              </a:pathLst>
            </a:custGeom>
            <a:solidFill>
              <a:srgbClr val="0D80B8"/>
            </a:solidFill>
          </p:spPr>
          <p:txBody>
            <a:bodyPr wrap="square" lIns="0" tIns="0" rIns="0" bIns="0" rtlCol="0"/>
            <a:lstStyle/>
            <a:p>
              <a:endParaRPr/>
            </a:p>
          </p:txBody>
        </p:sp>
      </p:grpSp>
      <p:sp>
        <p:nvSpPr>
          <p:cNvPr id="41" name="object 41"/>
          <p:cNvSpPr txBox="1"/>
          <p:nvPr/>
        </p:nvSpPr>
        <p:spPr>
          <a:xfrm>
            <a:off x="2661920" y="1690827"/>
            <a:ext cx="368300" cy="208915"/>
          </a:xfrm>
          <a:prstGeom prst="rect">
            <a:avLst/>
          </a:prstGeom>
        </p:spPr>
        <p:txBody>
          <a:bodyPr vert="horz" wrap="square" lIns="0" tIns="12700" rIns="0" bIns="0" rtlCol="0">
            <a:spAutoFit/>
          </a:bodyPr>
          <a:lstStyle/>
          <a:p>
            <a:pPr marL="12700">
              <a:lnSpc>
                <a:spcPct val="100000"/>
              </a:lnSpc>
              <a:spcBef>
                <a:spcPts val="100"/>
              </a:spcBef>
            </a:pPr>
            <a:r>
              <a:rPr sz="1200" spc="-75" dirty="0">
                <a:solidFill>
                  <a:srgbClr val="5F5F5F"/>
                </a:solidFill>
                <a:latin typeface="Calibri"/>
                <a:cs typeface="Calibri"/>
              </a:rPr>
              <a:t>V</a:t>
            </a:r>
            <a:r>
              <a:rPr sz="1200" dirty="0">
                <a:solidFill>
                  <a:srgbClr val="5F5F5F"/>
                </a:solidFill>
                <a:latin typeface="Calibri"/>
                <a:cs typeface="Calibri"/>
              </a:rPr>
              <a:t>alue</a:t>
            </a:r>
            <a:endParaRPr sz="1200">
              <a:latin typeface="Calibri"/>
              <a:cs typeface="Calibri"/>
            </a:endParaRPr>
          </a:p>
        </p:txBody>
      </p:sp>
      <p:sp>
        <p:nvSpPr>
          <p:cNvPr id="43" name="object 4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42" name="object 42"/>
          <p:cNvSpPr txBox="1">
            <a:spLocks noGrp="1"/>
          </p:cNvSpPr>
          <p:nvPr>
            <p:ph type="title"/>
          </p:nvPr>
        </p:nvSpPr>
        <p:spPr>
          <a:xfrm>
            <a:off x="471017" y="324053"/>
            <a:ext cx="5214620"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Anatomy</a:t>
            </a:r>
            <a:r>
              <a:rPr spc="5" dirty="0">
                <a:solidFill>
                  <a:srgbClr val="095A82"/>
                </a:solidFill>
              </a:rPr>
              <a:t> </a:t>
            </a:r>
            <a:r>
              <a:rPr spc="-5" dirty="0">
                <a:solidFill>
                  <a:srgbClr val="095A82"/>
                </a:solidFill>
              </a:rPr>
              <a:t>of</a:t>
            </a:r>
            <a:r>
              <a:rPr spc="-10" dirty="0">
                <a:solidFill>
                  <a:srgbClr val="095A82"/>
                </a:solidFill>
              </a:rPr>
              <a:t> </a:t>
            </a:r>
            <a:r>
              <a:rPr spc="-5" dirty="0">
                <a:solidFill>
                  <a:srgbClr val="095A82"/>
                </a:solidFill>
              </a:rPr>
              <a:t>a</a:t>
            </a:r>
            <a:r>
              <a:rPr dirty="0">
                <a:solidFill>
                  <a:srgbClr val="095A82"/>
                </a:solidFill>
              </a:rPr>
              <a:t> </a:t>
            </a:r>
            <a:r>
              <a:rPr spc="-5" dirty="0">
                <a:solidFill>
                  <a:srgbClr val="095A82"/>
                </a:solidFill>
              </a:rPr>
              <a:t>MapReduce</a:t>
            </a:r>
            <a:r>
              <a:rPr spc="10" dirty="0">
                <a:solidFill>
                  <a:srgbClr val="095A82"/>
                </a:solidFill>
              </a:rPr>
              <a:t> </a:t>
            </a:r>
            <a:r>
              <a:rPr spc="-10" dirty="0">
                <a:solidFill>
                  <a:srgbClr val="095A82"/>
                </a:solidFill>
              </a:rPr>
              <a:t>Program</a:t>
            </a:r>
          </a:p>
        </p:txBody>
      </p:sp>
      <p:sp>
        <p:nvSpPr>
          <p:cNvPr id="44" name="object 3">
            <a:extLst>
              <a:ext uri="{FF2B5EF4-FFF2-40B4-BE49-F238E27FC236}">
                <a16:creationId xmlns:a16="http://schemas.microsoft.com/office/drawing/2014/main" id="{C01664D0-4C25-7D31-BDB3-C74780F32F6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45" name="Rectangle 44">
            <a:extLst>
              <a:ext uri="{FF2B5EF4-FFF2-40B4-BE49-F238E27FC236}">
                <a16:creationId xmlns:a16="http://schemas.microsoft.com/office/drawing/2014/main" id="{BC51E32A-C891-917E-65E3-CDA8B70578D8}"/>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418808605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DCE2E3"/>
          </a:solidFill>
        </p:spPr>
        <p:txBody>
          <a:bodyPr wrap="square" lIns="0" tIns="0" rIns="0" bIns="0" rtlCol="0"/>
          <a:lstStyle/>
          <a:p>
            <a:endParaRPr/>
          </a:p>
        </p:txBody>
      </p:sp>
      <p:sp>
        <p:nvSpPr>
          <p:cNvPr id="3" name="object 3"/>
          <p:cNvSpPr/>
          <p:nvPr/>
        </p:nvSpPr>
        <p:spPr>
          <a:xfrm>
            <a:off x="7315200" y="0"/>
            <a:ext cx="1243965" cy="1554480"/>
          </a:xfrm>
          <a:custGeom>
            <a:avLst/>
            <a:gdLst/>
            <a:ahLst/>
            <a:cxnLst/>
            <a:rect l="l" t="t" r="r" b="b"/>
            <a:pathLst>
              <a:path w="1243965" h="1554480">
                <a:moveTo>
                  <a:pt x="1243584" y="0"/>
                </a:moveTo>
                <a:lnTo>
                  <a:pt x="0" y="0"/>
                </a:lnTo>
                <a:lnTo>
                  <a:pt x="0" y="1065276"/>
                </a:lnTo>
                <a:lnTo>
                  <a:pt x="0" y="1095756"/>
                </a:lnTo>
                <a:lnTo>
                  <a:pt x="0" y="1554480"/>
                </a:lnTo>
                <a:lnTo>
                  <a:pt x="621068" y="1096175"/>
                </a:lnTo>
                <a:lnTo>
                  <a:pt x="1243584" y="1554480"/>
                </a:lnTo>
                <a:lnTo>
                  <a:pt x="1243584" y="1095756"/>
                </a:lnTo>
                <a:lnTo>
                  <a:pt x="1243584" y="1065276"/>
                </a:lnTo>
                <a:lnTo>
                  <a:pt x="1243584" y="0"/>
                </a:lnTo>
                <a:close/>
              </a:path>
            </a:pathLst>
          </a:custGeom>
          <a:solidFill>
            <a:srgbClr val="095A82"/>
          </a:solidFill>
        </p:spPr>
        <p:txBody>
          <a:bodyPr wrap="square" lIns="0" tIns="0" rIns="0" bIns="0" rtlCol="0"/>
          <a:lstStyle/>
          <a:p>
            <a:endParaRPr/>
          </a:p>
        </p:txBody>
      </p:sp>
      <p:pic>
        <p:nvPicPr>
          <p:cNvPr id="5" name="object 5"/>
          <p:cNvPicPr/>
          <p:nvPr/>
        </p:nvPicPr>
        <p:blipFill>
          <a:blip r:embed="rId2" cstate="print"/>
          <a:stretch>
            <a:fillRect/>
          </a:stretch>
        </p:blipFill>
        <p:spPr>
          <a:xfrm>
            <a:off x="528827" y="4725927"/>
            <a:ext cx="1138428" cy="417572"/>
          </a:xfrm>
          <a:prstGeom prst="rect">
            <a:avLst/>
          </a:prstGeom>
        </p:spPr>
      </p:pic>
      <p:sp>
        <p:nvSpPr>
          <p:cNvPr id="7" name="object 7"/>
          <p:cNvSpPr txBox="1">
            <a:spLocks noGrp="1"/>
          </p:cNvSpPr>
          <p:nvPr>
            <p:ph type="title"/>
          </p:nvPr>
        </p:nvSpPr>
        <p:spPr>
          <a:xfrm>
            <a:off x="2353817" y="2323591"/>
            <a:ext cx="4437380" cy="452120"/>
          </a:xfrm>
          <a:prstGeom prst="rect">
            <a:avLst/>
          </a:prstGeom>
        </p:spPr>
        <p:txBody>
          <a:bodyPr vert="horz" wrap="square" lIns="0" tIns="12065" rIns="0" bIns="0" rtlCol="0">
            <a:spAutoFit/>
          </a:bodyPr>
          <a:lstStyle/>
          <a:p>
            <a:pPr marL="12700">
              <a:lnSpc>
                <a:spcPct val="100000"/>
              </a:lnSpc>
              <a:spcBef>
                <a:spcPts val="95"/>
              </a:spcBef>
            </a:pPr>
            <a:r>
              <a:rPr spc="-10" dirty="0"/>
              <a:t>Demo</a:t>
            </a:r>
            <a:r>
              <a:rPr spc="-15" dirty="0"/>
              <a:t> </a:t>
            </a:r>
            <a:r>
              <a:rPr spc="-5" dirty="0"/>
              <a:t>of</a:t>
            </a:r>
            <a:r>
              <a:rPr dirty="0"/>
              <a:t> </a:t>
            </a:r>
            <a:r>
              <a:rPr spc="-10" dirty="0"/>
              <a:t>WordCount</a:t>
            </a:r>
            <a:r>
              <a:rPr spc="35" dirty="0"/>
              <a:t> </a:t>
            </a:r>
            <a:r>
              <a:rPr spc="-5" dirty="0"/>
              <a:t>program</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4" name="object 3">
            <a:extLst>
              <a:ext uri="{FF2B5EF4-FFF2-40B4-BE49-F238E27FC236}">
                <a16:creationId xmlns:a16="http://schemas.microsoft.com/office/drawing/2014/main" id="{46ED4AA2-659B-933C-A31D-55379E0BE32A}"/>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 name="Rectangle 5">
            <a:extLst>
              <a:ext uri="{FF2B5EF4-FFF2-40B4-BE49-F238E27FC236}">
                <a16:creationId xmlns:a16="http://schemas.microsoft.com/office/drawing/2014/main" id="{9A09F419-3FDF-D6DA-E7EF-69055E67A8E6}"/>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16391185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DCE2E3"/>
          </a:solidFill>
        </p:spPr>
        <p:txBody>
          <a:bodyPr wrap="square" lIns="0" tIns="0" rIns="0" bIns="0" rtlCol="0"/>
          <a:lstStyle/>
          <a:p>
            <a:endParaRPr/>
          </a:p>
        </p:txBody>
      </p:sp>
      <p:sp>
        <p:nvSpPr>
          <p:cNvPr id="3" name="object 3"/>
          <p:cNvSpPr/>
          <p:nvPr/>
        </p:nvSpPr>
        <p:spPr>
          <a:xfrm>
            <a:off x="7315200" y="0"/>
            <a:ext cx="1243965" cy="1554480"/>
          </a:xfrm>
          <a:custGeom>
            <a:avLst/>
            <a:gdLst/>
            <a:ahLst/>
            <a:cxnLst/>
            <a:rect l="l" t="t" r="r" b="b"/>
            <a:pathLst>
              <a:path w="1243965" h="1554480">
                <a:moveTo>
                  <a:pt x="1243584" y="0"/>
                </a:moveTo>
                <a:lnTo>
                  <a:pt x="0" y="0"/>
                </a:lnTo>
                <a:lnTo>
                  <a:pt x="0" y="1065276"/>
                </a:lnTo>
                <a:lnTo>
                  <a:pt x="0" y="1095756"/>
                </a:lnTo>
                <a:lnTo>
                  <a:pt x="0" y="1554480"/>
                </a:lnTo>
                <a:lnTo>
                  <a:pt x="621068" y="1096175"/>
                </a:lnTo>
                <a:lnTo>
                  <a:pt x="1243584" y="1554480"/>
                </a:lnTo>
                <a:lnTo>
                  <a:pt x="1243584" y="1095756"/>
                </a:lnTo>
                <a:lnTo>
                  <a:pt x="1243584" y="1065276"/>
                </a:lnTo>
                <a:lnTo>
                  <a:pt x="1243584" y="0"/>
                </a:lnTo>
                <a:close/>
              </a:path>
            </a:pathLst>
          </a:custGeom>
          <a:solidFill>
            <a:srgbClr val="095A82"/>
          </a:solidFill>
        </p:spPr>
        <p:txBody>
          <a:bodyPr wrap="square" lIns="0" tIns="0" rIns="0" bIns="0" rtlCol="0"/>
          <a:lstStyle/>
          <a:p>
            <a:endParaRPr/>
          </a:p>
        </p:txBody>
      </p:sp>
      <p:pic>
        <p:nvPicPr>
          <p:cNvPr id="5" name="object 5"/>
          <p:cNvPicPr/>
          <p:nvPr/>
        </p:nvPicPr>
        <p:blipFill>
          <a:blip r:embed="rId2" cstate="print"/>
          <a:stretch>
            <a:fillRect/>
          </a:stretch>
        </p:blipFill>
        <p:spPr>
          <a:xfrm>
            <a:off x="528827" y="4725927"/>
            <a:ext cx="1138428" cy="417572"/>
          </a:xfrm>
          <a:prstGeom prst="rect">
            <a:avLst/>
          </a:prstGeom>
        </p:spPr>
      </p:pic>
      <p:sp>
        <p:nvSpPr>
          <p:cNvPr id="7" name="object 7"/>
          <p:cNvSpPr txBox="1">
            <a:spLocks noGrp="1"/>
          </p:cNvSpPr>
          <p:nvPr>
            <p:ph type="title"/>
          </p:nvPr>
        </p:nvSpPr>
        <p:spPr>
          <a:xfrm>
            <a:off x="2114550" y="2323591"/>
            <a:ext cx="4911725" cy="452120"/>
          </a:xfrm>
          <a:prstGeom prst="rect">
            <a:avLst/>
          </a:prstGeom>
        </p:spPr>
        <p:txBody>
          <a:bodyPr vert="horz" wrap="square" lIns="0" tIns="12065" rIns="0" bIns="0" rtlCol="0">
            <a:spAutoFit/>
          </a:bodyPr>
          <a:lstStyle/>
          <a:p>
            <a:pPr marL="12700">
              <a:lnSpc>
                <a:spcPct val="100000"/>
              </a:lnSpc>
              <a:spcBef>
                <a:spcPts val="95"/>
              </a:spcBef>
            </a:pPr>
            <a:r>
              <a:rPr spc="-10" dirty="0"/>
              <a:t>MapReduce</a:t>
            </a:r>
            <a:r>
              <a:rPr spc="30" dirty="0"/>
              <a:t> </a:t>
            </a:r>
            <a:r>
              <a:rPr spc="-10" dirty="0"/>
              <a:t>Job Submission </a:t>
            </a:r>
            <a:r>
              <a:rPr spc="-5" dirty="0"/>
              <a:t>Flow</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4" name="object 3">
            <a:extLst>
              <a:ext uri="{FF2B5EF4-FFF2-40B4-BE49-F238E27FC236}">
                <a16:creationId xmlns:a16="http://schemas.microsoft.com/office/drawing/2014/main" id="{C4F8A997-FA7F-21CD-4600-2D88D3DA8AF9}"/>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 name="Rectangle 5">
            <a:extLst>
              <a:ext uri="{FF2B5EF4-FFF2-40B4-BE49-F238E27FC236}">
                <a16:creationId xmlns:a16="http://schemas.microsoft.com/office/drawing/2014/main" id="{F17FB16C-402F-24D9-3541-585B85AC509E}"/>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367758961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73" name="object 73"/>
          <p:cNvSpPr txBox="1">
            <a:spLocks noGrp="1"/>
          </p:cNvSpPr>
          <p:nvPr>
            <p:ph type="title"/>
          </p:nvPr>
        </p:nvSpPr>
        <p:spPr>
          <a:xfrm>
            <a:off x="471017" y="324053"/>
            <a:ext cx="6005983" cy="443070"/>
          </a:xfrm>
          <a:prstGeom prst="rect">
            <a:avLst/>
          </a:prstGeom>
        </p:spPr>
        <p:txBody>
          <a:bodyPr vert="horz" wrap="square" lIns="0" tIns="12065" rIns="0" bIns="0" rtlCol="0">
            <a:spAutoFit/>
          </a:bodyPr>
          <a:lstStyle/>
          <a:p>
            <a:pPr marL="12700">
              <a:lnSpc>
                <a:spcPct val="100000"/>
              </a:lnSpc>
              <a:spcBef>
                <a:spcPts val="95"/>
              </a:spcBef>
            </a:pPr>
            <a:r>
              <a:rPr lang="en-US" spc="-5" dirty="0"/>
              <a:t>Anatomy of a YARN Application Run</a:t>
            </a:r>
            <a:endParaRPr spc="-10" dirty="0">
              <a:solidFill>
                <a:srgbClr val="095A82"/>
              </a:solidFill>
            </a:endParaRPr>
          </a:p>
        </p:txBody>
      </p:sp>
      <p:sp>
        <p:nvSpPr>
          <p:cNvPr id="75" name="object 3">
            <a:extLst>
              <a:ext uri="{FF2B5EF4-FFF2-40B4-BE49-F238E27FC236}">
                <a16:creationId xmlns:a16="http://schemas.microsoft.com/office/drawing/2014/main" id="{6269BC40-2750-C0A0-E6AF-D74E518CBFC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6" name="Rectangle 75">
            <a:extLst>
              <a:ext uri="{FF2B5EF4-FFF2-40B4-BE49-F238E27FC236}">
                <a16:creationId xmlns:a16="http://schemas.microsoft.com/office/drawing/2014/main" id="{4AB71850-6B8C-3DDA-CA02-5C026C539B7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1556417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2501" y="844169"/>
            <a:ext cx="8239759" cy="2108200"/>
            <a:chOff x="452501" y="844169"/>
            <a:chExt cx="8239759" cy="2108200"/>
          </a:xfrm>
        </p:grpSpPr>
        <p:pic>
          <p:nvPicPr>
            <p:cNvPr id="3" name="object 3"/>
            <p:cNvPicPr/>
            <p:nvPr/>
          </p:nvPicPr>
          <p:blipFill>
            <a:blip r:embed="rId2" cstate="print"/>
            <a:stretch>
              <a:fillRect/>
            </a:stretch>
          </p:blipFill>
          <p:spPr>
            <a:xfrm>
              <a:off x="6422109" y="1392883"/>
              <a:ext cx="1039408" cy="1559130"/>
            </a:xfrm>
            <a:prstGeom prst="rect">
              <a:avLst/>
            </a:prstGeom>
          </p:spPr>
        </p:pic>
        <p:sp>
          <p:nvSpPr>
            <p:cNvPr id="4" name="object 4"/>
            <p:cNvSpPr/>
            <p:nvPr/>
          </p:nvSpPr>
          <p:spPr>
            <a:xfrm>
              <a:off x="6466331" y="1389888"/>
              <a:ext cx="955675" cy="1484630"/>
            </a:xfrm>
            <a:custGeom>
              <a:avLst/>
              <a:gdLst/>
              <a:ahLst/>
              <a:cxnLst/>
              <a:rect l="l" t="t" r="r" b="b"/>
              <a:pathLst>
                <a:path w="955675" h="1484630">
                  <a:moveTo>
                    <a:pt x="955547" y="0"/>
                  </a:moveTo>
                  <a:lnTo>
                    <a:pt x="159258" y="0"/>
                  </a:lnTo>
                  <a:lnTo>
                    <a:pt x="108898" y="8113"/>
                  </a:lnTo>
                  <a:lnTo>
                    <a:pt x="65178" y="30711"/>
                  </a:lnTo>
                  <a:lnTo>
                    <a:pt x="30711" y="65178"/>
                  </a:lnTo>
                  <a:lnTo>
                    <a:pt x="8113" y="108898"/>
                  </a:lnTo>
                  <a:lnTo>
                    <a:pt x="0" y="159258"/>
                  </a:lnTo>
                  <a:lnTo>
                    <a:pt x="0" y="1484376"/>
                  </a:lnTo>
                  <a:lnTo>
                    <a:pt x="796289" y="1484376"/>
                  </a:lnTo>
                  <a:lnTo>
                    <a:pt x="846649" y="1476262"/>
                  </a:lnTo>
                  <a:lnTo>
                    <a:pt x="890369" y="1453664"/>
                  </a:lnTo>
                  <a:lnTo>
                    <a:pt x="924836" y="1419197"/>
                  </a:lnTo>
                  <a:lnTo>
                    <a:pt x="947434" y="1375477"/>
                  </a:lnTo>
                  <a:lnTo>
                    <a:pt x="955547" y="1325118"/>
                  </a:lnTo>
                  <a:lnTo>
                    <a:pt x="955547" y="0"/>
                  </a:lnTo>
                  <a:close/>
                </a:path>
              </a:pathLst>
            </a:custGeom>
            <a:solidFill>
              <a:srgbClr val="D6E2BA"/>
            </a:solidFill>
          </p:spPr>
          <p:txBody>
            <a:bodyPr wrap="square" lIns="0" tIns="0" rIns="0" bIns="0" rtlCol="0"/>
            <a:lstStyle/>
            <a:p>
              <a:endParaRPr/>
            </a:p>
          </p:txBody>
        </p:sp>
        <p:pic>
          <p:nvPicPr>
            <p:cNvPr id="5" name="object 5"/>
            <p:cNvPicPr/>
            <p:nvPr/>
          </p:nvPicPr>
          <p:blipFill>
            <a:blip r:embed="rId2" cstate="print"/>
            <a:stretch>
              <a:fillRect/>
            </a:stretch>
          </p:blipFill>
          <p:spPr>
            <a:xfrm>
              <a:off x="5370549" y="1392883"/>
              <a:ext cx="1039408" cy="1559130"/>
            </a:xfrm>
            <a:prstGeom prst="rect">
              <a:avLst/>
            </a:prstGeom>
          </p:spPr>
        </p:pic>
        <p:sp>
          <p:nvSpPr>
            <p:cNvPr id="6" name="object 6"/>
            <p:cNvSpPr/>
            <p:nvPr/>
          </p:nvSpPr>
          <p:spPr>
            <a:xfrm>
              <a:off x="5414772" y="1389888"/>
              <a:ext cx="955675" cy="1484630"/>
            </a:xfrm>
            <a:custGeom>
              <a:avLst/>
              <a:gdLst/>
              <a:ahLst/>
              <a:cxnLst/>
              <a:rect l="l" t="t" r="r" b="b"/>
              <a:pathLst>
                <a:path w="955675" h="1484630">
                  <a:moveTo>
                    <a:pt x="955548" y="0"/>
                  </a:moveTo>
                  <a:lnTo>
                    <a:pt x="159257" y="0"/>
                  </a:lnTo>
                  <a:lnTo>
                    <a:pt x="108898" y="8113"/>
                  </a:lnTo>
                  <a:lnTo>
                    <a:pt x="65178" y="30711"/>
                  </a:lnTo>
                  <a:lnTo>
                    <a:pt x="30711" y="65178"/>
                  </a:lnTo>
                  <a:lnTo>
                    <a:pt x="8113" y="108898"/>
                  </a:lnTo>
                  <a:lnTo>
                    <a:pt x="0" y="159258"/>
                  </a:lnTo>
                  <a:lnTo>
                    <a:pt x="0" y="1484376"/>
                  </a:lnTo>
                  <a:lnTo>
                    <a:pt x="796289" y="1484376"/>
                  </a:lnTo>
                  <a:lnTo>
                    <a:pt x="846649" y="1476262"/>
                  </a:lnTo>
                  <a:lnTo>
                    <a:pt x="890369" y="1453664"/>
                  </a:lnTo>
                  <a:lnTo>
                    <a:pt x="924836" y="1419197"/>
                  </a:lnTo>
                  <a:lnTo>
                    <a:pt x="947434" y="1375477"/>
                  </a:lnTo>
                  <a:lnTo>
                    <a:pt x="955548" y="1325118"/>
                  </a:lnTo>
                  <a:lnTo>
                    <a:pt x="955548" y="0"/>
                  </a:lnTo>
                  <a:close/>
                </a:path>
              </a:pathLst>
            </a:custGeom>
            <a:solidFill>
              <a:srgbClr val="D6E2BA"/>
            </a:solidFill>
          </p:spPr>
          <p:txBody>
            <a:bodyPr wrap="square" lIns="0" tIns="0" rIns="0" bIns="0" rtlCol="0"/>
            <a:lstStyle/>
            <a:p>
              <a:endParaRPr/>
            </a:p>
          </p:txBody>
        </p:sp>
        <p:pic>
          <p:nvPicPr>
            <p:cNvPr id="7" name="object 7"/>
            <p:cNvPicPr/>
            <p:nvPr/>
          </p:nvPicPr>
          <p:blipFill>
            <a:blip r:embed="rId3" cstate="print"/>
            <a:stretch>
              <a:fillRect/>
            </a:stretch>
          </p:blipFill>
          <p:spPr>
            <a:xfrm>
              <a:off x="5574791" y="1601724"/>
              <a:ext cx="653796" cy="297180"/>
            </a:xfrm>
            <a:prstGeom prst="rect">
              <a:avLst/>
            </a:prstGeom>
          </p:spPr>
        </p:pic>
        <p:sp>
          <p:nvSpPr>
            <p:cNvPr id="8" name="object 8"/>
            <p:cNvSpPr/>
            <p:nvPr/>
          </p:nvSpPr>
          <p:spPr>
            <a:xfrm>
              <a:off x="5617464" y="1624584"/>
              <a:ext cx="573405" cy="216535"/>
            </a:xfrm>
            <a:custGeom>
              <a:avLst/>
              <a:gdLst/>
              <a:ahLst/>
              <a:cxnLst/>
              <a:rect l="l" t="t" r="r" b="b"/>
              <a:pathLst>
                <a:path w="573404" h="216535">
                  <a:moveTo>
                    <a:pt x="536956" y="0"/>
                  </a:moveTo>
                  <a:lnTo>
                    <a:pt x="36068" y="0"/>
                  </a:lnTo>
                  <a:lnTo>
                    <a:pt x="22020" y="2831"/>
                  </a:lnTo>
                  <a:lnTo>
                    <a:pt x="10556" y="10556"/>
                  </a:lnTo>
                  <a:lnTo>
                    <a:pt x="2831" y="22020"/>
                  </a:lnTo>
                  <a:lnTo>
                    <a:pt x="0" y="36067"/>
                  </a:lnTo>
                  <a:lnTo>
                    <a:pt x="0" y="180339"/>
                  </a:lnTo>
                  <a:lnTo>
                    <a:pt x="2831" y="194387"/>
                  </a:lnTo>
                  <a:lnTo>
                    <a:pt x="10556" y="205851"/>
                  </a:lnTo>
                  <a:lnTo>
                    <a:pt x="22020" y="213576"/>
                  </a:lnTo>
                  <a:lnTo>
                    <a:pt x="36068" y="216407"/>
                  </a:lnTo>
                  <a:lnTo>
                    <a:pt x="536956" y="216407"/>
                  </a:lnTo>
                  <a:lnTo>
                    <a:pt x="551003" y="213576"/>
                  </a:lnTo>
                  <a:lnTo>
                    <a:pt x="562467" y="205851"/>
                  </a:lnTo>
                  <a:lnTo>
                    <a:pt x="570192" y="194387"/>
                  </a:lnTo>
                  <a:lnTo>
                    <a:pt x="573024" y="180339"/>
                  </a:lnTo>
                  <a:lnTo>
                    <a:pt x="573024" y="36067"/>
                  </a:lnTo>
                  <a:lnTo>
                    <a:pt x="570192" y="22020"/>
                  </a:lnTo>
                  <a:lnTo>
                    <a:pt x="562467" y="10556"/>
                  </a:lnTo>
                  <a:lnTo>
                    <a:pt x="551003" y="2831"/>
                  </a:lnTo>
                  <a:lnTo>
                    <a:pt x="536956" y="0"/>
                  </a:lnTo>
                  <a:close/>
                </a:path>
              </a:pathLst>
            </a:custGeom>
            <a:solidFill>
              <a:srgbClr val="0D80B8"/>
            </a:solidFill>
          </p:spPr>
          <p:txBody>
            <a:bodyPr wrap="square" lIns="0" tIns="0" rIns="0" bIns="0" rtlCol="0"/>
            <a:lstStyle/>
            <a:p>
              <a:endParaRPr/>
            </a:p>
          </p:txBody>
        </p:sp>
      </p:grpSp>
      <p:sp>
        <p:nvSpPr>
          <p:cNvPr id="9" name="object 9"/>
          <p:cNvSpPr txBox="1"/>
          <p:nvPr/>
        </p:nvSpPr>
        <p:spPr>
          <a:xfrm>
            <a:off x="5520054" y="1392682"/>
            <a:ext cx="4730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1</a:t>
            </a:r>
            <a:endParaRPr sz="1200">
              <a:latin typeface="Calibri"/>
              <a:cs typeface="Calibri"/>
            </a:endParaRPr>
          </a:p>
        </p:txBody>
      </p:sp>
      <p:grpSp>
        <p:nvGrpSpPr>
          <p:cNvPr id="10" name="object 10"/>
          <p:cNvGrpSpPr/>
          <p:nvPr/>
        </p:nvGrpSpPr>
        <p:grpSpPr>
          <a:xfrm>
            <a:off x="6509004" y="1601724"/>
            <a:ext cx="654050" cy="297180"/>
            <a:chOff x="6509004" y="1601724"/>
            <a:chExt cx="654050" cy="297180"/>
          </a:xfrm>
        </p:grpSpPr>
        <p:pic>
          <p:nvPicPr>
            <p:cNvPr id="11" name="object 11"/>
            <p:cNvPicPr/>
            <p:nvPr/>
          </p:nvPicPr>
          <p:blipFill>
            <a:blip r:embed="rId3" cstate="print"/>
            <a:stretch>
              <a:fillRect/>
            </a:stretch>
          </p:blipFill>
          <p:spPr>
            <a:xfrm>
              <a:off x="6509004" y="1601724"/>
              <a:ext cx="653796" cy="297180"/>
            </a:xfrm>
            <a:prstGeom prst="rect">
              <a:avLst/>
            </a:prstGeom>
          </p:spPr>
        </p:pic>
        <p:sp>
          <p:nvSpPr>
            <p:cNvPr id="12" name="object 12"/>
            <p:cNvSpPr/>
            <p:nvPr/>
          </p:nvSpPr>
          <p:spPr>
            <a:xfrm>
              <a:off x="6551676" y="1624584"/>
              <a:ext cx="573405" cy="216535"/>
            </a:xfrm>
            <a:custGeom>
              <a:avLst/>
              <a:gdLst/>
              <a:ahLst/>
              <a:cxnLst/>
              <a:rect l="l" t="t" r="r" b="b"/>
              <a:pathLst>
                <a:path w="573404" h="216535">
                  <a:moveTo>
                    <a:pt x="536955" y="0"/>
                  </a:moveTo>
                  <a:lnTo>
                    <a:pt x="36068" y="0"/>
                  </a:lnTo>
                  <a:lnTo>
                    <a:pt x="22020" y="2831"/>
                  </a:lnTo>
                  <a:lnTo>
                    <a:pt x="10556" y="10556"/>
                  </a:lnTo>
                  <a:lnTo>
                    <a:pt x="2831" y="22020"/>
                  </a:lnTo>
                  <a:lnTo>
                    <a:pt x="0" y="36067"/>
                  </a:lnTo>
                  <a:lnTo>
                    <a:pt x="0" y="180339"/>
                  </a:lnTo>
                  <a:lnTo>
                    <a:pt x="2831" y="194387"/>
                  </a:lnTo>
                  <a:lnTo>
                    <a:pt x="10556" y="205851"/>
                  </a:lnTo>
                  <a:lnTo>
                    <a:pt x="22020" y="213576"/>
                  </a:lnTo>
                  <a:lnTo>
                    <a:pt x="36068" y="216407"/>
                  </a:lnTo>
                  <a:lnTo>
                    <a:pt x="536955" y="216407"/>
                  </a:lnTo>
                  <a:lnTo>
                    <a:pt x="551003" y="213576"/>
                  </a:lnTo>
                  <a:lnTo>
                    <a:pt x="562467" y="205851"/>
                  </a:lnTo>
                  <a:lnTo>
                    <a:pt x="570192" y="194387"/>
                  </a:lnTo>
                  <a:lnTo>
                    <a:pt x="573024" y="180339"/>
                  </a:lnTo>
                  <a:lnTo>
                    <a:pt x="573024" y="36067"/>
                  </a:lnTo>
                  <a:lnTo>
                    <a:pt x="570192" y="22020"/>
                  </a:lnTo>
                  <a:lnTo>
                    <a:pt x="562467" y="10556"/>
                  </a:lnTo>
                  <a:lnTo>
                    <a:pt x="551003" y="2831"/>
                  </a:lnTo>
                  <a:lnTo>
                    <a:pt x="536955" y="0"/>
                  </a:lnTo>
                  <a:close/>
                </a:path>
              </a:pathLst>
            </a:custGeom>
            <a:solidFill>
              <a:srgbClr val="0D80B8"/>
            </a:solidFill>
          </p:spPr>
          <p:txBody>
            <a:bodyPr wrap="square" lIns="0" tIns="0" rIns="0" bIns="0" rtlCol="0"/>
            <a:lstStyle/>
            <a:p>
              <a:endParaRPr/>
            </a:p>
          </p:txBody>
        </p:sp>
      </p:grpSp>
      <p:sp>
        <p:nvSpPr>
          <p:cNvPr id="13" name="object 13"/>
          <p:cNvSpPr txBox="1"/>
          <p:nvPr/>
        </p:nvSpPr>
        <p:spPr>
          <a:xfrm>
            <a:off x="6744081" y="1392682"/>
            <a:ext cx="4730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2</a:t>
            </a:r>
            <a:endParaRPr sz="1200">
              <a:latin typeface="Calibri"/>
              <a:cs typeface="Calibri"/>
            </a:endParaRPr>
          </a:p>
        </p:txBody>
      </p:sp>
      <p:grpSp>
        <p:nvGrpSpPr>
          <p:cNvPr id="14" name="object 14"/>
          <p:cNvGrpSpPr/>
          <p:nvPr/>
        </p:nvGrpSpPr>
        <p:grpSpPr>
          <a:xfrm>
            <a:off x="5571744" y="854976"/>
            <a:ext cx="1530350" cy="771525"/>
            <a:chOff x="5571744" y="854976"/>
            <a:chExt cx="1530350" cy="771525"/>
          </a:xfrm>
        </p:grpSpPr>
        <p:sp>
          <p:nvSpPr>
            <p:cNvPr id="15" name="object 15"/>
            <p:cNvSpPr/>
            <p:nvPr/>
          </p:nvSpPr>
          <p:spPr>
            <a:xfrm>
              <a:off x="5987796" y="1005458"/>
              <a:ext cx="751840" cy="621030"/>
            </a:xfrm>
            <a:custGeom>
              <a:avLst/>
              <a:gdLst/>
              <a:ahLst/>
              <a:cxnLst/>
              <a:rect l="l" t="t" r="r" b="b"/>
              <a:pathLst>
                <a:path w="751840" h="621030">
                  <a:moveTo>
                    <a:pt x="751840" y="620776"/>
                  </a:moveTo>
                  <a:lnTo>
                    <a:pt x="746429" y="570738"/>
                  </a:lnTo>
                  <a:lnTo>
                    <a:pt x="742696" y="536067"/>
                  </a:lnTo>
                  <a:lnTo>
                    <a:pt x="716000" y="553199"/>
                  </a:lnTo>
                  <a:lnTo>
                    <a:pt x="381977" y="33388"/>
                  </a:lnTo>
                  <a:lnTo>
                    <a:pt x="399034" y="6858"/>
                  </a:lnTo>
                  <a:lnTo>
                    <a:pt x="388366" y="0"/>
                  </a:lnTo>
                  <a:lnTo>
                    <a:pt x="374446" y="21666"/>
                  </a:lnTo>
                  <a:lnTo>
                    <a:pt x="363474" y="4572"/>
                  </a:lnTo>
                  <a:lnTo>
                    <a:pt x="352806" y="11430"/>
                  </a:lnTo>
                  <a:lnTo>
                    <a:pt x="366903" y="33388"/>
                  </a:lnTo>
                  <a:lnTo>
                    <a:pt x="35826" y="548627"/>
                  </a:lnTo>
                  <a:lnTo>
                    <a:pt x="9144" y="531495"/>
                  </a:lnTo>
                  <a:lnTo>
                    <a:pt x="0" y="616204"/>
                  </a:lnTo>
                  <a:lnTo>
                    <a:pt x="73279" y="572643"/>
                  </a:lnTo>
                  <a:lnTo>
                    <a:pt x="63182" y="566166"/>
                  </a:lnTo>
                  <a:lnTo>
                    <a:pt x="46494" y="555472"/>
                  </a:lnTo>
                  <a:lnTo>
                    <a:pt x="374446" y="45123"/>
                  </a:lnTo>
                  <a:lnTo>
                    <a:pt x="705332" y="560044"/>
                  </a:lnTo>
                  <a:lnTo>
                    <a:pt x="678561" y="577215"/>
                  </a:lnTo>
                  <a:lnTo>
                    <a:pt x="751840" y="620776"/>
                  </a:lnTo>
                  <a:close/>
                </a:path>
              </a:pathLst>
            </a:custGeom>
            <a:solidFill>
              <a:srgbClr val="5F5F5F"/>
            </a:solidFill>
          </p:spPr>
          <p:txBody>
            <a:bodyPr wrap="square" lIns="0" tIns="0" rIns="0" bIns="0" rtlCol="0"/>
            <a:lstStyle/>
            <a:p>
              <a:endParaRPr/>
            </a:p>
          </p:txBody>
        </p:sp>
        <p:pic>
          <p:nvPicPr>
            <p:cNvPr id="16" name="object 16"/>
            <p:cNvPicPr/>
            <p:nvPr/>
          </p:nvPicPr>
          <p:blipFill>
            <a:blip r:embed="rId4" cstate="print"/>
            <a:stretch>
              <a:fillRect/>
            </a:stretch>
          </p:blipFill>
          <p:spPr>
            <a:xfrm>
              <a:off x="5571744" y="868692"/>
              <a:ext cx="1530096" cy="371843"/>
            </a:xfrm>
            <a:prstGeom prst="rect">
              <a:avLst/>
            </a:prstGeom>
          </p:spPr>
        </p:pic>
        <p:pic>
          <p:nvPicPr>
            <p:cNvPr id="17" name="object 17"/>
            <p:cNvPicPr/>
            <p:nvPr/>
          </p:nvPicPr>
          <p:blipFill>
            <a:blip r:embed="rId5" cstate="print"/>
            <a:stretch>
              <a:fillRect/>
            </a:stretch>
          </p:blipFill>
          <p:spPr>
            <a:xfrm>
              <a:off x="5754624" y="854976"/>
              <a:ext cx="1159751" cy="454139"/>
            </a:xfrm>
            <a:prstGeom prst="rect">
              <a:avLst/>
            </a:prstGeom>
          </p:spPr>
        </p:pic>
        <p:sp>
          <p:nvSpPr>
            <p:cNvPr id="18" name="object 18"/>
            <p:cNvSpPr/>
            <p:nvPr/>
          </p:nvSpPr>
          <p:spPr>
            <a:xfrm>
              <a:off x="5614416" y="891539"/>
              <a:ext cx="1449705" cy="291465"/>
            </a:xfrm>
            <a:custGeom>
              <a:avLst/>
              <a:gdLst/>
              <a:ahLst/>
              <a:cxnLst/>
              <a:rect l="l" t="t" r="r" b="b"/>
              <a:pathLst>
                <a:path w="1449704" h="291465">
                  <a:moveTo>
                    <a:pt x="1400810" y="0"/>
                  </a:moveTo>
                  <a:lnTo>
                    <a:pt x="48513" y="0"/>
                  </a:lnTo>
                  <a:lnTo>
                    <a:pt x="29628" y="3811"/>
                  </a:lnTo>
                  <a:lnTo>
                    <a:pt x="14208" y="14208"/>
                  </a:lnTo>
                  <a:lnTo>
                    <a:pt x="3811" y="29628"/>
                  </a:lnTo>
                  <a:lnTo>
                    <a:pt x="0" y="48513"/>
                  </a:lnTo>
                  <a:lnTo>
                    <a:pt x="0" y="242570"/>
                  </a:lnTo>
                  <a:lnTo>
                    <a:pt x="3811" y="261455"/>
                  </a:lnTo>
                  <a:lnTo>
                    <a:pt x="14208" y="276875"/>
                  </a:lnTo>
                  <a:lnTo>
                    <a:pt x="29628" y="287272"/>
                  </a:lnTo>
                  <a:lnTo>
                    <a:pt x="48513" y="291084"/>
                  </a:lnTo>
                  <a:lnTo>
                    <a:pt x="1400810" y="291084"/>
                  </a:lnTo>
                  <a:lnTo>
                    <a:pt x="1419695" y="287272"/>
                  </a:lnTo>
                  <a:lnTo>
                    <a:pt x="1435115" y="276875"/>
                  </a:lnTo>
                  <a:lnTo>
                    <a:pt x="1445512" y="261455"/>
                  </a:lnTo>
                  <a:lnTo>
                    <a:pt x="1449324" y="242570"/>
                  </a:lnTo>
                  <a:lnTo>
                    <a:pt x="1449324" y="48513"/>
                  </a:lnTo>
                  <a:lnTo>
                    <a:pt x="1445512" y="29628"/>
                  </a:lnTo>
                  <a:lnTo>
                    <a:pt x="1435115" y="14208"/>
                  </a:lnTo>
                  <a:lnTo>
                    <a:pt x="1419695" y="3811"/>
                  </a:lnTo>
                  <a:lnTo>
                    <a:pt x="1400810" y="0"/>
                  </a:lnTo>
                  <a:close/>
                </a:path>
              </a:pathLst>
            </a:custGeom>
            <a:solidFill>
              <a:srgbClr val="9CB955"/>
            </a:solidFill>
          </p:spPr>
          <p:txBody>
            <a:bodyPr wrap="square" lIns="0" tIns="0" rIns="0" bIns="0" rtlCol="0"/>
            <a:lstStyle/>
            <a:p>
              <a:endParaRPr/>
            </a:p>
          </p:txBody>
        </p:sp>
      </p:grpSp>
      <p:sp>
        <p:nvSpPr>
          <p:cNvPr id="19" name="object 19"/>
          <p:cNvSpPr txBox="1"/>
          <p:nvPr/>
        </p:nvSpPr>
        <p:spPr>
          <a:xfrm>
            <a:off x="5892800" y="906018"/>
            <a:ext cx="890905" cy="239395"/>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252525"/>
                </a:solidFill>
                <a:latin typeface="Calibri"/>
                <a:cs typeface="Calibri"/>
              </a:rPr>
              <a:t>INPUT</a:t>
            </a:r>
            <a:r>
              <a:rPr sz="1400" spc="-65" dirty="0">
                <a:solidFill>
                  <a:srgbClr val="252525"/>
                </a:solidFill>
                <a:latin typeface="Calibri"/>
                <a:cs typeface="Calibri"/>
              </a:rPr>
              <a:t> </a:t>
            </a:r>
            <a:r>
              <a:rPr sz="1400" spc="-60" dirty="0">
                <a:solidFill>
                  <a:srgbClr val="252525"/>
                </a:solidFill>
                <a:latin typeface="Calibri"/>
                <a:cs typeface="Calibri"/>
              </a:rPr>
              <a:t>DATA</a:t>
            </a:r>
            <a:endParaRPr sz="1400">
              <a:latin typeface="Calibri"/>
              <a:cs typeface="Calibri"/>
            </a:endParaRPr>
          </a:p>
        </p:txBody>
      </p:sp>
      <p:sp>
        <p:nvSpPr>
          <p:cNvPr id="22" name="object 22"/>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20" name="object 20"/>
          <p:cNvSpPr txBox="1"/>
          <p:nvPr/>
        </p:nvSpPr>
        <p:spPr>
          <a:xfrm>
            <a:off x="397256" y="1626870"/>
            <a:ext cx="2363470" cy="208279"/>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dirty="0">
                <a:solidFill>
                  <a:srgbClr val="252525"/>
                </a:solidFill>
                <a:latin typeface="Calibri"/>
                <a:cs typeface="Calibri"/>
              </a:rPr>
              <a:t>Input</a:t>
            </a:r>
            <a:r>
              <a:rPr sz="1200" spc="-55" dirty="0">
                <a:solidFill>
                  <a:srgbClr val="252525"/>
                </a:solidFill>
                <a:latin typeface="Calibri"/>
                <a:cs typeface="Calibri"/>
              </a:rPr>
              <a:t> </a:t>
            </a:r>
            <a:r>
              <a:rPr sz="1200" spc="-10" dirty="0">
                <a:solidFill>
                  <a:srgbClr val="252525"/>
                </a:solidFill>
                <a:latin typeface="Calibri"/>
                <a:cs typeface="Calibri"/>
              </a:rPr>
              <a:t>data</a:t>
            </a:r>
            <a:r>
              <a:rPr sz="1200" spc="-20" dirty="0">
                <a:solidFill>
                  <a:srgbClr val="252525"/>
                </a:solidFill>
                <a:latin typeface="Calibri"/>
                <a:cs typeface="Calibri"/>
              </a:rPr>
              <a:t> </a:t>
            </a:r>
            <a:r>
              <a:rPr sz="1200" dirty="0">
                <a:solidFill>
                  <a:srgbClr val="252525"/>
                </a:solidFill>
                <a:latin typeface="Calibri"/>
                <a:cs typeface="Calibri"/>
              </a:rPr>
              <a:t>is</a:t>
            </a:r>
            <a:r>
              <a:rPr sz="1200" spc="-15" dirty="0">
                <a:solidFill>
                  <a:srgbClr val="252525"/>
                </a:solidFill>
                <a:latin typeface="Calibri"/>
                <a:cs typeface="Calibri"/>
              </a:rPr>
              <a:t> </a:t>
            </a:r>
            <a:r>
              <a:rPr sz="1200" spc="-5" dirty="0">
                <a:solidFill>
                  <a:srgbClr val="252525"/>
                </a:solidFill>
                <a:latin typeface="Calibri"/>
                <a:cs typeface="Calibri"/>
              </a:rPr>
              <a:t>distributed</a:t>
            </a:r>
            <a:r>
              <a:rPr sz="1200" spc="-50" dirty="0">
                <a:solidFill>
                  <a:srgbClr val="252525"/>
                </a:solidFill>
                <a:latin typeface="Calibri"/>
                <a:cs typeface="Calibri"/>
              </a:rPr>
              <a:t> </a:t>
            </a:r>
            <a:r>
              <a:rPr sz="1200" spc="-5" dirty="0">
                <a:solidFill>
                  <a:srgbClr val="252525"/>
                </a:solidFill>
                <a:latin typeface="Calibri"/>
                <a:cs typeface="Calibri"/>
              </a:rPr>
              <a:t>to</a:t>
            </a:r>
            <a:r>
              <a:rPr sz="1200" spc="-10" dirty="0">
                <a:solidFill>
                  <a:srgbClr val="252525"/>
                </a:solidFill>
                <a:latin typeface="Calibri"/>
                <a:cs typeface="Calibri"/>
              </a:rPr>
              <a:t> </a:t>
            </a:r>
            <a:r>
              <a:rPr sz="1200" dirty="0">
                <a:solidFill>
                  <a:srgbClr val="252525"/>
                </a:solidFill>
                <a:latin typeface="Calibri"/>
                <a:cs typeface="Calibri"/>
              </a:rPr>
              <a:t>nodes</a:t>
            </a:r>
            <a:endParaRPr sz="1200">
              <a:latin typeface="Calibri"/>
              <a:cs typeface="Calibri"/>
            </a:endParaRPr>
          </a:p>
        </p:txBody>
      </p:sp>
      <p:sp>
        <p:nvSpPr>
          <p:cNvPr id="21" name="object 21"/>
          <p:cNvSpPr txBox="1"/>
          <p:nvPr/>
        </p:nvSpPr>
        <p:spPr>
          <a:xfrm>
            <a:off x="471017" y="324053"/>
            <a:ext cx="4917440" cy="452120"/>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095A82"/>
                </a:solidFill>
                <a:latin typeface="Calibri"/>
                <a:cs typeface="Calibri"/>
              </a:rPr>
              <a:t>MapReduce</a:t>
            </a:r>
            <a:r>
              <a:rPr sz="2800" b="1" spc="15" dirty="0">
                <a:solidFill>
                  <a:srgbClr val="095A82"/>
                </a:solidFill>
                <a:latin typeface="Calibri"/>
                <a:cs typeface="Calibri"/>
              </a:rPr>
              <a:t> </a:t>
            </a:r>
            <a:r>
              <a:rPr sz="2800" b="1" spc="-5" dirty="0">
                <a:solidFill>
                  <a:srgbClr val="095A82"/>
                </a:solidFill>
                <a:latin typeface="Calibri"/>
                <a:cs typeface="Calibri"/>
              </a:rPr>
              <a:t>Job</a:t>
            </a:r>
            <a:r>
              <a:rPr sz="2800" b="1" spc="-35" dirty="0">
                <a:solidFill>
                  <a:srgbClr val="095A82"/>
                </a:solidFill>
                <a:latin typeface="Calibri"/>
                <a:cs typeface="Calibri"/>
              </a:rPr>
              <a:t> </a:t>
            </a:r>
            <a:r>
              <a:rPr sz="2800" b="1" spc="-5" dirty="0">
                <a:solidFill>
                  <a:srgbClr val="095A82"/>
                </a:solidFill>
                <a:latin typeface="Calibri"/>
                <a:cs typeface="Calibri"/>
              </a:rPr>
              <a:t>Submission</a:t>
            </a:r>
            <a:r>
              <a:rPr sz="2800" b="1" spc="-20" dirty="0">
                <a:solidFill>
                  <a:srgbClr val="095A82"/>
                </a:solidFill>
                <a:latin typeface="Calibri"/>
                <a:cs typeface="Calibri"/>
              </a:rPr>
              <a:t> </a:t>
            </a:r>
            <a:r>
              <a:rPr sz="2800" b="1" spc="-5" dirty="0">
                <a:solidFill>
                  <a:srgbClr val="095A82"/>
                </a:solidFill>
                <a:latin typeface="Calibri"/>
                <a:cs typeface="Calibri"/>
              </a:rPr>
              <a:t>Flow</a:t>
            </a:r>
            <a:endParaRPr sz="2800">
              <a:latin typeface="Calibri"/>
              <a:cs typeface="Calibri"/>
            </a:endParaRPr>
          </a:p>
        </p:txBody>
      </p:sp>
      <p:sp>
        <p:nvSpPr>
          <p:cNvPr id="23" name="object 3">
            <a:extLst>
              <a:ext uri="{FF2B5EF4-FFF2-40B4-BE49-F238E27FC236}">
                <a16:creationId xmlns:a16="http://schemas.microsoft.com/office/drawing/2014/main" id="{3698772D-8FF4-A34D-700C-1B9E63C6ACD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24" name="Rectangle 23">
            <a:extLst>
              <a:ext uri="{FF2B5EF4-FFF2-40B4-BE49-F238E27FC236}">
                <a16:creationId xmlns:a16="http://schemas.microsoft.com/office/drawing/2014/main" id="{6D48D575-848C-4438-32B0-0D88BED9EE92}"/>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25061647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2501" y="844169"/>
            <a:ext cx="8239759" cy="2108200"/>
            <a:chOff x="452501" y="844169"/>
            <a:chExt cx="8239759" cy="2108200"/>
          </a:xfrm>
        </p:grpSpPr>
        <p:sp>
          <p:nvSpPr>
            <p:cNvPr id="3" name="object 3"/>
            <p:cNvSpPr/>
            <p:nvPr/>
          </p:nvSpPr>
          <p:spPr>
            <a:xfrm>
              <a:off x="467106"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pic>
          <p:nvPicPr>
            <p:cNvPr id="4" name="object 4"/>
            <p:cNvPicPr/>
            <p:nvPr/>
          </p:nvPicPr>
          <p:blipFill>
            <a:blip r:embed="rId2" cstate="print"/>
            <a:stretch>
              <a:fillRect/>
            </a:stretch>
          </p:blipFill>
          <p:spPr>
            <a:xfrm>
              <a:off x="6422109" y="1392883"/>
              <a:ext cx="1039408" cy="1559130"/>
            </a:xfrm>
            <a:prstGeom prst="rect">
              <a:avLst/>
            </a:prstGeom>
          </p:spPr>
        </p:pic>
        <p:sp>
          <p:nvSpPr>
            <p:cNvPr id="5" name="object 5"/>
            <p:cNvSpPr/>
            <p:nvPr/>
          </p:nvSpPr>
          <p:spPr>
            <a:xfrm>
              <a:off x="6466331" y="1389888"/>
              <a:ext cx="955675" cy="1484630"/>
            </a:xfrm>
            <a:custGeom>
              <a:avLst/>
              <a:gdLst/>
              <a:ahLst/>
              <a:cxnLst/>
              <a:rect l="l" t="t" r="r" b="b"/>
              <a:pathLst>
                <a:path w="955675" h="1484630">
                  <a:moveTo>
                    <a:pt x="955547" y="0"/>
                  </a:moveTo>
                  <a:lnTo>
                    <a:pt x="159258" y="0"/>
                  </a:lnTo>
                  <a:lnTo>
                    <a:pt x="108898" y="8113"/>
                  </a:lnTo>
                  <a:lnTo>
                    <a:pt x="65178" y="30711"/>
                  </a:lnTo>
                  <a:lnTo>
                    <a:pt x="30711" y="65178"/>
                  </a:lnTo>
                  <a:lnTo>
                    <a:pt x="8113" y="108898"/>
                  </a:lnTo>
                  <a:lnTo>
                    <a:pt x="0" y="159258"/>
                  </a:lnTo>
                  <a:lnTo>
                    <a:pt x="0" y="1484376"/>
                  </a:lnTo>
                  <a:lnTo>
                    <a:pt x="796289" y="1484376"/>
                  </a:lnTo>
                  <a:lnTo>
                    <a:pt x="846649" y="1476262"/>
                  </a:lnTo>
                  <a:lnTo>
                    <a:pt x="890369" y="1453664"/>
                  </a:lnTo>
                  <a:lnTo>
                    <a:pt x="924836" y="1419197"/>
                  </a:lnTo>
                  <a:lnTo>
                    <a:pt x="947434" y="1375477"/>
                  </a:lnTo>
                  <a:lnTo>
                    <a:pt x="955547" y="1325118"/>
                  </a:lnTo>
                  <a:lnTo>
                    <a:pt x="955547" y="0"/>
                  </a:lnTo>
                  <a:close/>
                </a:path>
              </a:pathLst>
            </a:custGeom>
            <a:solidFill>
              <a:srgbClr val="D6E2BA"/>
            </a:solidFill>
          </p:spPr>
          <p:txBody>
            <a:bodyPr wrap="square" lIns="0" tIns="0" rIns="0" bIns="0" rtlCol="0"/>
            <a:lstStyle/>
            <a:p>
              <a:endParaRPr/>
            </a:p>
          </p:txBody>
        </p:sp>
        <p:pic>
          <p:nvPicPr>
            <p:cNvPr id="6" name="object 6"/>
            <p:cNvPicPr/>
            <p:nvPr/>
          </p:nvPicPr>
          <p:blipFill>
            <a:blip r:embed="rId2" cstate="print"/>
            <a:stretch>
              <a:fillRect/>
            </a:stretch>
          </p:blipFill>
          <p:spPr>
            <a:xfrm>
              <a:off x="5370549" y="1392883"/>
              <a:ext cx="1039408" cy="1559130"/>
            </a:xfrm>
            <a:prstGeom prst="rect">
              <a:avLst/>
            </a:prstGeom>
          </p:spPr>
        </p:pic>
        <p:sp>
          <p:nvSpPr>
            <p:cNvPr id="7" name="object 7"/>
            <p:cNvSpPr/>
            <p:nvPr/>
          </p:nvSpPr>
          <p:spPr>
            <a:xfrm>
              <a:off x="5414772" y="1389888"/>
              <a:ext cx="955675" cy="1484630"/>
            </a:xfrm>
            <a:custGeom>
              <a:avLst/>
              <a:gdLst/>
              <a:ahLst/>
              <a:cxnLst/>
              <a:rect l="l" t="t" r="r" b="b"/>
              <a:pathLst>
                <a:path w="955675" h="1484630">
                  <a:moveTo>
                    <a:pt x="955548" y="0"/>
                  </a:moveTo>
                  <a:lnTo>
                    <a:pt x="159257" y="0"/>
                  </a:lnTo>
                  <a:lnTo>
                    <a:pt x="108898" y="8113"/>
                  </a:lnTo>
                  <a:lnTo>
                    <a:pt x="65178" y="30711"/>
                  </a:lnTo>
                  <a:lnTo>
                    <a:pt x="30711" y="65178"/>
                  </a:lnTo>
                  <a:lnTo>
                    <a:pt x="8113" y="108898"/>
                  </a:lnTo>
                  <a:lnTo>
                    <a:pt x="0" y="159258"/>
                  </a:lnTo>
                  <a:lnTo>
                    <a:pt x="0" y="1484376"/>
                  </a:lnTo>
                  <a:lnTo>
                    <a:pt x="796289" y="1484376"/>
                  </a:lnTo>
                  <a:lnTo>
                    <a:pt x="846649" y="1476262"/>
                  </a:lnTo>
                  <a:lnTo>
                    <a:pt x="890369" y="1453664"/>
                  </a:lnTo>
                  <a:lnTo>
                    <a:pt x="924836" y="1419197"/>
                  </a:lnTo>
                  <a:lnTo>
                    <a:pt x="947434" y="1375477"/>
                  </a:lnTo>
                  <a:lnTo>
                    <a:pt x="955548" y="1325118"/>
                  </a:lnTo>
                  <a:lnTo>
                    <a:pt x="955548" y="0"/>
                  </a:lnTo>
                  <a:close/>
                </a:path>
              </a:pathLst>
            </a:custGeom>
            <a:solidFill>
              <a:srgbClr val="D6E2BA"/>
            </a:solidFill>
          </p:spPr>
          <p:txBody>
            <a:bodyPr wrap="square" lIns="0" tIns="0" rIns="0" bIns="0" rtlCol="0"/>
            <a:lstStyle/>
            <a:p>
              <a:endParaRPr/>
            </a:p>
          </p:txBody>
        </p:sp>
        <p:pic>
          <p:nvPicPr>
            <p:cNvPr id="8" name="object 8"/>
            <p:cNvPicPr/>
            <p:nvPr/>
          </p:nvPicPr>
          <p:blipFill>
            <a:blip r:embed="rId3" cstate="print"/>
            <a:stretch>
              <a:fillRect/>
            </a:stretch>
          </p:blipFill>
          <p:spPr>
            <a:xfrm>
              <a:off x="5574791" y="1601724"/>
              <a:ext cx="653796" cy="297180"/>
            </a:xfrm>
            <a:prstGeom prst="rect">
              <a:avLst/>
            </a:prstGeom>
          </p:spPr>
        </p:pic>
        <p:sp>
          <p:nvSpPr>
            <p:cNvPr id="9" name="object 9"/>
            <p:cNvSpPr/>
            <p:nvPr/>
          </p:nvSpPr>
          <p:spPr>
            <a:xfrm>
              <a:off x="5617464" y="1624584"/>
              <a:ext cx="573405" cy="216535"/>
            </a:xfrm>
            <a:custGeom>
              <a:avLst/>
              <a:gdLst/>
              <a:ahLst/>
              <a:cxnLst/>
              <a:rect l="l" t="t" r="r" b="b"/>
              <a:pathLst>
                <a:path w="573404" h="216535">
                  <a:moveTo>
                    <a:pt x="536956" y="0"/>
                  </a:moveTo>
                  <a:lnTo>
                    <a:pt x="36068" y="0"/>
                  </a:lnTo>
                  <a:lnTo>
                    <a:pt x="22020" y="2831"/>
                  </a:lnTo>
                  <a:lnTo>
                    <a:pt x="10556" y="10556"/>
                  </a:lnTo>
                  <a:lnTo>
                    <a:pt x="2831" y="22020"/>
                  </a:lnTo>
                  <a:lnTo>
                    <a:pt x="0" y="36067"/>
                  </a:lnTo>
                  <a:lnTo>
                    <a:pt x="0" y="180339"/>
                  </a:lnTo>
                  <a:lnTo>
                    <a:pt x="2831" y="194387"/>
                  </a:lnTo>
                  <a:lnTo>
                    <a:pt x="10556" y="205851"/>
                  </a:lnTo>
                  <a:lnTo>
                    <a:pt x="22020" y="213576"/>
                  </a:lnTo>
                  <a:lnTo>
                    <a:pt x="36068" y="216407"/>
                  </a:lnTo>
                  <a:lnTo>
                    <a:pt x="536956" y="216407"/>
                  </a:lnTo>
                  <a:lnTo>
                    <a:pt x="551003" y="213576"/>
                  </a:lnTo>
                  <a:lnTo>
                    <a:pt x="562467" y="205851"/>
                  </a:lnTo>
                  <a:lnTo>
                    <a:pt x="570192" y="194387"/>
                  </a:lnTo>
                  <a:lnTo>
                    <a:pt x="573024" y="180339"/>
                  </a:lnTo>
                  <a:lnTo>
                    <a:pt x="573024" y="36067"/>
                  </a:lnTo>
                  <a:lnTo>
                    <a:pt x="570192" y="22020"/>
                  </a:lnTo>
                  <a:lnTo>
                    <a:pt x="562467" y="10556"/>
                  </a:lnTo>
                  <a:lnTo>
                    <a:pt x="551003" y="2831"/>
                  </a:lnTo>
                  <a:lnTo>
                    <a:pt x="536956" y="0"/>
                  </a:lnTo>
                  <a:close/>
                </a:path>
              </a:pathLst>
            </a:custGeom>
            <a:solidFill>
              <a:srgbClr val="0D80B8"/>
            </a:solidFill>
          </p:spPr>
          <p:txBody>
            <a:bodyPr wrap="square" lIns="0" tIns="0" rIns="0" bIns="0" rtlCol="0"/>
            <a:lstStyle/>
            <a:p>
              <a:endParaRPr/>
            </a:p>
          </p:txBody>
        </p:sp>
        <p:pic>
          <p:nvPicPr>
            <p:cNvPr id="10" name="object 10"/>
            <p:cNvPicPr/>
            <p:nvPr/>
          </p:nvPicPr>
          <p:blipFill>
            <a:blip r:embed="rId4" cstate="print"/>
            <a:stretch>
              <a:fillRect/>
            </a:stretch>
          </p:blipFill>
          <p:spPr>
            <a:xfrm>
              <a:off x="5574791" y="2017776"/>
              <a:ext cx="653796" cy="324612"/>
            </a:xfrm>
            <a:prstGeom prst="rect">
              <a:avLst/>
            </a:prstGeom>
          </p:spPr>
        </p:pic>
        <p:pic>
          <p:nvPicPr>
            <p:cNvPr id="11" name="object 11"/>
            <p:cNvPicPr/>
            <p:nvPr/>
          </p:nvPicPr>
          <p:blipFill>
            <a:blip r:embed="rId5" cstate="print"/>
            <a:stretch>
              <a:fillRect/>
            </a:stretch>
          </p:blipFill>
          <p:spPr>
            <a:xfrm>
              <a:off x="5626608" y="2004098"/>
              <a:ext cx="548678" cy="400773"/>
            </a:xfrm>
            <a:prstGeom prst="rect">
              <a:avLst/>
            </a:prstGeom>
          </p:spPr>
        </p:pic>
      </p:grpSp>
      <p:sp>
        <p:nvSpPr>
          <p:cNvPr id="12" name="object 12"/>
          <p:cNvSpPr txBox="1"/>
          <p:nvPr/>
        </p:nvSpPr>
        <p:spPr>
          <a:xfrm>
            <a:off x="5617464" y="2040635"/>
            <a:ext cx="573405" cy="243840"/>
          </a:xfrm>
          <a:prstGeom prst="rect">
            <a:avLst/>
          </a:prstGeom>
          <a:solidFill>
            <a:srgbClr val="F19C13"/>
          </a:solidFill>
        </p:spPr>
        <p:txBody>
          <a:bodyPr vert="horz" wrap="square" lIns="0" tIns="21590" rIns="0" bIns="0" rtlCol="0">
            <a:spAutoFit/>
          </a:bodyPr>
          <a:lstStyle/>
          <a:p>
            <a:pPr marL="144145">
              <a:lnSpc>
                <a:spcPct val="100000"/>
              </a:lnSpc>
              <a:spcBef>
                <a:spcPts val="170"/>
              </a:spcBef>
            </a:pPr>
            <a:r>
              <a:rPr sz="1200" dirty="0">
                <a:solidFill>
                  <a:srgbClr val="131818"/>
                </a:solidFill>
                <a:latin typeface="Calibri"/>
                <a:cs typeface="Calibri"/>
              </a:rPr>
              <a:t>Map</a:t>
            </a:r>
            <a:endParaRPr sz="1200">
              <a:latin typeface="Calibri"/>
              <a:cs typeface="Calibri"/>
            </a:endParaRPr>
          </a:p>
        </p:txBody>
      </p:sp>
      <p:grpSp>
        <p:nvGrpSpPr>
          <p:cNvPr id="13" name="object 13"/>
          <p:cNvGrpSpPr/>
          <p:nvPr/>
        </p:nvGrpSpPr>
        <p:grpSpPr>
          <a:xfrm>
            <a:off x="5868289" y="1601724"/>
            <a:ext cx="1294765" cy="803275"/>
            <a:chOff x="5868289" y="1601724"/>
            <a:chExt cx="1294765" cy="803275"/>
          </a:xfrm>
        </p:grpSpPr>
        <p:pic>
          <p:nvPicPr>
            <p:cNvPr id="14" name="object 14"/>
            <p:cNvPicPr/>
            <p:nvPr/>
          </p:nvPicPr>
          <p:blipFill>
            <a:blip r:embed="rId6" cstate="print"/>
            <a:stretch>
              <a:fillRect/>
            </a:stretch>
          </p:blipFill>
          <p:spPr>
            <a:xfrm>
              <a:off x="5868289" y="1840738"/>
              <a:ext cx="76200" cy="200279"/>
            </a:xfrm>
            <a:prstGeom prst="rect">
              <a:avLst/>
            </a:prstGeom>
          </p:spPr>
        </p:pic>
        <p:pic>
          <p:nvPicPr>
            <p:cNvPr id="15" name="object 15"/>
            <p:cNvPicPr/>
            <p:nvPr/>
          </p:nvPicPr>
          <p:blipFill>
            <a:blip r:embed="rId3" cstate="print"/>
            <a:stretch>
              <a:fillRect/>
            </a:stretch>
          </p:blipFill>
          <p:spPr>
            <a:xfrm>
              <a:off x="6509004" y="1601724"/>
              <a:ext cx="653796" cy="297180"/>
            </a:xfrm>
            <a:prstGeom prst="rect">
              <a:avLst/>
            </a:prstGeom>
          </p:spPr>
        </p:pic>
        <p:sp>
          <p:nvSpPr>
            <p:cNvPr id="16" name="object 16"/>
            <p:cNvSpPr/>
            <p:nvPr/>
          </p:nvSpPr>
          <p:spPr>
            <a:xfrm>
              <a:off x="6551676" y="1624584"/>
              <a:ext cx="573405" cy="216535"/>
            </a:xfrm>
            <a:custGeom>
              <a:avLst/>
              <a:gdLst/>
              <a:ahLst/>
              <a:cxnLst/>
              <a:rect l="l" t="t" r="r" b="b"/>
              <a:pathLst>
                <a:path w="573404" h="216535">
                  <a:moveTo>
                    <a:pt x="536955" y="0"/>
                  </a:moveTo>
                  <a:lnTo>
                    <a:pt x="36068" y="0"/>
                  </a:lnTo>
                  <a:lnTo>
                    <a:pt x="22020" y="2831"/>
                  </a:lnTo>
                  <a:lnTo>
                    <a:pt x="10556" y="10556"/>
                  </a:lnTo>
                  <a:lnTo>
                    <a:pt x="2831" y="22020"/>
                  </a:lnTo>
                  <a:lnTo>
                    <a:pt x="0" y="36067"/>
                  </a:lnTo>
                  <a:lnTo>
                    <a:pt x="0" y="180339"/>
                  </a:lnTo>
                  <a:lnTo>
                    <a:pt x="2831" y="194387"/>
                  </a:lnTo>
                  <a:lnTo>
                    <a:pt x="10556" y="205851"/>
                  </a:lnTo>
                  <a:lnTo>
                    <a:pt x="22020" y="213576"/>
                  </a:lnTo>
                  <a:lnTo>
                    <a:pt x="36068" y="216407"/>
                  </a:lnTo>
                  <a:lnTo>
                    <a:pt x="536955" y="216407"/>
                  </a:lnTo>
                  <a:lnTo>
                    <a:pt x="551003" y="213576"/>
                  </a:lnTo>
                  <a:lnTo>
                    <a:pt x="562467" y="205851"/>
                  </a:lnTo>
                  <a:lnTo>
                    <a:pt x="570192" y="194387"/>
                  </a:lnTo>
                  <a:lnTo>
                    <a:pt x="573024" y="180339"/>
                  </a:lnTo>
                  <a:lnTo>
                    <a:pt x="573024" y="36067"/>
                  </a:lnTo>
                  <a:lnTo>
                    <a:pt x="570192" y="22020"/>
                  </a:lnTo>
                  <a:lnTo>
                    <a:pt x="562467" y="10556"/>
                  </a:lnTo>
                  <a:lnTo>
                    <a:pt x="551003" y="2831"/>
                  </a:lnTo>
                  <a:lnTo>
                    <a:pt x="536955" y="0"/>
                  </a:lnTo>
                  <a:close/>
                </a:path>
              </a:pathLst>
            </a:custGeom>
            <a:solidFill>
              <a:srgbClr val="0D80B8"/>
            </a:solidFill>
          </p:spPr>
          <p:txBody>
            <a:bodyPr wrap="square" lIns="0" tIns="0" rIns="0" bIns="0" rtlCol="0"/>
            <a:lstStyle/>
            <a:p>
              <a:endParaRPr/>
            </a:p>
          </p:txBody>
        </p:sp>
        <p:pic>
          <p:nvPicPr>
            <p:cNvPr id="17" name="object 17"/>
            <p:cNvPicPr/>
            <p:nvPr/>
          </p:nvPicPr>
          <p:blipFill>
            <a:blip r:embed="rId4" cstate="print"/>
            <a:stretch>
              <a:fillRect/>
            </a:stretch>
          </p:blipFill>
          <p:spPr>
            <a:xfrm>
              <a:off x="6509004" y="2017776"/>
              <a:ext cx="653796" cy="324612"/>
            </a:xfrm>
            <a:prstGeom prst="rect">
              <a:avLst/>
            </a:prstGeom>
          </p:spPr>
        </p:pic>
        <p:pic>
          <p:nvPicPr>
            <p:cNvPr id="18" name="object 18"/>
            <p:cNvPicPr/>
            <p:nvPr/>
          </p:nvPicPr>
          <p:blipFill>
            <a:blip r:embed="rId7" cstate="print"/>
            <a:stretch>
              <a:fillRect/>
            </a:stretch>
          </p:blipFill>
          <p:spPr>
            <a:xfrm>
              <a:off x="6562344" y="2004098"/>
              <a:ext cx="548678" cy="400773"/>
            </a:xfrm>
            <a:prstGeom prst="rect">
              <a:avLst/>
            </a:prstGeom>
          </p:spPr>
        </p:pic>
      </p:grpSp>
      <p:sp>
        <p:nvSpPr>
          <p:cNvPr id="19" name="object 19"/>
          <p:cNvSpPr txBox="1"/>
          <p:nvPr/>
        </p:nvSpPr>
        <p:spPr>
          <a:xfrm>
            <a:off x="6551676" y="2040635"/>
            <a:ext cx="573405" cy="243840"/>
          </a:xfrm>
          <a:prstGeom prst="rect">
            <a:avLst/>
          </a:prstGeom>
          <a:solidFill>
            <a:srgbClr val="F19C13"/>
          </a:solidFill>
        </p:spPr>
        <p:txBody>
          <a:bodyPr vert="horz" wrap="square" lIns="0" tIns="21590" rIns="0" bIns="0" rtlCol="0">
            <a:spAutoFit/>
          </a:bodyPr>
          <a:lstStyle/>
          <a:p>
            <a:pPr marL="145415">
              <a:lnSpc>
                <a:spcPct val="100000"/>
              </a:lnSpc>
              <a:spcBef>
                <a:spcPts val="170"/>
              </a:spcBef>
            </a:pPr>
            <a:r>
              <a:rPr sz="1200" dirty="0">
                <a:solidFill>
                  <a:srgbClr val="131818"/>
                </a:solidFill>
                <a:latin typeface="Calibri"/>
                <a:cs typeface="Calibri"/>
              </a:rPr>
              <a:t>Map</a:t>
            </a:r>
            <a:endParaRPr sz="1200">
              <a:latin typeface="Calibri"/>
              <a:cs typeface="Calibri"/>
            </a:endParaRPr>
          </a:p>
        </p:txBody>
      </p:sp>
      <p:grpSp>
        <p:nvGrpSpPr>
          <p:cNvPr id="20" name="object 20"/>
          <p:cNvGrpSpPr/>
          <p:nvPr/>
        </p:nvGrpSpPr>
        <p:grpSpPr>
          <a:xfrm>
            <a:off x="5571744" y="854976"/>
            <a:ext cx="1530350" cy="1186180"/>
            <a:chOff x="5571744" y="854976"/>
            <a:chExt cx="1530350" cy="1186180"/>
          </a:xfrm>
        </p:grpSpPr>
        <p:pic>
          <p:nvPicPr>
            <p:cNvPr id="21" name="object 21"/>
            <p:cNvPicPr/>
            <p:nvPr/>
          </p:nvPicPr>
          <p:blipFill>
            <a:blip r:embed="rId6" cstate="print"/>
            <a:stretch>
              <a:fillRect/>
            </a:stretch>
          </p:blipFill>
          <p:spPr>
            <a:xfrm>
              <a:off x="6804025" y="1840738"/>
              <a:ext cx="76200" cy="200279"/>
            </a:xfrm>
            <a:prstGeom prst="rect">
              <a:avLst/>
            </a:prstGeom>
          </p:spPr>
        </p:pic>
        <p:sp>
          <p:nvSpPr>
            <p:cNvPr id="22" name="object 22"/>
            <p:cNvSpPr/>
            <p:nvPr/>
          </p:nvSpPr>
          <p:spPr>
            <a:xfrm>
              <a:off x="5987796" y="1005458"/>
              <a:ext cx="751840" cy="621030"/>
            </a:xfrm>
            <a:custGeom>
              <a:avLst/>
              <a:gdLst/>
              <a:ahLst/>
              <a:cxnLst/>
              <a:rect l="l" t="t" r="r" b="b"/>
              <a:pathLst>
                <a:path w="751840" h="621030">
                  <a:moveTo>
                    <a:pt x="751840" y="620776"/>
                  </a:moveTo>
                  <a:lnTo>
                    <a:pt x="746429" y="570738"/>
                  </a:lnTo>
                  <a:lnTo>
                    <a:pt x="742696" y="536067"/>
                  </a:lnTo>
                  <a:lnTo>
                    <a:pt x="716000" y="553199"/>
                  </a:lnTo>
                  <a:lnTo>
                    <a:pt x="381977" y="33388"/>
                  </a:lnTo>
                  <a:lnTo>
                    <a:pt x="399034" y="6858"/>
                  </a:lnTo>
                  <a:lnTo>
                    <a:pt x="388366" y="0"/>
                  </a:lnTo>
                  <a:lnTo>
                    <a:pt x="374446" y="21666"/>
                  </a:lnTo>
                  <a:lnTo>
                    <a:pt x="363474" y="4572"/>
                  </a:lnTo>
                  <a:lnTo>
                    <a:pt x="352806" y="11430"/>
                  </a:lnTo>
                  <a:lnTo>
                    <a:pt x="366903" y="33388"/>
                  </a:lnTo>
                  <a:lnTo>
                    <a:pt x="35826" y="548627"/>
                  </a:lnTo>
                  <a:lnTo>
                    <a:pt x="9144" y="531495"/>
                  </a:lnTo>
                  <a:lnTo>
                    <a:pt x="0" y="616204"/>
                  </a:lnTo>
                  <a:lnTo>
                    <a:pt x="73279" y="572643"/>
                  </a:lnTo>
                  <a:lnTo>
                    <a:pt x="63182" y="566166"/>
                  </a:lnTo>
                  <a:lnTo>
                    <a:pt x="46494" y="555472"/>
                  </a:lnTo>
                  <a:lnTo>
                    <a:pt x="374446" y="45123"/>
                  </a:lnTo>
                  <a:lnTo>
                    <a:pt x="705332" y="560044"/>
                  </a:lnTo>
                  <a:lnTo>
                    <a:pt x="678561" y="577215"/>
                  </a:lnTo>
                  <a:lnTo>
                    <a:pt x="751840" y="620776"/>
                  </a:lnTo>
                  <a:close/>
                </a:path>
              </a:pathLst>
            </a:custGeom>
            <a:solidFill>
              <a:srgbClr val="5F5F5F"/>
            </a:solidFill>
          </p:spPr>
          <p:txBody>
            <a:bodyPr wrap="square" lIns="0" tIns="0" rIns="0" bIns="0" rtlCol="0"/>
            <a:lstStyle/>
            <a:p>
              <a:endParaRPr/>
            </a:p>
          </p:txBody>
        </p:sp>
        <p:pic>
          <p:nvPicPr>
            <p:cNvPr id="23" name="object 23"/>
            <p:cNvPicPr/>
            <p:nvPr/>
          </p:nvPicPr>
          <p:blipFill>
            <a:blip r:embed="rId8" cstate="print"/>
            <a:stretch>
              <a:fillRect/>
            </a:stretch>
          </p:blipFill>
          <p:spPr>
            <a:xfrm>
              <a:off x="5571744" y="868692"/>
              <a:ext cx="1530096" cy="371843"/>
            </a:xfrm>
            <a:prstGeom prst="rect">
              <a:avLst/>
            </a:prstGeom>
          </p:spPr>
        </p:pic>
        <p:pic>
          <p:nvPicPr>
            <p:cNvPr id="24" name="object 24"/>
            <p:cNvPicPr/>
            <p:nvPr/>
          </p:nvPicPr>
          <p:blipFill>
            <a:blip r:embed="rId9" cstate="print"/>
            <a:stretch>
              <a:fillRect/>
            </a:stretch>
          </p:blipFill>
          <p:spPr>
            <a:xfrm>
              <a:off x="5754624" y="854976"/>
              <a:ext cx="1159751" cy="454139"/>
            </a:xfrm>
            <a:prstGeom prst="rect">
              <a:avLst/>
            </a:prstGeom>
          </p:spPr>
        </p:pic>
        <p:sp>
          <p:nvSpPr>
            <p:cNvPr id="25" name="object 25"/>
            <p:cNvSpPr/>
            <p:nvPr/>
          </p:nvSpPr>
          <p:spPr>
            <a:xfrm>
              <a:off x="5614416" y="891539"/>
              <a:ext cx="1449705" cy="291465"/>
            </a:xfrm>
            <a:custGeom>
              <a:avLst/>
              <a:gdLst/>
              <a:ahLst/>
              <a:cxnLst/>
              <a:rect l="l" t="t" r="r" b="b"/>
              <a:pathLst>
                <a:path w="1449704" h="291465">
                  <a:moveTo>
                    <a:pt x="1400810" y="0"/>
                  </a:moveTo>
                  <a:lnTo>
                    <a:pt x="48513" y="0"/>
                  </a:lnTo>
                  <a:lnTo>
                    <a:pt x="29628" y="3811"/>
                  </a:lnTo>
                  <a:lnTo>
                    <a:pt x="14208" y="14208"/>
                  </a:lnTo>
                  <a:lnTo>
                    <a:pt x="3811" y="29628"/>
                  </a:lnTo>
                  <a:lnTo>
                    <a:pt x="0" y="48513"/>
                  </a:lnTo>
                  <a:lnTo>
                    <a:pt x="0" y="242570"/>
                  </a:lnTo>
                  <a:lnTo>
                    <a:pt x="3811" y="261455"/>
                  </a:lnTo>
                  <a:lnTo>
                    <a:pt x="14208" y="276875"/>
                  </a:lnTo>
                  <a:lnTo>
                    <a:pt x="29628" y="287272"/>
                  </a:lnTo>
                  <a:lnTo>
                    <a:pt x="48513" y="291084"/>
                  </a:lnTo>
                  <a:lnTo>
                    <a:pt x="1400810" y="291084"/>
                  </a:lnTo>
                  <a:lnTo>
                    <a:pt x="1419695" y="287272"/>
                  </a:lnTo>
                  <a:lnTo>
                    <a:pt x="1435115" y="276875"/>
                  </a:lnTo>
                  <a:lnTo>
                    <a:pt x="1445512" y="261455"/>
                  </a:lnTo>
                  <a:lnTo>
                    <a:pt x="1449324" y="242570"/>
                  </a:lnTo>
                  <a:lnTo>
                    <a:pt x="1449324" y="48513"/>
                  </a:lnTo>
                  <a:lnTo>
                    <a:pt x="1445512" y="29628"/>
                  </a:lnTo>
                  <a:lnTo>
                    <a:pt x="1435115" y="14208"/>
                  </a:lnTo>
                  <a:lnTo>
                    <a:pt x="1419695" y="3811"/>
                  </a:lnTo>
                  <a:lnTo>
                    <a:pt x="1400810" y="0"/>
                  </a:lnTo>
                  <a:close/>
                </a:path>
              </a:pathLst>
            </a:custGeom>
            <a:solidFill>
              <a:srgbClr val="9CB955"/>
            </a:solidFill>
          </p:spPr>
          <p:txBody>
            <a:bodyPr wrap="square" lIns="0" tIns="0" rIns="0" bIns="0" rtlCol="0"/>
            <a:lstStyle/>
            <a:p>
              <a:endParaRPr/>
            </a:p>
          </p:txBody>
        </p:sp>
      </p:grpSp>
      <p:sp>
        <p:nvSpPr>
          <p:cNvPr id="26" name="object 26"/>
          <p:cNvSpPr txBox="1"/>
          <p:nvPr/>
        </p:nvSpPr>
        <p:spPr>
          <a:xfrm>
            <a:off x="5892800" y="906018"/>
            <a:ext cx="890905" cy="239395"/>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252525"/>
                </a:solidFill>
                <a:latin typeface="Calibri"/>
                <a:cs typeface="Calibri"/>
              </a:rPr>
              <a:t>INPUT</a:t>
            </a:r>
            <a:r>
              <a:rPr sz="1400" spc="-65" dirty="0">
                <a:solidFill>
                  <a:srgbClr val="252525"/>
                </a:solidFill>
                <a:latin typeface="Calibri"/>
                <a:cs typeface="Calibri"/>
              </a:rPr>
              <a:t> </a:t>
            </a:r>
            <a:r>
              <a:rPr sz="1400" spc="-60" dirty="0">
                <a:solidFill>
                  <a:srgbClr val="252525"/>
                </a:solidFill>
                <a:latin typeface="Calibri"/>
                <a:cs typeface="Calibri"/>
              </a:rPr>
              <a:t>DATA</a:t>
            </a:r>
            <a:endParaRPr sz="1400">
              <a:latin typeface="Calibri"/>
              <a:cs typeface="Calibri"/>
            </a:endParaRPr>
          </a:p>
        </p:txBody>
      </p:sp>
      <p:sp>
        <p:nvSpPr>
          <p:cNvPr id="32" name="object 32"/>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27" name="object 27"/>
          <p:cNvSpPr txBox="1"/>
          <p:nvPr/>
        </p:nvSpPr>
        <p:spPr>
          <a:xfrm>
            <a:off x="397256" y="1626870"/>
            <a:ext cx="2363470" cy="208279"/>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dirty="0">
                <a:solidFill>
                  <a:srgbClr val="252525"/>
                </a:solidFill>
                <a:latin typeface="Calibri"/>
                <a:cs typeface="Calibri"/>
              </a:rPr>
              <a:t>Input</a:t>
            </a:r>
            <a:r>
              <a:rPr sz="1200" spc="-55" dirty="0">
                <a:solidFill>
                  <a:srgbClr val="252525"/>
                </a:solidFill>
                <a:latin typeface="Calibri"/>
                <a:cs typeface="Calibri"/>
              </a:rPr>
              <a:t> </a:t>
            </a:r>
            <a:r>
              <a:rPr sz="1200" spc="-10" dirty="0">
                <a:solidFill>
                  <a:srgbClr val="252525"/>
                </a:solidFill>
                <a:latin typeface="Calibri"/>
                <a:cs typeface="Calibri"/>
              </a:rPr>
              <a:t>data</a:t>
            </a:r>
            <a:r>
              <a:rPr sz="1200" spc="-20" dirty="0">
                <a:solidFill>
                  <a:srgbClr val="252525"/>
                </a:solidFill>
                <a:latin typeface="Calibri"/>
                <a:cs typeface="Calibri"/>
              </a:rPr>
              <a:t> </a:t>
            </a:r>
            <a:r>
              <a:rPr sz="1200" dirty="0">
                <a:solidFill>
                  <a:srgbClr val="252525"/>
                </a:solidFill>
                <a:latin typeface="Calibri"/>
                <a:cs typeface="Calibri"/>
              </a:rPr>
              <a:t>is</a:t>
            </a:r>
            <a:r>
              <a:rPr sz="1200" spc="-15" dirty="0">
                <a:solidFill>
                  <a:srgbClr val="252525"/>
                </a:solidFill>
                <a:latin typeface="Calibri"/>
                <a:cs typeface="Calibri"/>
              </a:rPr>
              <a:t> </a:t>
            </a:r>
            <a:r>
              <a:rPr sz="1200" spc="-5" dirty="0">
                <a:solidFill>
                  <a:srgbClr val="252525"/>
                </a:solidFill>
                <a:latin typeface="Calibri"/>
                <a:cs typeface="Calibri"/>
              </a:rPr>
              <a:t>distributed</a:t>
            </a:r>
            <a:r>
              <a:rPr sz="1200" spc="-50" dirty="0">
                <a:solidFill>
                  <a:srgbClr val="252525"/>
                </a:solidFill>
                <a:latin typeface="Calibri"/>
                <a:cs typeface="Calibri"/>
              </a:rPr>
              <a:t> </a:t>
            </a:r>
            <a:r>
              <a:rPr sz="1200" spc="-5" dirty="0">
                <a:solidFill>
                  <a:srgbClr val="252525"/>
                </a:solidFill>
                <a:latin typeface="Calibri"/>
                <a:cs typeface="Calibri"/>
              </a:rPr>
              <a:t>to</a:t>
            </a:r>
            <a:r>
              <a:rPr sz="1200" spc="-10" dirty="0">
                <a:solidFill>
                  <a:srgbClr val="252525"/>
                </a:solidFill>
                <a:latin typeface="Calibri"/>
                <a:cs typeface="Calibri"/>
              </a:rPr>
              <a:t> </a:t>
            </a:r>
            <a:r>
              <a:rPr sz="1200" dirty="0">
                <a:solidFill>
                  <a:srgbClr val="252525"/>
                </a:solidFill>
                <a:latin typeface="Calibri"/>
                <a:cs typeface="Calibri"/>
              </a:rPr>
              <a:t>nodes</a:t>
            </a:r>
            <a:endParaRPr sz="1200">
              <a:latin typeface="Calibri"/>
              <a:cs typeface="Calibri"/>
            </a:endParaRPr>
          </a:p>
        </p:txBody>
      </p:sp>
      <p:sp>
        <p:nvSpPr>
          <p:cNvPr id="28" name="object 28"/>
          <p:cNvSpPr txBox="1"/>
          <p:nvPr/>
        </p:nvSpPr>
        <p:spPr>
          <a:xfrm>
            <a:off x="397256" y="1992629"/>
            <a:ext cx="2802255" cy="208279"/>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spc="-10" dirty="0">
                <a:solidFill>
                  <a:srgbClr val="252525"/>
                </a:solidFill>
                <a:latin typeface="Calibri"/>
                <a:cs typeface="Calibri"/>
              </a:rPr>
              <a:t>Each</a:t>
            </a:r>
            <a:r>
              <a:rPr sz="1200" dirty="0">
                <a:solidFill>
                  <a:srgbClr val="252525"/>
                </a:solidFill>
                <a:latin typeface="Calibri"/>
                <a:cs typeface="Calibri"/>
              </a:rPr>
              <a:t> map</a:t>
            </a:r>
            <a:r>
              <a:rPr sz="1200" spc="-5" dirty="0">
                <a:solidFill>
                  <a:srgbClr val="252525"/>
                </a:solidFill>
                <a:latin typeface="Calibri"/>
                <a:cs typeface="Calibri"/>
              </a:rPr>
              <a:t> task</a:t>
            </a:r>
            <a:r>
              <a:rPr sz="1200" spc="-10" dirty="0">
                <a:solidFill>
                  <a:srgbClr val="252525"/>
                </a:solidFill>
                <a:latin typeface="Calibri"/>
                <a:cs typeface="Calibri"/>
              </a:rPr>
              <a:t> works</a:t>
            </a:r>
            <a:r>
              <a:rPr sz="1200" spc="20" dirty="0">
                <a:solidFill>
                  <a:srgbClr val="252525"/>
                </a:solidFill>
                <a:latin typeface="Calibri"/>
                <a:cs typeface="Calibri"/>
              </a:rPr>
              <a:t> </a:t>
            </a:r>
            <a:r>
              <a:rPr sz="1200" spc="-5" dirty="0">
                <a:solidFill>
                  <a:srgbClr val="252525"/>
                </a:solidFill>
                <a:latin typeface="Calibri"/>
                <a:cs typeface="Calibri"/>
              </a:rPr>
              <a:t>on </a:t>
            </a:r>
            <a:r>
              <a:rPr sz="1200" dirty="0">
                <a:solidFill>
                  <a:srgbClr val="252525"/>
                </a:solidFill>
                <a:latin typeface="Calibri"/>
                <a:cs typeface="Calibri"/>
              </a:rPr>
              <a:t>a “split”</a:t>
            </a:r>
            <a:r>
              <a:rPr sz="1200" spc="-15" dirty="0">
                <a:solidFill>
                  <a:srgbClr val="252525"/>
                </a:solidFill>
                <a:latin typeface="Calibri"/>
                <a:cs typeface="Calibri"/>
              </a:rPr>
              <a:t> </a:t>
            </a:r>
            <a:r>
              <a:rPr sz="1200" spc="-5" dirty="0">
                <a:solidFill>
                  <a:srgbClr val="252525"/>
                </a:solidFill>
                <a:latin typeface="Calibri"/>
                <a:cs typeface="Calibri"/>
              </a:rPr>
              <a:t>of </a:t>
            </a:r>
            <a:r>
              <a:rPr sz="1200" spc="-10" dirty="0">
                <a:solidFill>
                  <a:srgbClr val="252525"/>
                </a:solidFill>
                <a:latin typeface="Calibri"/>
                <a:cs typeface="Calibri"/>
              </a:rPr>
              <a:t>data</a:t>
            </a:r>
            <a:endParaRPr sz="1200">
              <a:latin typeface="Calibri"/>
              <a:cs typeface="Calibri"/>
            </a:endParaRPr>
          </a:p>
        </p:txBody>
      </p:sp>
      <p:sp>
        <p:nvSpPr>
          <p:cNvPr id="29" name="object 29"/>
          <p:cNvSpPr txBox="1">
            <a:spLocks noGrp="1"/>
          </p:cNvSpPr>
          <p:nvPr>
            <p:ph type="title"/>
          </p:nvPr>
        </p:nvSpPr>
        <p:spPr>
          <a:xfrm>
            <a:off x="471017" y="324053"/>
            <a:ext cx="4917440"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MapReduce</a:t>
            </a:r>
            <a:r>
              <a:rPr spc="15" dirty="0">
                <a:solidFill>
                  <a:srgbClr val="095A82"/>
                </a:solidFill>
              </a:rPr>
              <a:t> </a:t>
            </a:r>
            <a:r>
              <a:rPr spc="-5" dirty="0">
                <a:solidFill>
                  <a:srgbClr val="095A82"/>
                </a:solidFill>
              </a:rPr>
              <a:t>Job</a:t>
            </a:r>
            <a:r>
              <a:rPr spc="-35" dirty="0">
                <a:solidFill>
                  <a:srgbClr val="095A82"/>
                </a:solidFill>
              </a:rPr>
              <a:t> </a:t>
            </a:r>
            <a:r>
              <a:rPr spc="-5" dirty="0">
                <a:solidFill>
                  <a:srgbClr val="095A82"/>
                </a:solidFill>
              </a:rPr>
              <a:t>Submission</a:t>
            </a:r>
            <a:r>
              <a:rPr spc="-20" dirty="0">
                <a:solidFill>
                  <a:srgbClr val="095A82"/>
                </a:solidFill>
              </a:rPr>
              <a:t> </a:t>
            </a:r>
            <a:r>
              <a:rPr spc="-5" dirty="0">
                <a:solidFill>
                  <a:srgbClr val="095A82"/>
                </a:solidFill>
              </a:rPr>
              <a:t>Flow</a:t>
            </a:r>
          </a:p>
        </p:txBody>
      </p:sp>
      <p:sp>
        <p:nvSpPr>
          <p:cNvPr id="30" name="object 30"/>
          <p:cNvSpPr txBox="1"/>
          <p:nvPr/>
        </p:nvSpPr>
        <p:spPr>
          <a:xfrm>
            <a:off x="5520054" y="1392682"/>
            <a:ext cx="4730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1</a:t>
            </a:r>
            <a:endParaRPr sz="1200">
              <a:latin typeface="Calibri"/>
              <a:cs typeface="Calibri"/>
            </a:endParaRPr>
          </a:p>
        </p:txBody>
      </p:sp>
      <p:sp>
        <p:nvSpPr>
          <p:cNvPr id="31" name="object 31"/>
          <p:cNvSpPr txBox="1"/>
          <p:nvPr/>
        </p:nvSpPr>
        <p:spPr>
          <a:xfrm>
            <a:off x="6744081" y="1392682"/>
            <a:ext cx="4730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2</a:t>
            </a:r>
            <a:endParaRPr sz="1200">
              <a:latin typeface="Calibri"/>
              <a:cs typeface="Calibri"/>
            </a:endParaRPr>
          </a:p>
        </p:txBody>
      </p:sp>
      <p:sp>
        <p:nvSpPr>
          <p:cNvPr id="33" name="object 3">
            <a:extLst>
              <a:ext uri="{FF2B5EF4-FFF2-40B4-BE49-F238E27FC236}">
                <a16:creationId xmlns:a16="http://schemas.microsoft.com/office/drawing/2014/main" id="{44492F8F-06E8-D56D-DC87-E211A2C0008A}"/>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34" name="Rectangle 33">
            <a:extLst>
              <a:ext uri="{FF2B5EF4-FFF2-40B4-BE49-F238E27FC236}">
                <a16:creationId xmlns:a16="http://schemas.microsoft.com/office/drawing/2014/main" id="{8B8337AB-39C7-8AF0-2803-FBB952533BBC}"/>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23852643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2501" y="844169"/>
            <a:ext cx="8239759" cy="2108200"/>
            <a:chOff x="452501" y="844169"/>
            <a:chExt cx="8239759" cy="2108200"/>
          </a:xfrm>
        </p:grpSpPr>
        <p:sp>
          <p:nvSpPr>
            <p:cNvPr id="3" name="object 3"/>
            <p:cNvSpPr/>
            <p:nvPr/>
          </p:nvSpPr>
          <p:spPr>
            <a:xfrm>
              <a:off x="467106"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pic>
          <p:nvPicPr>
            <p:cNvPr id="4" name="object 4"/>
            <p:cNvPicPr/>
            <p:nvPr/>
          </p:nvPicPr>
          <p:blipFill>
            <a:blip r:embed="rId2" cstate="print"/>
            <a:stretch>
              <a:fillRect/>
            </a:stretch>
          </p:blipFill>
          <p:spPr>
            <a:xfrm>
              <a:off x="6422109" y="1392883"/>
              <a:ext cx="1039408" cy="1559130"/>
            </a:xfrm>
            <a:prstGeom prst="rect">
              <a:avLst/>
            </a:prstGeom>
          </p:spPr>
        </p:pic>
        <p:sp>
          <p:nvSpPr>
            <p:cNvPr id="5" name="object 5"/>
            <p:cNvSpPr/>
            <p:nvPr/>
          </p:nvSpPr>
          <p:spPr>
            <a:xfrm>
              <a:off x="6466331" y="1389888"/>
              <a:ext cx="955675" cy="1484630"/>
            </a:xfrm>
            <a:custGeom>
              <a:avLst/>
              <a:gdLst/>
              <a:ahLst/>
              <a:cxnLst/>
              <a:rect l="l" t="t" r="r" b="b"/>
              <a:pathLst>
                <a:path w="955675" h="1484630">
                  <a:moveTo>
                    <a:pt x="955547" y="0"/>
                  </a:moveTo>
                  <a:lnTo>
                    <a:pt x="159258" y="0"/>
                  </a:lnTo>
                  <a:lnTo>
                    <a:pt x="108898" y="8113"/>
                  </a:lnTo>
                  <a:lnTo>
                    <a:pt x="65178" y="30711"/>
                  </a:lnTo>
                  <a:lnTo>
                    <a:pt x="30711" y="65178"/>
                  </a:lnTo>
                  <a:lnTo>
                    <a:pt x="8113" y="108898"/>
                  </a:lnTo>
                  <a:lnTo>
                    <a:pt x="0" y="159258"/>
                  </a:lnTo>
                  <a:lnTo>
                    <a:pt x="0" y="1484376"/>
                  </a:lnTo>
                  <a:lnTo>
                    <a:pt x="796289" y="1484376"/>
                  </a:lnTo>
                  <a:lnTo>
                    <a:pt x="846649" y="1476262"/>
                  </a:lnTo>
                  <a:lnTo>
                    <a:pt x="890369" y="1453664"/>
                  </a:lnTo>
                  <a:lnTo>
                    <a:pt x="924836" y="1419197"/>
                  </a:lnTo>
                  <a:lnTo>
                    <a:pt x="947434" y="1375477"/>
                  </a:lnTo>
                  <a:lnTo>
                    <a:pt x="955547" y="1325118"/>
                  </a:lnTo>
                  <a:lnTo>
                    <a:pt x="955547" y="0"/>
                  </a:lnTo>
                  <a:close/>
                </a:path>
              </a:pathLst>
            </a:custGeom>
            <a:solidFill>
              <a:srgbClr val="D6E2BA"/>
            </a:solidFill>
          </p:spPr>
          <p:txBody>
            <a:bodyPr wrap="square" lIns="0" tIns="0" rIns="0" bIns="0" rtlCol="0"/>
            <a:lstStyle/>
            <a:p>
              <a:endParaRPr/>
            </a:p>
          </p:txBody>
        </p:sp>
        <p:pic>
          <p:nvPicPr>
            <p:cNvPr id="6" name="object 6"/>
            <p:cNvPicPr/>
            <p:nvPr/>
          </p:nvPicPr>
          <p:blipFill>
            <a:blip r:embed="rId2" cstate="print"/>
            <a:stretch>
              <a:fillRect/>
            </a:stretch>
          </p:blipFill>
          <p:spPr>
            <a:xfrm>
              <a:off x="5370549" y="1392883"/>
              <a:ext cx="1039408" cy="1559130"/>
            </a:xfrm>
            <a:prstGeom prst="rect">
              <a:avLst/>
            </a:prstGeom>
          </p:spPr>
        </p:pic>
        <p:sp>
          <p:nvSpPr>
            <p:cNvPr id="7" name="object 7"/>
            <p:cNvSpPr/>
            <p:nvPr/>
          </p:nvSpPr>
          <p:spPr>
            <a:xfrm>
              <a:off x="5414772" y="1389888"/>
              <a:ext cx="955675" cy="1484630"/>
            </a:xfrm>
            <a:custGeom>
              <a:avLst/>
              <a:gdLst/>
              <a:ahLst/>
              <a:cxnLst/>
              <a:rect l="l" t="t" r="r" b="b"/>
              <a:pathLst>
                <a:path w="955675" h="1484630">
                  <a:moveTo>
                    <a:pt x="955548" y="0"/>
                  </a:moveTo>
                  <a:lnTo>
                    <a:pt x="159257" y="0"/>
                  </a:lnTo>
                  <a:lnTo>
                    <a:pt x="108898" y="8113"/>
                  </a:lnTo>
                  <a:lnTo>
                    <a:pt x="65178" y="30711"/>
                  </a:lnTo>
                  <a:lnTo>
                    <a:pt x="30711" y="65178"/>
                  </a:lnTo>
                  <a:lnTo>
                    <a:pt x="8113" y="108898"/>
                  </a:lnTo>
                  <a:lnTo>
                    <a:pt x="0" y="159258"/>
                  </a:lnTo>
                  <a:lnTo>
                    <a:pt x="0" y="1484376"/>
                  </a:lnTo>
                  <a:lnTo>
                    <a:pt x="796289" y="1484376"/>
                  </a:lnTo>
                  <a:lnTo>
                    <a:pt x="846649" y="1476262"/>
                  </a:lnTo>
                  <a:lnTo>
                    <a:pt x="890369" y="1453664"/>
                  </a:lnTo>
                  <a:lnTo>
                    <a:pt x="924836" y="1419197"/>
                  </a:lnTo>
                  <a:lnTo>
                    <a:pt x="947434" y="1375477"/>
                  </a:lnTo>
                  <a:lnTo>
                    <a:pt x="955548" y="1325118"/>
                  </a:lnTo>
                  <a:lnTo>
                    <a:pt x="955548" y="0"/>
                  </a:lnTo>
                  <a:close/>
                </a:path>
              </a:pathLst>
            </a:custGeom>
            <a:solidFill>
              <a:srgbClr val="D6E2BA"/>
            </a:solidFill>
          </p:spPr>
          <p:txBody>
            <a:bodyPr wrap="square" lIns="0" tIns="0" rIns="0" bIns="0" rtlCol="0"/>
            <a:lstStyle/>
            <a:p>
              <a:endParaRPr/>
            </a:p>
          </p:txBody>
        </p:sp>
        <p:pic>
          <p:nvPicPr>
            <p:cNvPr id="8" name="object 8"/>
            <p:cNvPicPr/>
            <p:nvPr/>
          </p:nvPicPr>
          <p:blipFill>
            <a:blip r:embed="rId3" cstate="print"/>
            <a:stretch>
              <a:fillRect/>
            </a:stretch>
          </p:blipFill>
          <p:spPr>
            <a:xfrm>
              <a:off x="5574791" y="1601724"/>
              <a:ext cx="653796" cy="297180"/>
            </a:xfrm>
            <a:prstGeom prst="rect">
              <a:avLst/>
            </a:prstGeom>
          </p:spPr>
        </p:pic>
        <p:sp>
          <p:nvSpPr>
            <p:cNvPr id="9" name="object 9"/>
            <p:cNvSpPr/>
            <p:nvPr/>
          </p:nvSpPr>
          <p:spPr>
            <a:xfrm>
              <a:off x="5617464" y="1624584"/>
              <a:ext cx="573405" cy="216535"/>
            </a:xfrm>
            <a:custGeom>
              <a:avLst/>
              <a:gdLst/>
              <a:ahLst/>
              <a:cxnLst/>
              <a:rect l="l" t="t" r="r" b="b"/>
              <a:pathLst>
                <a:path w="573404" h="216535">
                  <a:moveTo>
                    <a:pt x="536956" y="0"/>
                  </a:moveTo>
                  <a:lnTo>
                    <a:pt x="36068" y="0"/>
                  </a:lnTo>
                  <a:lnTo>
                    <a:pt x="22020" y="2831"/>
                  </a:lnTo>
                  <a:lnTo>
                    <a:pt x="10556" y="10556"/>
                  </a:lnTo>
                  <a:lnTo>
                    <a:pt x="2831" y="22020"/>
                  </a:lnTo>
                  <a:lnTo>
                    <a:pt x="0" y="36067"/>
                  </a:lnTo>
                  <a:lnTo>
                    <a:pt x="0" y="180339"/>
                  </a:lnTo>
                  <a:lnTo>
                    <a:pt x="2831" y="194387"/>
                  </a:lnTo>
                  <a:lnTo>
                    <a:pt x="10556" y="205851"/>
                  </a:lnTo>
                  <a:lnTo>
                    <a:pt x="22020" y="213576"/>
                  </a:lnTo>
                  <a:lnTo>
                    <a:pt x="36068" y="216407"/>
                  </a:lnTo>
                  <a:lnTo>
                    <a:pt x="536956" y="216407"/>
                  </a:lnTo>
                  <a:lnTo>
                    <a:pt x="551003" y="213576"/>
                  </a:lnTo>
                  <a:lnTo>
                    <a:pt x="562467" y="205851"/>
                  </a:lnTo>
                  <a:lnTo>
                    <a:pt x="570192" y="194387"/>
                  </a:lnTo>
                  <a:lnTo>
                    <a:pt x="573024" y="180339"/>
                  </a:lnTo>
                  <a:lnTo>
                    <a:pt x="573024" y="36067"/>
                  </a:lnTo>
                  <a:lnTo>
                    <a:pt x="570192" y="22020"/>
                  </a:lnTo>
                  <a:lnTo>
                    <a:pt x="562467" y="10556"/>
                  </a:lnTo>
                  <a:lnTo>
                    <a:pt x="551003" y="2831"/>
                  </a:lnTo>
                  <a:lnTo>
                    <a:pt x="536956" y="0"/>
                  </a:lnTo>
                  <a:close/>
                </a:path>
              </a:pathLst>
            </a:custGeom>
            <a:solidFill>
              <a:srgbClr val="0D80B8"/>
            </a:solidFill>
          </p:spPr>
          <p:txBody>
            <a:bodyPr wrap="square" lIns="0" tIns="0" rIns="0" bIns="0" rtlCol="0"/>
            <a:lstStyle/>
            <a:p>
              <a:endParaRPr/>
            </a:p>
          </p:txBody>
        </p:sp>
        <p:pic>
          <p:nvPicPr>
            <p:cNvPr id="10" name="object 10"/>
            <p:cNvPicPr/>
            <p:nvPr/>
          </p:nvPicPr>
          <p:blipFill>
            <a:blip r:embed="rId3" cstate="print"/>
            <a:stretch>
              <a:fillRect/>
            </a:stretch>
          </p:blipFill>
          <p:spPr>
            <a:xfrm>
              <a:off x="5574791" y="2490216"/>
              <a:ext cx="653796" cy="297180"/>
            </a:xfrm>
            <a:prstGeom prst="rect">
              <a:avLst/>
            </a:prstGeom>
          </p:spPr>
        </p:pic>
        <p:sp>
          <p:nvSpPr>
            <p:cNvPr id="11" name="object 11"/>
            <p:cNvSpPr/>
            <p:nvPr/>
          </p:nvSpPr>
          <p:spPr>
            <a:xfrm>
              <a:off x="5617464" y="2513076"/>
              <a:ext cx="573405" cy="216535"/>
            </a:xfrm>
            <a:custGeom>
              <a:avLst/>
              <a:gdLst/>
              <a:ahLst/>
              <a:cxnLst/>
              <a:rect l="l" t="t" r="r" b="b"/>
              <a:pathLst>
                <a:path w="573404" h="216535">
                  <a:moveTo>
                    <a:pt x="536956" y="0"/>
                  </a:moveTo>
                  <a:lnTo>
                    <a:pt x="36068" y="0"/>
                  </a:lnTo>
                  <a:lnTo>
                    <a:pt x="22020" y="2831"/>
                  </a:lnTo>
                  <a:lnTo>
                    <a:pt x="10556" y="10556"/>
                  </a:lnTo>
                  <a:lnTo>
                    <a:pt x="2831" y="22020"/>
                  </a:lnTo>
                  <a:lnTo>
                    <a:pt x="0" y="36068"/>
                  </a:lnTo>
                  <a:lnTo>
                    <a:pt x="0" y="180340"/>
                  </a:lnTo>
                  <a:lnTo>
                    <a:pt x="2831" y="194387"/>
                  </a:lnTo>
                  <a:lnTo>
                    <a:pt x="10556" y="205851"/>
                  </a:lnTo>
                  <a:lnTo>
                    <a:pt x="22020" y="213576"/>
                  </a:lnTo>
                  <a:lnTo>
                    <a:pt x="36068" y="216407"/>
                  </a:lnTo>
                  <a:lnTo>
                    <a:pt x="536956" y="216407"/>
                  </a:lnTo>
                  <a:lnTo>
                    <a:pt x="551003" y="213576"/>
                  </a:lnTo>
                  <a:lnTo>
                    <a:pt x="562467" y="205851"/>
                  </a:lnTo>
                  <a:lnTo>
                    <a:pt x="570192" y="194387"/>
                  </a:lnTo>
                  <a:lnTo>
                    <a:pt x="573024" y="180340"/>
                  </a:lnTo>
                  <a:lnTo>
                    <a:pt x="573024" y="36068"/>
                  </a:lnTo>
                  <a:lnTo>
                    <a:pt x="570192" y="22020"/>
                  </a:lnTo>
                  <a:lnTo>
                    <a:pt x="562467" y="10556"/>
                  </a:lnTo>
                  <a:lnTo>
                    <a:pt x="551003" y="2831"/>
                  </a:lnTo>
                  <a:lnTo>
                    <a:pt x="536956" y="0"/>
                  </a:lnTo>
                  <a:close/>
                </a:path>
              </a:pathLst>
            </a:custGeom>
            <a:solidFill>
              <a:srgbClr val="0D80B8"/>
            </a:solidFill>
          </p:spPr>
          <p:txBody>
            <a:bodyPr wrap="square" lIns="0" tIns="0" rIns="0" bIns="0" rtlCol="0"/>
            <a:lstStyle/>
            <a:p>
              <a:endParaRPr/>
            </a:p>
          </p:txBody>
        </p:sp>
        <p:pic>
          <p:nvPicPr>
            <p:cNvPr id="12" name="object 12"/>
            <p:cNvPicPr/>
            <p:nvPr/>
          </p:nvPicPr>
          <p:blipFill>
            <a:blip r:embed="rId4" cstate="print"/>
            <a:stretch>
              <a:fillRect/>
            </a:stretch>
          </p:blipFill>
          <p:spPr>
            <a:xfrm>
              <a:off x="5574791" y="2017776"/>
              <a:ext cx="653796" cy="324612"/>
            </a:xfrm>
            <a:prstGeom prst="rect">
              <a:avLst/>
            </a:prstGeom>
          </p:spPr>
        </p:pic>
        <p:pic>
          <p:nvPicPr>
            <p:cNvPr id="13" name="object 13"/>
            <p:cNvPicPr/>
            <p:nvPr/>
          </p:nvPicPr>
          <p:blipFill>
            <a:blip r:embed="rId5" cstate="print"/>
            <a:stretch>
              <a:fillRect/>
            </a:stretch>
          </p:blipFill>
          <p:spPr>
            <a:xfrm>
              <a:off x="5626608" y="2004098"/>
              <a:ext cx="548678" cy="400773"/>
            </a:xfrm>
            <a:prstGeom prst="rect">
              <a:avLst/>
            </a:prstGeom>
          </p:spPr>
        </p:pic>
      </p:grpSp>
      <p:sp>
        <p:nvSpPr>
          <p:cNvPr id="14" name="object 14"/>
          <p:cNvSpPr txBox="1"/>
          <p:nvPr/>
        </p:nvSpPr>
        <p:spPr>
          <a:xfrm>
            <a:off x="5617464" y="2040635"/>
            <a:ext cx="573405" cy="243840"/>
          </a:xfrm>
          <a:prstGeom prst="rect">
            <a:avLst/>
          </a:prstGeom>
          <a:solidFill>
            <a:srgbClr val="F19C13"/>
          </a:solidFill>
        </p:spPr>
        <p:txBody>
          <a:bodyPr vert="horz" wrap="square" lIns="0" tIns="21590" rIns="0" bIns="0" rtlCol="0">
            <a:spAutoFit/>
          </a:bodyPr>
          <a:lstStyle/>
          <a:p>
            <a:pPr marL="144145">
              <a:lnSpc>
                <a:spcPct val="100000"/>
              </a:lnSpc>
              <a:spcBef>
                <a:spcPts val="170"/>
              </a:spcBef>
            </a:pPr>
            <a:r>
              <a:rPr sz="1200" dirty="0">
                <a:solidFill>
                  <a:srgbClr val="252525"/>
                </a:solidFill>
                <a:latin typeface="Calibri"/>
                <a:cs typeface="Calibri"/>
              </a:rPr>
              <a:t>Map</a:t>
            </a:r>
            <a:endParaRPr sz="1200">
              <a:latin typeface="Calibri"/>
              <a:cs typeface="Calibri"/>
            </a:endParaRPr>
          </a:p>
        </p:txBody>
      </p:sp>
      <p:grpSp>
        <p:nvGrpSpPr>
          <p:cNvPr id="15" name="object 15"/>
          <p:cNvGrpSpPr/>
          <p:nvPr/>
        </p:nvGrpSpPr>
        <p:grpSpPr>
          <a:xfrm>
            <a:off x="5865876" y="1601724"/>
            <a:ext cx="1297305" cy="1186180"/>
            <a:chOff x="5865876" y="1601724"/>
            <a:chExt cx="1297305" cy="1186180"/>
          </a:xfrm>
        </p:grpSpPr>
        <p:pic>
          <p:nvPicPr>
            <p:cNvPr id="16" name="object 16"/>
            <p:cNvPicPr/>
            <p:nvPr/>
          </p:nvPicPr>
          <p:blipFill>
            <a:blip r:embed="rId6" cstate="print"/>
            <a:stretch>
              <a:fillRect/>
            </a:stretch>
          </p:blipFill>
          <p:spPr>
            <a:xfrm>
              <a:off x="5868289" y="1840738"/>
              <a:ext cx="76200" cy="200279"/>
            </a:xfrm>
            <a:prstGeom prst="rect">
              <a:avLst/>
            </a:prstGeom>
          </p:spPr>
        </p:pic>
        <p:pic>
          <p:nvPicPr>
            <p:cNvPr id="17" name="object 17"/>
            <p:cNvPicPr/>
            <p:nvPr/>
          </p:nvPicPr>
          <p:blipFill>
            <a:blip r:embed="rId7" cstate="print"/>
            <a:stretch>
              <a:fillRect/>
            </a:stretch>
          </p:blipFill>
          <p:spPr>
            <a:xfrm>
              <a:off x="5865876" y="2298192"/>
              <a:ext cx="76200" cy="187325"/>
            </a:xfrm>
            <a:prstGeom prst="rect">
              <a:avLst/>
            </a:prstGeom>
          </p:spPr>
        </p:pic>
        <p:pic>
          <p:nvPicPr>
            <p:cNvPr id="18" name="object 18"/>
            <p:cNvPicPr/>
            <p:nvPr/>
          </p:nvPicPr>
          <p:blipFill>
            <a:blip r:embed="rId3" cstate="print"/>
            <a:stretch>
              <a:fillRect/>
            </a:stretch>
          </p:blipFill>
          <p:spPr>
            <a:xfrm>
              <a:off x="6509004" y="1601724"/>
              <a:ext cx="653796" cy="297180"/>
            </a:xfrm>
            <a:prstGeom prst="rect">
              <a:avLst/>
            </a:prstGeom>
          </p:spPr>
        </p:pic>
        <p:sp>
          <p:nvSpPr>
            <p:cNvPr id="19" name="object 19"/>
            <p:cNvSpPr/>
            <p:nvPr/>
          </p:nvSpPr>
          <p:spPr>
            <a:xfrm>
              <a:off x="6551676" y="1624584"/>
              <a:ext cx="573405" cy="216535"/>
            </a:xfrm>
            <a:custGeom>
              <a:avLst/>
              <a:gdLst/>
              <a:ahLst/>
              <a:cxnLst/>
              <a:rect l="l" t="t" r="r" b="b"/>
              <a:pathLst>
                <a:path w="573404" h="216535">
                  <a:moveTo>
                    <a:pt x="536955" y="0"/>
                  </a:moveTo>
                  <a:lnTo>
                    <a:pt x="36068" y="0"/>
                  </a:lnTo>
                  <a:lnTo>
                    <a:pt x="22020" y="2831"/>
                  </a:lnTo>
                  <a:lnTo>
                    <a:pt x="10556" y="10556"/>
                  </a:lnTo>
                  <a:lnTo>
                    <a:pt x="2831" y="22020"/>
                  </a:lnTo>
                  <a:lnTo>
                    <a:pt x="0" y="36067"/>
                  </a:lnTo>
                  <a:lnTo>
                    <a:pt x="0" y="180339"/>
                  </a:lnTo>
                  <a:lnTo>
                    <a:pt x="2831" y="194387"/>
                  </a:lnTo>
                  <a:lnTo>
                    <a:pt x="10556" y="205851"/>
                  </a:lnTo>
                  <a:lnTo>
                    <a:pt x="22020" y="213576"/>
                  </a:lnTo>
                  <a:lnTo>
                    <a:pt x="36068" y="216407"/>
                  </a:lnTo>
                  <a:lnTo>
                    <a:pt x="536955" y="216407"/>
                  </a:lnTo>
                  <a:lnTo>
                    <a:pt x="551003" y="213576"/>
                  </a:lnTo>
                  <a:lnTo>
                    <a:pt x="562467" y="205851"/>
                  </a:lnTo>
                  <a:lnTo>
                    <a:pt x="570192" y="194387"/>
                  </a:lnTo>
                  <a:lnTo>
                    <a:pt x="573024" y="180339"/>
                  </a:lnTo>
                  <a:lnTo>
                    <a:pt x="573024" y="36067"/>
                  </a:lnTo>
                  <a:lnTo>
                    <a:pt x="570192" y="22020"/>
                  </a:lnTo>
                  <a:lnTo>
                    <a:pt x="562467" y="10556"/>
                  </a:lnTo>
                  <a:lnTo>
                    <a:pt x="551003" y="2831"/>
                  </a:lnTo>
                  <a:lnTo>
                    <a:pt x="536955" y="0"/>
                  </a:lnTo>
                  <a:close/>
                </a:path>
              </a:pathLst>
            </a:custGeom>
            <a:solidFill>
              <a:srgbClr val="0D80B8"/>
            </a:solidFill>
          </p:spPr>
          <p:txBody>
            <a:bodyPr wrap="square" lIns="0" tIns="0" rIns="0" bIns="0" rtlCol="0"/>
            <a:lstStyle/>
            <a:p>
              <a:endParaRPr/>
            </a:p>
          </p:txBody>
        </p:sp>
        <p:pic>
          <p:nvPicPr>
            <p:cNvPr id="20" name="object 20"/>
            <p:cNvPicPr/>
            <p:nvPr/>
          </p:nvPicPr>
          <p:blipFill>
            <a:blip r:embed="rId3" cstate="print"/>
            <a:stretch>
              <a:fillRect/>
            </a:stretch>
          </p:blipFill>
          <p:spPr>
            <a:xfrm>
              <a:off x="6509004" y="2490216"/>
              <a:ext cx="653796" cy="297180"/>
            </a:xfrm>
            <a:prstGeom prst="rect">
              <a:avLst/>
            </a:prstGeom>
          </p:spPr>
        </p:pic>
        <p:sp>
          <p:nvSpPr>
            <p:cNvPr id="21" name="object 21"/>
            <p:cNvSpPr/>
            <p:nvPr/>
          </p:nvSpPr>
          <p:spPr>
            <a:xfrm>
              <a:off x="6551676" y="2513076"/>
              <a:ext cx="573405" cy="216535"/>
            </a:xfrm>
            <a:custGeom>
              <a:avLst/>
              <a:gdLst/>
              <a:ahLst/>
              <a:cxnLst/>
              <a:rect l="l" t="t" r="r" b="b"/>
              <a:pathLst>
                <a:path w="573404" h="216535">
                  <a:moveTo>
                    <a:pt x="536955" y="0"/>
                  </a:moveTo>
                  <a:lnTo>
                    <a:pt x="36068" y="0"/>
                  </a:lnTo>
                  <a:lnTo>
                    <a:pt x="22020" y="2831"/>
                  </a:lnTo>
                  <a:lnTo>
                    <a:pt x="10556" y="10556"/>
                  </a:lnTo>
                  <a:lnTo>
                    <a:pt x="2831" y="22020"/>
                  </a:lnTo>
                  <a:lnTo>
                    <a:pt x="0" y="36068"/>
                  </a:lnTo>
                  <a:lnTo>
                    <a:pt x="0" y="180340"/>
                  </a:lnTo>
                  <a:lnTo>
                    <a:pt x="2831" y="194387"/>
                  </a:lnTo>
                  <a:lnTo>
                    <a:pt x="10556" y="205851"/>
                  </a:lnTo>
                  <a:lnTo>
                    <a:pt x="22020" y="213576"/>
                  </a:lnTo>
                  <a:lnTo>
                    <a:pt x="36068" y="216407"/>
                  </a:lnTo>
                  <a:lnTo>
                    <a:pt x="536955" y="216407"/>
                  </a:lnTo>
                  <a:lnTo>
                    <a:pt x="551003" y="213576"/>
                  </a:lnTo>
                  <a:lnTo>
                    <a:pt x="562467" y="205851"/>
                  </a:lnTo>
                  <a:lnTo>
                    <a:pt x="570192" y="194387"/>
                  </a:lnTo>
                  <a:lnTo>
                    <a:pt x="573024" y="180340"/>
                  </a:lnTo>
                  <a:lnTo>
                    <a:pt x="573024" y="36068"/>
                  </a:lnTo>
                  <a:lnTo>
                    <a:pt x="570192" y="22020"/>
                  </a:lnTo>
                  <a:lnTo>
                    <a:pt x="562467" y="10556"/>
                  </a:lnTo>
                  <a:lnTo>
                    <a:pt x="551003" y="2831"/>
                  </a:lnTo>
                  <a:lnTo>
                    <a:pt x="536955" y="0"/>
                  </a:lnTo>
                  <a:close/>
                </a:path>
              </a:pathLst>
            </a:custGeom>
            <a:solidFill>
              <a:srgbClr val="0D80B8"/>
            </a:solidFill>
          </p:spPr>
          <p:txBody>
            <a:bodyPr wrap="square" lIns="0" tIns="0" rIns="0" bIns="0" rtlCol="0"/>
            <a:lstStyle/>
            <a:p>
              <a:endParaRPr/>
            </a:p>
          </p:txBody>
        </p:sp>
        <p:pic>
          <p:nvPicPr>
            <p:cNvPr id="22" name="object 22"/>
            <p:cNvPicPr/>
            <p:nvPr/>
          </p:nvPicPr>
          <p:blipFill>
            <a:blip r:embed="rId4" cstate="print"/>
            <a:stretch>
              <a:fillRect/>
            </a:stretch>
          </p:blipFill>
          <p:spPr>
            <a:xfrm>
              <a:off x="6509004" y="2017776"/>
              <a:ext cx="653796" cy="324612"/>
            </a:xfrm>
            <a:prstGeom prst="rect">
              <a:avLst/>
            </a:prstGeom>
          </p:spPr>
        </p:pic>
        <p:pic>
          <p:nvPicPr>
            <p:cNvPr id="23" name="object 23"/>
            <p:cNvPicPr/>
            <p:nvPr/>
          </p:nvPicPr>
          <p:blipFill>
            <a:blip r:embed="rId8" cstate="print"/>
            <a:stretch>
              <a:fillRect/>
            </a:stretch>
          </p:blipFill>
          <p:spPr>
            <a:xfrm>
              <a:off x="6562344" y="2004098"/>
              <a:ext cx="548678" cy="400773"/>
            </a:xfrm>
            <a:prstGeom prst="rect">
              <a:avLst/>
            </a:prstGeom>
          </p:spPr>
        </p:pic>
      </p:grpSp>
      <p:sp>
        <p:nvSpPr>
          <p:cNvPr id="24" name="object 24"/>
          <p:cNvSpPr txBox="1"/>
          <p:nvPr/>
        </p:nvSpPr>
        <p:spPr>
          <a:xfrm>
            <a:off x="6551676" y="2040635"/>
            <a:ext cx="573405" cy="243840"/>
          </a:xfrm>
          <a:prstGeom prst="rect">
            <a:avLst/>
          </a:prstGeom>
          <a:solidFill>
            <a:srgbClr val="F19C13"/>
          </a:solidFill>
        </p:spPr>
        <p:txBody>
          <a:bodyPr vert="horz" wrap="square" lIns="0" tIns="21590" rIns="0" bIns="0" rtlCol="0">
            <a:spAutoFit/>
          </a:bodyPr>
          <a:lstStyle/>
          <a:p>
            <a:pPr marL="145415">
              <a:lnSpc>
                <a:spcPct val="100000"/>
              </a:lnSpc>
              <a:spcBef>
                <a:spcPts val="170"/>
              </a:spcBef>
            </a:pPr>
            <a:r>
              <a:rPr sz="1200" dirty="0">
                <a:solidFill>
                  <a:srgbClr val="252525"/>
                </a:solidFill>
                <a:latin typeface="Calibri"/>
                <a:cs typeface="Calibri"/>
              </a:rPr>
              <a:t>Map</a:t>
            </a:r>
            <a:endParaRPr sz="1200">
              <a:latin typeface="Calibri"/>
              <a:cs typeface="Calibri"/>
            </a:endParaRPr>
          </a:p>
        </p:txBody>
      </p:sp>
      <p:grpSp>
        <p:nvGrpSpPr>
          <p:cNvPr id="25" name="object 25"/>
          <p:cNvGrpSpPr/>
          <p:nvPr/>
        </p:nvGrpSpPr>
        <p:grpSpPr>
          <a:xfrm>
            <a:off x="5571744" y="854976"/>
            <a:ext cx="1530350" cy="1630680"/>
            <a:chOff x="5571744" y="854976"/>
            <a:chExt cx="1530350" cy="1630680"/>
          </a:xfrm>
        </p:grpSpPr>
        <p:pic>
          <p:nvPicPr>
            <p:cNvPr id="26" name="object 26"/>
            <p:cNvPicPr/>
            <p:nvPr/>
          </p:nvPicPr>
          <p:blipFill>
            <a:blip r:embed="rId6" cstate="print"/>
            <a:stretch>
              <a:fillRect/>
            </a:stretch>
          </p:blipFill>
          <p:spPr>
            <a:xfrm>
              <a:off x="6804025" y="1840738"/>
              <a:ext cx="76200" cy="200279"/>
            </a:xfrm>
            <a:prstGeom prst="rect">
              <a:avLst/>
            </a:prstGeom>
          </p:spPr>
        </p:pic>
        <p:pic>
          <p:nvPicPr>
            <p:cNvPr id="27" name="object 27"/>
            <p:cNvPicPr/>
            <p:nvPr/>
          </p:nvPicPr>
          <p:blipFill>
            <a:blip r:embed="rId7" cstate="print"/>
            <a:stretch>
              <a:fillRect/>
            </a:stretch>
          </p:blipFill>
          <p:spPr>
            <a:xfrm>
              <a:off x="6801611" y="2298191"/>
              <a:ext cx="76200" cy="187325"/>
            </a:xfrm>
            <a:prstGeom prst="rect">
              <a:avLst/>
            </a:prstGeom>
          </p:spPr>
        </p:pic>
        <p:sp>
          <p:nvSpPr>
            <p:cNvPr id="28" name="object 28"/>
            <p:cNvSpPr/>
            <p:nvPr/>
          </p:nvSpPr>
          <p:spPr>
            <a:xfrm>
              <a:off x="5987796" y="1005458"/>
              <a:ext cx="751840" cy="621030"/>
            </a:xfrm>
            <a:custGeom>
              <a:avLst/>
              <a:gdLst/>
              <a:ahLst/>
              <a:cxnLst/>
              <a:rect l="l" t="t" r="r" b="b"/>
              <a:pathLst>
                <a:path w="751840" h="621030">
                  <a:moveTo>
                    <a:pt x="751840" y="620776"/>
                  </a:moveTo>
                  <a:lnTo>
                    <a:pt x="746429" y="570738"/>
                  </a:lnTo>
                  <a:lnTo>
                    <a:pt x="742696" y="536067"/>
                  </a:lnTo>
                  <a:lnTo>
                    <a:pt x="716000" y="553199"/>
                  </a:lnTo>
                  <a:lnTo>
                    <a:pt x="381977" y="33388"/>
                  </a:lnTo>
                  <a:lnTo>
                    <a:pt x="399034" y="6858"/>
                  </a:lnTo>
                  <a:lnTo>
                    <a:pt x="388366" y="0"/>
                  </a:lnTo>
                  <a:lnTo>
                    <a:pt x="374446" y="21666"/>
                  </a:lnTo>
                  <a:lnTo>
                    <a:pt x="363474" y="4572"/>
                  </a:lnTo>
                  <a:lnTo>
                    <a:pt x="352806" y="11430"/>
                  </a:lnTo>
                  <a:lnTo>
                    <a:pt x="366903" y="33388"/>
                  </a:lnTo>
                  <a:lnTo>
                    <a:pt x="35826" y="548627"/>
                  </a:lnTo>
                  <a:lnTo>
                    <a:pt x="9144" y="531495"/>
                  </a:lnTo>
                  <a:lnTo>
                    <a:pt x="0" y="616204"/>
                  </a:lnTo>
                  <a:lnTo>
                    <a:pt x="73279" y="572643"/>
                  </a:lnTo>
                  <a:lnTo>
                    <a:pt x="63182" y="566166"/>
                  </a:lnTo>
                  <a:lnTo>
                    <a:pt x="46494" y="555472"/>
                  </a:lnTo>
                  <a:lnTo>
                    <a:pt x="374446" y="45123"/>
                  </a:lnTo>
                  <a:lnTo>
                    <a:pt x="705332" y="560044"/>
                  </a:lnTo>
                  <a:lnTo>
                    <a:pt x="678561" y="577215"/>
                  </a:lnTo>
                  <a:lnTo>
                    <a:pt x="751840" y="620776"/>
                  </a:lnTo>
                  <a:close/>
                </a:path>
              </a:pathLst>
            </a:custGeom>
            <a:solidFill>
              <a:srgbClr val="5F5F5F"/>
            </a:solidFill>
          </p:spPr>
          <p:txBody>
            <a:bodyPr wrap="square" lIns="0" tIns="0" rIns="0" bIns="0" rtlCol="0"/>
            <a:lstStyle/>
            <a:p>
              <a:endParaRPr/>
            </a:p>
          </p:txBody>
        </p:sp>
        <p:pic>
          <p:nvPicPr>
            <p:cNvPr id="29" name="object 29"/>
            <p:cNvPicPr/>
            <p:nvPr/>
          </p:nvPicPr>
          <p:blipFill>
            <a:blip r:embed="rId9" cstate="print"/>
            <a:stretch>
              <a:fillRect/>
            </a:stretch>
          </p:blipFill>
          <p:spPr>
            <a:xfrm>
              <a:off x="5571744" y="868692"/>
              <a:ext cx="1530096" cy="371843"/>
            </a:xfrm>
            <a:prstGeom prst="rect">
              <a:avLst/>
            </a:prstGeom>
          </p:spPr>
        </p:pic>
        <p:pic>
          <p:nvPicPr>
            <p:cNvPr id="30" name="object 30"/>
            <p:cNvPicPr/>
            <p:nvPr/>
          </p:nvPicPr>
          <p:blipFill>
            <a:blip r:embed="rId10" cstate="print"/>
            <a:stretch>
              <a:fillRect/>
            </a:stretch>
          </p:blipFill>
          <p:spPr>
            <a:xfrm>
              <a:off x="5754624" y="854976"/>
              <a:ext cx="1159751" cy="454139"/>
            </a:xfrm>
            <a:prstGeom prst="rect">
              <a:avLst/>
            </a:prstGeom>
          </p:spPr>
        </p:pic>
        <p:sp>
          <p:nvSpPr>
            <p:cNvPr id="31" name="object 31"/>
            <p:cNvSpPr/>
            <p:nvPr/>
          </p:nvSpPr>
          <p:spPr>
            <a:xfrm>
              <a:off x="5614416" y="891539"/>
              <a:ext cx="1449705" cy="291465"/>
            </a:xfrm>
            <a:custGeom>
              <a:avLst/>
              <a:gdLst/>
              <a:ahLst/>
              <a:cxnLst/>
              <a:rect l="l" t="t" r="r" b="b"/>
              <a:pathLst>
                <a:path w="1449704" h="291465">
                  <a:moveTo>
                    <a:pt x="1400810" y="0"/>
                  </a:moveTo>
                  <a:lnTo>
                    <a:pt x="48513" y="0"/>
                  </a:lnTo>
                  <a:lnTo>
                    <a:pt x="29628" y="3811"/>
                  </a:lnTo>
                  <a:lnTo>
                    <a:pt x="14208" y="14208"/>
                  </a:lnTo>
                  <a:lnTo>
                    <a:pt x="3811" y="29628"/>
                  </a:lnTo>
                  <a:lnTo>
                    <a:pt x="0" y="48513"/>
                  </a:lnTo>
                  <a:lnTo>
                    <a:pt x="0" y="242570"/>
                  </a:lnTo>
                  <a:lnTo>
                    <a:pt x="3811" y="261455"/>
                  </a:lnTo>
                  <a:lnTo>
                    <a:pt x="14208" y="276875"/>
                  </a:lnTo>
                  <a:lnTo>
                    <a:pt x="29628" y="287272"/>
                  </a:lnTo>
                  <a:lnTo>
                    <a:pt x="48513" y="291084"/>
                  </a:lnTo>
                  <a:lnTo>
                    <a:pt x="1400810" y="291084"/>
                  </a:lnTo>
                  <a:lnTo>
                    <a:pt x="1419695" y="287272"/>
                  </a:lnTo>
                  <a:lnTo>
                    <a:pt x="1435115" y="276875"/>
                  </a:lnTo>
                  <a:lnTo>
                    <a:pt x="1445512" y="261455"/>
                  </a:lnTo>
                  <a:lnTo>
                    <a:pt x="1449324" y="242570"/>
                  </a:lnTo>
                  <a:lnTo>
                    <a:pt x="1449324" y="48513"/>
                  </a:lnTo>
                  <a:lnTo>
                    <a:pt x="1445512" y="29628"/>
                  </a:lnTo>
                  <a:lnTo>
                    <a:pt x="1435115" y="14208"/>
                  </a:lnTo>
                  <a:lnTo>
                    <a:pt x="1419695" y="3811"/>
                  </a:lnTo>
                  <a:lnTo>
                    <a:pt x="1400810" y="0"/>
                  </a:lnTo>
                  <a:close/>
                </a:path>
              </a:pathLst>
            </a:custGeom>
            <a:solidFill>
              <a:srgbClr val="9CB955"/>
            </a:solidFill>
          </p:spPr>
          <p:txBody>
            <a:bodyPr wrap="square" lIns="0" tIns="0" rIns="0" bIns="0" rtlCol="0"/>
            <a:lstStyle/>
            <a:p>
              <a:endParaRPr/>
            </a:p>
          </p:txBody>
        </p:sp>
      </p:grpSp>
      <p:sp>
        <p:nvSpPr>
          <p:cNvPr id="32" name="object 32"/>
          <p:cNvSpPr txBox="1"/>
          <p:nvPr/>
        </p:nvSpPr>
        <p:spPr>
          <a:xfrm>
            <a:off x="5892800" y="906018"/>
            <a:ext cx="890905" cy="239395"/>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252525"/>
                </a:solidFill>
                <a:latin typeface="Calibri"/>
                <a:cs typeface="Calibri"/>
              </a:rPr>
              <a:t>INPUT</a:t>
            </a:r>
            <a:r>
              <a:rPr sz="1400" spc="-65" dirty="0">
                <a:solidFill>
                  <a:srgbClr val="252525"/>
                </a:solidFill>
                <a:latin typeface="Calibri"/>
                <a:cs typeface="Calibri"/>
              </a:rPr>
              <a:t> </a:t>
            </a:r>
            <a:r>
              <a:rPr sz="1400" spc="-60" dirty="0">
                <a:solidFill>
                  <a:srgbClr val="252525"/>
                </a:solidFill>
                <a:latin typeface="Calibri"/>
                <a:cs typeface="Calibri"/>
              </a:rPr>
              <a:t>DATA</a:t>
            </a:r>
            <a:endParaRPr sz="1400">
              <a:latin typeface="Calibri"/>
              <a:cs typeface="Calibri"/>
            </a:endParaRPr>
          </a:p>
        </p:txBody>
      </p:sp>
      <p:sp>
        <p:nvSpPr>
          <p:cNvPr id="39" name="object 39"/>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33" name="object 33"/>
          <p:cNvSpPr txBox="1"/>
          <p:nvPr/>
        </p:nvSpPr>
        <p:spPr>
          <a:xfrm>
            <a:off x="397256" y="1626870"/>
            <a:ext cx="2363470" cy="208279"/>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dirty="0">
                <a:solidFill>
                  <a:srgbClr val="252525"/>
                </a:solidFill>
                <a:latin typeface="Calibri"/>
                <a:cs typeface="Calibri"/>
              </a:rPr>
              <a:t>Input</a:t>
            </a:r>
            <a:r>
              <a:rPr sz="1200" spc="-55" dirty="0">
                <a:solidFill>
                  <a:srgbClr val="252525"/>
                </a:solidFill>
                <a:latin typeface="Calibri"/>
                <a:cs typeface="Calibri"/>
              </a:rPr>
              <a:t> </a:t>
            </a:r>
            <a:r>
              <a:rPr sz="1200" spc="-10" dirty="0">
                <a:solidFill>
                  <a:srgbClr val="252525"/>
                </a:solidFill>
                <a:latin typeface="Calibri"/>
                <a:cs typeface="Calibri"/>
              </a:rPr>
              <a:t>data</a:t>
            </a:r>
            <a:r>
              <a:rPr sz="1200" spc="-20" dirty="0">
                <a:solidFill>
                  <a:srgbClr val="252525"/>
                </a:solidFill>
                <a:latin typeface="Calibri"/>
                <a:cs typeface="Calibri"/>
              </a:rPr>
              <a:t> </a:t>
            </a:r>
            <a:r>
              <a:rPr sz="1200" dirty="0">
                <a:solidFill>
                  <a:srgbClr val="252525"/>
                </a:solidFill>
                <a:latin typeface="Calibri"/>
                <a:cs typeface="Calibri"/>
              </a:rPr>
              <a:t>is</a:t>
            </a:r>
            <a:r>
              <a:rPr sz="1200" spc="-15" dirty="0">
                <a:solidFill>
                  <a:srgbClr val="252525"/>
                </a:solidFill>
                <a:latin typeface="Calibri"/>
                <a:cs typeface="Calibri"/>
              </a:rPr>
              <a:t> </a:t>
            </a:r>
            <a:r>
              <a:rPr sz="1200" spc="-5" dirty="0">
                <a:solidFill>
                  <a:srgbClr val="252525"/>
                </a:solidFill>
                <a:latin typeface="Calibri"/>
                <a:cs typeface="Calibri"/>
              </a:rPr>
              <a:t>distributed</a:t>
            </a:r>
            <a:r>
              <a:rPr sz="1200" spc="-50" dirty="0">
                <a:solidFill>
                  <a:srgbClr val="252525"/>
                </a:solidFill>
                <a:latin typeface="Calibri"/>
                <a:cs typeface="Calibri"/>
              </a:rPr>
              <a:t> </a:t>
            </a:r>
            <a:r>
              <a:rPr sz="1200" spc="-5" dirty="0">
                <a:solidFill>
                  <a:srgbClr val="252525"/>
                </a:solidFill>
                <a:latin typeface="Calibri"/>
                <a:cs typeface="Calibri"/>
              </a:rPr>
              <a:t>to</a:t>
            </a:r>
            <a:r>
              <a:rPr sz="1200" spc="-10" dirty="0">
                <a:solidFill>
                  <a:srgbClr val="252525"/>
                </a:solidFill>
                <a:latin typeface="Calibri"/>
                <a:cs typeface="Calibri"/>
              </a:rPr>
              <a:t> </a:t>
            </a:r>
            <a:r>
              <a:rPr sz="1200" dirty="0">
                <a:solidFill>
                  <a:srgbClr val="252525"/>
                </a:solidFill>
                <a:latin typeface="Calibri"/>
                <a:cs typeface="Calibri"/>
              </a:rPr>
              <a:t>nodes</a:t>
            </a:r>
            <a:endParaRPr sz="1200">
              <a:latin typeface="Calibri"/>
              <a:cs typeface="Calibri"/>
            </a:endParaRPr>
          </a:p>
        </p:txBody>
      </p:sp>
      <p:sp>
        <p:nvSpPr>
          <p:cNvPr id="34" name="object 34"/>
          <p:cNvSpPr txBox="1"/>
          <p:nvPr/>
        </p:nvSpPr>
        <p:spPr>
          <a:xfrm>
            <a:off x="397256" y="1992629"/>
            <a:ext cx="2802255" cy="208279"/>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spc="-10" dirty="0">
                <a:solidFill>
                  <a:srgbClr val="252525"/>
                </a:solidFill>
                <a:latin typeface="Calibri"/>
                <a:cs typeface="Calibri"/>
              </a:rPr>
              <a:t>Each</a:t>
            </a:r>
            <a:r>
              <a:rPr sz="1200" dirty="0">
                <a:solidFill>
                  <a:srgbClr val="252525"/>
                </a:solidFill>
                <a:latin typeface="Calibri"/>
                <a:cs typeface="Calibri"/>
              </a:rPr>
              <a:t> map</a:t>
            </a:r>
            <a:r>
              <a:rPr sz="1200" spc="-5" dirty="0">
                <a:solidFill>
                  <a:srgbClr val="252525"/>
                </a:solidFill>
                <a:latin typeface="Calibri"/>
                <a:cs typeface="Calibri"/>
              </a:rPr>
              <a:t> task</a:t>
            </a:r>
            <a:r>
              <a:rPr sz="1200" spc="-10" dirty="0">
                <a:solidFill>
                  <a:srgbClr val="252525"/>
                </a:solidFill>
                <a:latin typeface="Calibri"/>
                <a:cs typeface="Calibri"/>
              </a:rPr>
              <a:t> works</a:t>
            </a:r>
            <a:r>
              <a:rPr sz="1200" spc="20" dirty="0">
                <a:solidFill>
                  <a:srgbClr val="252525"/>
                </a:solidFill>
                <a:latin typeface="Calibri"/>
                <a:cs typeface="Calibri"/>
              </a:rPr>
              <a:t> </a:t>
            </a:r>
            <a:r>
              <a:rPr sz="1200" spc="-5" dirty="0">
                <a:solidFill>
                  <a:srgbClr val="252525"/>
                </a:solidFill>
                <a:latin typeface="Calibri"/>
                <a:cs typeface="Calibri"/>
              </a:rPr>
              <a:t>on </a:t>
            </a:r>
            <a:r>
              <a:rPr sz="1200" dirty="0">
                <a:solidFill>
                  <a:srgbClr val="252525"/>
                </a:solidFill>
                <a:latin typeface="Calibri"/>
                <a:cs typeface="Calibri"/>
              </a:rPr>
              <a:t>a “split”</a:t>
            </a:r>
            <a:r>
              <a:rPr sz="1200" spc="-15" dirty="0">
                <a:solidFill>
                  <a:srgbClr val="252525"/>
                </a:solidFill>
                <a:latin typeface="Calibri"/>
                <a:cs typeface="Calibri"/>
              </a:rPr>
              <a:t> </a:t>
            </a:r>
            <a:r>
              <a:rPr sz="1200" spc="-5" dirty="0">
                <a:solidFill>
                  <a:srgbClr val="252525"/>
                </a:solidFill>
                <a:latin typeface="Calibri"/>
                <a:cs typeface="Calibri"/>
              </a:rPr>
              <a:t>of </a:t>
            </a:r>
            <a:r>
              <a:rPr sz="1200" spc="-10" dirty="0">
                <a:solidFill>
                  <a:srgbClr val="252525"/>
                </a:solidFill>
                <a:latin typeface="Calibri"/>
                <a:cs typeface="Calibri"/>
              </a:rPr>
              <a:t>data</a:t>
            </a:r>
            <a:endParaRPr sz="1200">
              <a:latin typeface="Calibri"/>
              <a:cs typeface="Calibri"/>
            </a:endParaRPr>
          </a:p>
        </p:txBody>
      </p:sp>
      <p:sp>
        <p:nvSpPr>
          <p:cNvPr id="35" name="object 35"/>
          <p:cNvSpPr txBox="1"/>
          <p:nvPr/>
        </p:nvSpPr>
        <p:spPr>
          <a:xfrm>
            <a:off x="397256" y="2358644"/>
            <a:ext cx="2462530" cy="208279"/>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dirty="0">
                <a:solidFill>
                  <a:srgbClr val="252525"/>
                </a:solidFill>
                <a:latin typeface="Calibri"/>
                <a:cs typeface="Calibri"/>
              </a:rPr>
              <a:t>Mapper</a:t>
            </a:r>
            <a:r>
              <a:rPr sz="1200" spc="-40" dirty="0">
                <a:solidFill>
                  <a:srgbClr val="252525"/>
                </a:solidFill>
                <a:latin typeface="Calibri"/>
                <a:cs typeface="Calibri"/>
              </a:rPr>
              <a:t> </a:t>
            </a:r>
            <a:r>
              <a:rPr sz="1200" spc="-5" dirty="0">
                <a:solidFill>
                  <a:srgbClr val="252525"/>
                </a:solidFill>
                <a:latin typeface="Calibri"/>
                <a:cs typeface="Calibri"/>
              </a:rPr>
              <a:t>outputs</a:t>
            </a:r>
            <a:r>
              <a:rPr sz="1200" spc="-45" dirty="0">
                <a:solidFill>
                  <a:srgbClr val="252525"/>
                </a:solidFill>
                <a:latin typeface="Calibri"/>
                <a:cs typeface="Calibri"/>
              </a:rPr>
              <a:t> </a:t>
            </a:r>
            <a:r>
              <a:rPr sz="1200" spc="-5" dirty="0">
                <a:solidFill>
                  <a:srgbClr val="252525"/>
                </a:solidFill>
                <a:latin typeface="Calibri"/>
                <a:cs typeface="Calibri"/>
              </a:rPr>
              <a:t>intermediate</a:t>
            </a:r>
            <a:r>
              <a:rPr sz="1200" spc="-50" dirty="0">
                <a:solidFill>
                  <a:srgbClr val="252525"/>
                </a:solidFill>
                <a:latin typeface="Calibri"/>
                <a:cs typeface="Calibri"/>
              </a:rPr>
              <a:t> </a:t>
            </a:r>
            <a:r>
              <a:rPr sz="1200" spc="-10" dirty="0">
                <a:solidFill>
                  <a:srgbClr val="252525"/>
                </a:solidFill>
                <a:latin typeface="Calibri"/>
                <a:cs typeface="Calibri"/>
              </a:rPr>
              <a:t>data</a:t>
            </a:r>
            <a:endParaRPr sz="1200">
              <a:latin typeface="Calibri"/>
              <a:cs typeface="Calibri"/>
            </a:endParaRPr>
          </a:p>
        </p:txBody>
      </p:sp>
      <p:sp>
        <p:nvSpPr>
          <p:cNvPr id="36" name="object 36"/>
          <p:cNvSpPr txBox="1">
            <a:spLocks noGrp="1"/>
          </p:cNvSpPr>
          <p:nvPr>
            <p:ph type="title"/>
          </p:nvPr>
        </p:nvSpPr>
        <p:spPr>
          <a:xfrm>
            <a:off x="471017" y="324053"/>
            <a:ext cx="4917440"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MapReduce</a:t>
            </a:r>
            <a:r>
              <a:rPr spc="15" dirty="0">
                <a:solidFill>
                  <a:srgbClr val="095A82"/>
                </a:solidFill>
              </a:rPr>
              <a:t> </a:t>
            </a:r>
            <a:r>
              <a:rPr spc="-5" dirty="0">
                <a:solidFill>
                  <a:srgbClr val="095A82"/>
                </a:solidFill>
              </a:rPr>
              <a:t>Job</a:t>
            </a:r>
            <a:r>
              <a:rPr spc="-35" dirty="0">
                <a:solidFill>
                  <a:srgbClr val="095A82"/>
                </a:solidFill>
              </a:rPr>
              <a:t> </a:t>
            </a:r>
            <a:r>
              <a:rPr spc="-5" dirty="0">
                <a:solidFill>
                  <a:srgbClr val="095A82"/>
                </a:solidFill>
              </a:rPr>
              <a:t>Submission</a:t>
            </a:r>
            <a:r>
              <a:rPr spc="-20" dirty="0">
                <a:solidFill>
                  <a:srgbClr val="095A82"/>
                </a:solidFill>
              </a:rPr>
              <a:t> </a:t>
            </a:r>
            <a:r>
              <a:rPr spc="-5" dirty="0">
                <a:solidFill>
                  <a:srgbClr val="095A82"/>
                </a:solidFill>
              </a:rPr>
              <a:t>Flow</a:t>
            </a:r>
          </a:p>
        </p:txBody>
      </p:sp>
      <p:sp>
        <p:nvSpPr>
          <p:cNvPr id="37" name="object 37"/>
          <p:cNvSpPr txBox="1"/>
          <p:nvPr/>
        </p:nvSpPr>
        <p:spPr>
          <a:xfrm>
            <a:off x="5520054" y="1392682"/>
            <a:ext cx="4730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1</a:t>
            </a:r>
            <a:endParaRPr sz="1200">
              <a:latin typeface="Calibri"/>
              <a:cs typeface="Calibri"/>
            </a:endParaRPr>
          </a:p>
        </p:txBody>
      </p:sp>
      <p:sp>
        <p:nvSpPr>
          <p:cNvPr id="38" name="object 38"/>
          <p:cNvSpPr txBox="1"/>
          <p:nvPr/>
        </p:nvSpPr>
        <p:spPr>
          <a:xfrm>
            <a:off x="6744081" y="1392682"/>
            <a:ext cx="4730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2</a:t>
            </a:r>
            <a:endParaRPr sz="1200">
              <a:latin typeface="Calibri"/>
              <a:cs typeface="Calibri"/>
            </a:endParaRPr>
          </a:p>
        </p:txBody>
      </p:sp>
      <p:sp>
        <p:nvSpPr>
          <p:cNvPr id="40" name="object 3">
            <a:extLst>
              <a:ext uri="{FF2B5EF4-FFF2-40B4-BE49-F238E27FC236}">
                <a16:creationId xmlns:a16="http://schemas.microsoft.com/office/drawing/2014/main" id="{BE19E530-A89E-5551-A627-B48F754BE23E}"/>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41" name="Rectangle 40">
            <a:extLst>
              <a:ext uri="{FF2B5EF4-FFF2-40B4-BE49-F238E27FC236}">
                <a16:creationId xmlns:a16="http://schemas.microsoft.com/office/drawing/2014/main" id="{0826C29A-1368-A818-3862-2E870543F409}"/>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12170833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2501" y="844169"/>
            <a:ext cx="8239759" cy="3988435"/>
            <a:chOff x="452501" y="844169"/>
            <a:chExt cx="8239759" cy="3988435"/>
          </a:xfrm>
        </p:grpSpPr>
        <p:sp>
          <p:nvSpPr>
            <p:cNvPr id="3" name="object 3"/>
            <p:cNvSpPr/>
            <p:nvPr/>
          </p:nvSpPr>
          <p:spPr>
            <a:xfrm>
              <a:off x="467106"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pic>
          <p:nvPicPr>
            <p:cNvPr id="4" name="object 4"/>
            <p:cNvPicPr/>
            <p:nvPr/>
          </p:nvPicPr>
          <p:blipFill>
            <a:blip r:embed="rId2" cstate="print"/>
            <a:stretch>
              <a:fillRect/>
            </a:stretch>
          </p:blipFill>
          <p:spPr>
            <a:xfrm>
              <a:off x="6412991" y="3246120"/>
              <a:ext cx="1057643" cy="1586484"/>
            </a:xfrm>
            <a:prstGeom prst="rect">
              <a:avLst/>
            </a:prstGeom>
          </p:spPr>
        </p:pic>
        <p:sp>
          <p:nvSpPr>
            <p:cNvPr id="5" name="object 5"/>
            <p:cNvSpPr/>
            <p:nvPr/>
          </p:nvSpPr>
          <p:spPr>
            <a:xfrm>
              <a:off x="6466331" y="3261360"/>
              <a:ext cx="955675" cy="1484630"/>
            </a:xfrm>
            <a:custGeom>
              <a:avLst/>
              <a:gdLst/>
              <a:ahLst/>
              <a:cxnLst/>
              <a:rect l="l" t="t" r="r" b="b"/>
              <a:pathLst>
                <a:path w="955675" h="1484629">
                  <a:moveTo>
                    <a:pt x="955547" y="0"/>
                  </a:moveTo>
                  <a:lnTo>
                    <a:pt x="159258" y="0"/>
                  </a:lnTo>
                  <a:lnTo>
                    <a:pt x="108898" y="8113"/>
                  </a:lnTo>
                  <a:lnTo>
                    <a:pt x="65178" y="30711"/>
                  </a:lnTo>
                  <a:lnTo>
                    <a:pt x="30711" y="65178"/>
                  </a:lnTo>
                  <a:lnTo>
                    <a:pt x="8113" y="108898"/>
                  </a:lnTo>
                  <a:lnTo>
                    <a:pt x="0" y="159257"/>
                  </a:lnTo>
                  <a:lnTo>
                    <a:pt x="0" y="1484376"/>
                  </a:lnTo>
                  <a:lnTo>
                    <a:pt x="796289" y="1484376"/>
                  </a:lnTo>
                  <a:lnTo>
                    <a:pt x="846649" y="1476257"/>
                  </a:lnTo>
                  <a:lnTo>
                    <a:pt x="890369" y="1453649"/>
                  </a:lnTo>
                  <a:lnTo>
                    <a:pt x="924836" y="1419175"/>
                  </a:lnTo>
                  <a:lnTo>
                    <a:pt x="947434" y="1375457"/>
                  </a:lnTo>
                  <a:lnTo>
                    <a:pt x="955547" y="1325117"/>
                  </a:lnTo>
                  <a:lnTo>
                    <a:pt x="955547" y="0"/>
                  </a:lnTo>
                  <a:close/>
                </a:path>
              </a:pathLst>
            </a:custGeom>
            <a:solidFill>
              <a:srgbClr val="D6E2BA"/>
            </a:solidFill>
          </p:spPr>
          <p:txBody>
            <a:bodyPr wrap="square" lIns="0" tIns="0" rIns="0" bIns="0" rtlCol="0"/>
            <a:lstStyle/>
            <a:p>
              <a:endParaRPr/>
            </a:p>
          </p:txBody>
        </p:sp>
        <p:pic>
          <p:nvPicPr>
            <p:cNvPr id="6" name="object 6"/>
            <p:cNvPicPr/>
            <p:nvPr/>
          </p:nvPicPr>
          <p:blipFill>
            <a:blip r:embed="rId3" cstate="print"/>
            <a:stretch>
              <a:fillRect/>
            </a:stretch>
          </p:blipFill>
          <p:spPr>
            <a:xfrm>
              <a:off x="5366004" y="3246120"/>
              <a:ext cx="1059167" cy="1586484"/>
            </a:xfrm>
            <a:prstGeom prst="rect">
              <a:avLst/>
            </a:prstGeom>
          </p:spPr>
        </p:pic>
        <p:sp>
          <p:nvSpPr>
            <p:cNvPr id="7" name="object 7"/>
            <p:cNvSpPr/>
            <p:nvPr/>
          </p:nvSpPr>
          <p:spPr>
            <a:xfrm>
              <a:off x="5419343" y="3261360"/>
              <a:ext cx="957580" cy="1484630"/>
            </a:xfrm>
            <a:custGeom>
              <a:avLst/>
              <a:gdLst/>
              <a:ahLst/>
              <a:cxnLst/>
              <a:rect l="l" t="t" r="r" b="b"/>
              <a:pathLst>
                <a:path w="957579" h="1484629">
                  <a:moveTo>
                    <a:pt x="957071" y="0"/>
                  </a:moveTo>
                  <a:lnTo>
                    <a:pt x="159511" y="0"/>
                  </a:lnTo>
                  <a:lnTo>
                    <a:pt x="109077" y="8127"/>
                  </a:lnTo>
                  <a:lnTo>
                    <a:pt x="65288" y="30764"/>
                  </a:lnTo>
                  <a:lnTo>
                    <a:pt x="30764" y="65288"/>
                  </a:lnTo>
                  <a:lnTo>
                    <a:pt x="8127" y="109077"/>
                  </a:lnTo>
                  <a:lnTo>
                    <a:pt x="0" y="159512"/>
                  </a:lnTo>
                  <a:lnTo>
                    <a:pt x="0" y="1484376"/>
                  </a:lnTo>
                  <a:lnTo>
                    <a:pt x="797559" y="1484376"/>
                  </a:lnTo>
                  <a:lnTo>
                    <a:pt x="847994" y="1476244"/>
                  </a:lnTo>
                  <a:lnTo>
                    <a:pt x="891783" y="1453600"/>
                  </a:lnTo>
                  <a:lnTo>
                    <a:pt x="926307" y="1419071"/>
                  </a:lnTo>
                  <a:lnTo>
                    <a:pt x="948943" y="1375283"/>
                  </a:lnTo>
                  <a:lnTo>
                    <a:pt x="957071" y="1324864"/>
                  </a:lnTo>
                  <a:lnTo>
                    <a:pt x="957071" y="0"/>
                  </a:lnTo>
                  <a:close/>
                </a:path>
              </a:pathLst>
            </a:custGeom>
            <a:solidFill>
              <a:srgbClr val="D6E2BA"/>
            </a:solidFill>
          </p:spPr>
          <p:txBody>
            <a:bodyPr wrap="square" lIns="0" tIns="0" rIns="0" bIns="0" rtlCol="0"/>
            <a:lstStyle/>
            <a:p>
              <a:endParaRPr/>
            </a:p>
          </p:txBody>
        </p:sp>
        <p:pic>
          <p:nvPicPr>
            <p:cNvPr id="8" name="object 8"/>
            <p:cNvPicPr/>
            <p:nvPr/>
          </p:nvPicPr>
          <p:blipFill>
            <a:blip r:embed="rId4" cstate="print"/>
            <a:stretch>
              <a:fillRect/>
            </a:stretch>
          </p:blipFill>
          <p:spPr>
            <a:xfrm>
              <a:off x="6422109" y="1392883"/>
              <a:ext cx="1039408" cy="1559130"/>
            </a:xfrm>
            <a:prstGeom prst="rect">
              <a:avLst/>
            </a:prstGeom>
          </p:spPr>
        </p:pic>
        <p:sp>
          <p:nvSpPr>
            <p:cNvPr id="9" name="object 9"/>
            <p:cNvSpPr/>
            <p:nvPr/>
          </p:nvSpPr>
          <p:spPr>
            <a:xfrm>
              <a:off x="6466331" y="1389888"/>
              <a:ext cx="955675" cy="1484630"/>
            </a:xfrm>
            <a:custGeom>
              <a:avLst/>
              <a:gdLst/>
              <a:ahLst/>
              <a:cxnLst/>
              <a:rect l="l" t="t" r="r" b="b"/>
              <a:pathLst>
                <a:path w="955675" h="1484630">
                  <a:moveTo>
                    <a:pt x="955547" y="0"/>
                  </a:moveTo>
                  <a:lnTo>
                    <a:pt x="159258" y="0"/>
                  </a:lnTo>
                  <a:lnTo>
                    <a:pt x="108898" y="8113"/>
                  </a:lnTo>
                  <a:lnTo>
                    <a:pt x="65178" y="30711"/>
                  </a:lnTo>
                  <a:lnTo>
                    <a:pt x="30711" y="65178"/>
                  </a:lnTo>
                  <a:lnTo>
                    <a:pt x="8113" y="108898"/>
                  </a:lnTo>
                  <a:lnTo>
                    <a:pt x="0" y="159258"/>
                  </a:lnTo>
                  <a:lnTo>
                    <a:pt x="0" y="1484376"/>
                  </a:lnTo>
                  <a:lnTo>
                    <a:pt x="796289" y="1484376"/>
                  </a:lnTo>
                  <a:lnTo>
                    <a:pt x="846649" y="1476262"/>
                  </a:lnTo>
                  <a:lnTo>
                    <a:pt x="890369" y="1453664"/>
                  </a:lnTo>
                  <a:lnTo>
                    <a:pt x="924836" y="1419197"/>
                  </a:lnTo>
                  <a:lnTo>
                    <a:pt x="947434" y="1375477"/>
                  </a:lnTo>
                  <a:lnTo>
                    <a:pt x="955547" y="1325118"/>
                  </a:lnTo>
                  <a:lnTo>
                    <a:pt x="955547" y="0"/>
                  </a:lnTo>
                  <a:close/>
                </a:path>
              </a:pathLst>
            </a:custGeom>
            <a:solidFill>
              <a:srgbClr val="D6E2BA"/>
            </a:solidFill>
          </p:spPr>
          <p:txBody>
            <a:bodyPr wrap="square" lIns="0" tIns="0" rIns="0" bIns="0" rtlCol="0"/>
            <a:lstStyle/>
            <a:p>
              <a:endParaRPr/>
            </a:p>
          </p:txBody>
        </p:sp>
        <p:pic>
          <p:nvPicPr>
            <p:cNvPr id="10" name="object 10"/>
            <p:cNvPicPr/>
            <p:nvPr/>
          </p:nvPicPr>
          <p:blipFill>
            <a:blip r:embed="rId4" cstate="print"/>
            <a:stretch>
              <a:fillRect/>
            </a:stretch>
          </p:blipFill>
          <p:spPr>
            <a:xfrm>
              <a:off x="5370549" y="1392883"/>
              <a:ext cx="1039408" cy="1559130"/>
            </a:xfrm>
            <a:prstGeom prst="rect">
              <a:avLst/>
            </a:prstGeom>
          </p:spPr>
        </p:pic>
        <p:sp>
          <p:nvSpPr>
            <p:cNvPr id="11" name="object 11"/>
            <p:cNvSpPr/>
            <p:nvPr/>
          </p:nvSpPr>
          <p:spPr>
            <a:xfrm>
              <a:off x="5414772" y="1389888"/>
              <a:ext cx="955675" cy="1484630"/>
            </a:xfrm>
            <a:custGeom>
              <a:avLst/>
              <a:gdLst/>
              <a:ahLst/>
              <a:cxnLst/>
              <a:rect l="l" t="t" r="r" b="b"/>
              <a:pathLst>
                <a:path w="955675" h="1484630">
                  <a:moveTo>
                    <a:pt x="955548" y="0"/>
                  </a:moveTo>
                  <a:lnTo>
                    <a:pt x="159257" y="0"/>
                  </a:lnTo>
                  <a:lnTo>
                    <a:pt x="108898" y="8113"/>
                  </a:lnTo>
                  <a:lnTo>
                    <a:pt x="65178" y="30711"/>
                  </a:lnTo>
                  <a:lnTo>
                    <a:pt x="30711" y="65178"/>
                  </a:lnTo>
                  <a:lnTo>
                    <a:pt x="8113" y="108898"/>
                  </a:lnTo>
                  <a:lnTo>
                    <a:pt x="0" y="159258"/>
                  </a:lnTo>
                  <a:lnTo>
                    <a:pt x="0" y="1484376"/>
                  </a:lnTo>
                  <a:lnTo>
                    <a:pt x="796289" y="1484376"/>
                  </a:lnTo>
                  <a:lnTo>
                    <a:pt x="846649" y="1476262"/>
                  </a:lnTo>
                  <a:lnTo>
                    <a:pt x="890369" y="1453664"/>
                  </a:lnTo>
                  <a:lnTo>
                    <a:pt x="924836" y="1419197"/>
                  </a:lnTo>
                  <a:lnTo>
                    <a:pt x="947434" y="1375477"/>
                  </a:lnTo>
                  <a:lnTo>
                    <a:pt x="955548" y="1325118"/>
                  </a:lnTo>
                  <a:lnTo>
                    <a:pt x="955548" y="0"/>
                  </a:lnTo>
                  <a:close/>
                </a:path>
              </a:pathLst>
            </a:custGeom>
            <a:solidFill>
              <a:srgbClr val="D6E2BA"/>
            </a:solidFill>
          </p:spPr>
          <p:txBody>
            <a:bodyPr wrap="square" lIns="0" tIns="0" rIns="0" bIns="0" rtlCol="0"/>
            <a:lstStyle/>
            <a:p>
              <a:endParaRPr/>
            </a:p>
          </p:txBody>
        </p:sp>
        <p:pic>
          <p:nvPicPr>
            <p:cNvPr id="12" name="object 12"/>
            <p:cNvPicPr/>
            <p:nvPr/>
          </p:nvPicPr>
          <p:blipFill>
            <a:blip r:embed="rId5" cstate="print"/>
            <a:stretch>
              <a:fillRect/>
            </a:stretch>
          </p:blipFill>
          <p:spPr>
            <a:xfrm>
              <a:off x="5574791" y="1591056"/>
              <a:ext cx="653796" cy="297179"/>
            </a:xfrm>
            <a:prstGeom prst="rect">
              <a:avLst/>
            </a:prstGeom>
          </p:spPr>
        </p:pic>
        <p:sp>
          <p:nvSpPr>
            <p:cNvPr id="13" name="object 13"/>
            <p:cNvSpPr/>
            <p:nvPr/>
          </p:nvSpPr>
          <p:spPr>
            <a:xfrm>
              <a:off x="5617464" y="1613916"/>
              <a:ext cx="573405" cy="216535"/>
            </a:xfrm>
            <a:custGeom>
              <a:avLst/>
              <a:gdLst/>
              <a:ahLst/>
              <a:cxnLst/>
              <a:rect l="l" t="t" r="r" b="b"/>
              <a:pathLst>
                <a:path w="573404" h="216535">
                  <a:moveTo>
                    <a:pt x="536956" y="0"/>
                  </a:moveTo>
                  <a:lnTo>
                    <a:pt x="36068" y="0"/>
                  </a:lnTo>
                  <a:lnTo>
                    <a:pt x="22020" y="2831"/>
                  </a:lnTo>
                  <a:lnTo>
                    <a:pt x="10556" y="10556"/>
                  </a:lnTo>
                  <a:lnTo>
                    <a:pt x="2831" y="22020"/>
                  </a:lnTo>
                  <a:lnTo>
                    <a:pt x="0" y="36068"/>
                  </a:lnTo>
                  <a:lnTo>
                    <a:pt x="0" y="180339"/>
                  </a:lnTo>
                  <a:lnTo>
                    <a:pt x="2831" y="194387"/>
                  </a:lnTo>
                  <a:lnTo>
                    <a:pt x="10556" y="205851"/>
                  </a:lnTo>
                  <a:lnTo>
                    <a:pt x="22020" y="213576"/>
                  </a:lnTo>
                  <a:lnTo>
                    <a:pt x="36068" y="216408"/>
                  </a:lnTo>
                  <a:lnTo>
                    <a:pt x="536956" y="216408"/>
                  </a:lnTo>
                  <a:lnTo>
                    <a:pt x="551003" y="213576"/>
                  </a:lnTo>
                  <a:lnTo>
                    <a:pt x="562467" y="205851"/>
                  </a:lnTo>
                  <a:lnTo>
                    <a:pt x="570192" y="194387"/>
                  </a:lnTo>
                  <a:lnTo>
                    <a:pt x="573024" y="180339"/>
                  </a:lnTo>
                  <a:lnTo>
                    <a:pt x="573024" y="36068"/>
                  </a:lnTo>
                  <a:lnTo>
                    <a:pt x="570192" y="22020"/>
                  </a:lnTo>
                  <a:lnTo>
                    <a:pt x="562467" y="10556"/>
                  </a:lnTo>
                  <a:lnTo>
                    <a:pt x="551003" y="2831"/>
                  </a:lnTo>
                  <a:lnTo>
                    <a:pt x="536956" y="0"/>
                  </a:lnTo>
                  <a:close/>
                </a:path>
              </a:pathLst>
            </a:custGeom>
            <a:solidFill>
              <a:srgbClr val="0D80B8"/>
            </a:solidFill>
          </p:spPr>
          <p:txBody>
            <a:bodyPr wrap="square" lIns="0" tIns="0" rIns="0" bIns="0" rtlCol="0"/>
            <a:lstStyle/>
            <a:p>
              <a:endParaRPr/>
            </a:p>
          </p:txBody>
        </p:sp>
        <p:pic>
          <p:nvPicPr>
            <p:cNvPr id="14" name="object 14"/>
            <p:cNvPicPr/>
            <p:nvPr/>
          </p:nvPicPr>
          <p:blipFill>
            <a:blip r:embed="rId6" cstate="print"/>
            <a:stretch>
              <a:fillRect/>
            </a:stretch>
          </p:blipFill>
          <p:spPr>
            <a:xfrm>
              <a:off x="5574791" y="2481046"/>
              <a:ext cx="653796" cy="295681"/>
            </a:xfrm>
            <a:prstGeom prst="rect">
              <a:avLst/>
            </a:prstGeom>
          </p:spPr>
        </p:pic>
        <p:sp>
          <p:nvSpPr>
            <p:cNvPr id="15" name="object 15"/>
            <p:cNvSpPr/>
            <p:nvPr/>
          </p:nvSpPr>
          <p:spPr>
            <a:xfrm>
              <a:off x="5617464" y="2503932"/>
              <a:ext cx="573405" cy="215265"/>
            </a:xfrm>
            <a:custGeom>
              <a:avLst/>
              <a:gdLst/>
              <a:ahLst/>
              <a:cxnLst/>
              <a:rect l="l" t="t" r="r" b="b"/>
              <a:pathLst>
                <a:path w="573404" h="215264">
                  <a:moveTo>
                    <a:pt x="537210" y="0"/>
                  </a:moveTo>
                  <a:lnTo>
                    <a:pt x="35813" y="0"/>
                  </a:lnTo>
                  <a:lnTo>
                    <a:pt x="21859" y="2809"/>
                  </a:lnTo>
                  <a:lnTo>
                    <a:pt x="10477" y="10477"/>
                  </a:lnTo>
                  <a:lnTo>
                    <a:pt x="2809" y="21859"/>
                  </a:lnTo>
                  <a:lnTo>
                    <a:pt x="0" y="35813"/>
                  </a:lnTo>
                  <a:lnTo>
                    <a:pt x="0" y="179069"/>
                  </a:lnTo>
                  <a:lnTo>
                    <a:pt x="2809" y="193024"/>
                  </a:lnTo>
                  <a:lnTo>
                    <a:pt x="10477" y="204406"/>
                  </a:lnTo>
                  <a:lnTo>
                    <a:pt x="21859" y="212074"/>
                  </a:lnTo>
                  <a:lnTo>
                    <a:pt x="35813" y="214884"/>
                  </a:lnTo>
                  <a:lnTo>
                    <a:pt x="537210" y="214884"/>
                  </a:lnTo>
                  <a:lnTo>
                    <a:pt x="551164" y="212074"/>
                  </a:lnTo>
                  <a:lnTo>
                    <a:pt x="562546" y="204406"/>
                  </a:lnTo>
                  <a:lnTo>
                    <a:pt x="570214" y="193024"/>
                  </a:lnTo>
                  <a:lnTo>
                    <a:pt x="573024" y="179069"/>
                  </a:lnTo>
                  <a:lnTo>
                    <a:pt x="573024" y="35813"/>
                  </a:lnTo>
                  <a:lnTo>
                    <a:pt x="570214" y="21859"/>
                  </a:lnTo>
                  <a:lnTo>
                    <a:pt x="562546" y="10477"/>
                  </a:lnTo>
                  <a:lnTo>
                    <a:pt x="551164" y="2809"/>
                  </a:lnTo>
                  <a:lnTo>
                    <a:pt x="537210" y="0"/>
                  </a:lnTo>
                  <a:close/>
                </a:path>
              </a:pathLst>
            </a:custGeom>
            <a:solidFill>
              <a:srgbClr val="0D80B8"/>
            </a:solidFill>
          </p:spPr>
          <p:txBody>
            <a:bodyPr wrap="square" lIns="0" tIns="0" rIns="0" bIns="0" rtlCol="0"/>
            <a:lstStyle/>
            <a:p>
              <a:endParaRPr/>
            </a:p>
          </p:txBody>
        </p:sp>
        <p:pic>
          <p:nvPicPr>
            <p:cNvPr id="16" name="object 16"/>
            <p:cNvPicPr/>
            <p:nvPr/>
          </p:nvPicPr>
          <p:blipFill>
            <a:blip r:embed="rId7" cstate="print"/>
            <a:stretch>
              <a:fillRect/>
            </a:stretch>
          </p:blipFill>
          <p:spPr>
            <a:xfrm>
              <a:off x="5574791" y="2007133"/>
              <a:ext cx="653796" cy="326110"/>
            </a:xfrm>
            <a:prstGeom prst="rect">
              <a:avLst/>
            </a:prstGeom>
          </p:spPr>
        </p:pic>
        <p:pic>
          <p:nvPicPr>
            <p:cNvPr id="17" name="object 17"/>
            <p:cNvPicPr/>
            <p:nvPr/>
          </p:nvPicPr>
          <p:blipFill>
            <a:blip r:embed="rId8" cstate="print"/>
            <a:stretch>
              <a:fillRect/>
            </a:stretch>
          </p:blipFill>
          <p:spPr>
            <a:xfrm>
              <a:off x="5626608" y="1994954"/>
              <a:ext cx="548678" cy="400773"/>
            </a:xfrm>
            <a:prstGeom prst="rect">
              <a:avLst/>
            </a:prstGeom>
          </p:spPr>
        </p:pic>
      </p:grpSp>
      <p:sp>
        <p:nvSpPr>
          <p:cNvPr id="18" name="object 18"/>
          <p:cNvSpPr txBox="1"/>
          <p:nvPr/>
        </p:nvSpPr>
        <p:spPr>
          <a:xfrm>
            <a:off x="5617464" y="2029967"/>
            <a:ext cx="573405" cy="245745"/>
          </a:xfrm>
          <a:prstGeom prst="rect">
            <a:avLst/>
          </a:prstGeom>
          <a:solidFill>
            <a:srgbClr val="F19C13"/>
          </a:solidFill>
        </p:spPr>
        <p:txBody>
          <a:bodyPr vert="horz" wrap="square" lIns="0" tIns="22225" rIns="0" bIns="0" rtlCol="0">
            <a:spAutoFit/>
          </a:bodyPr>
          <a:lstStyle/>
          <a:p>
            <a:pPr marL="144145">
              <a:lnSpc>
                <a:spcPct val="100000"/>
              </a:lnSpc>
              <a:spcBef>
                <a:spcPts val="175"/>
              </a:spcBef>
            </a:pPr>
            <a:r>
              <a:rPr sz="1200" dirty="0">
                <a:solidFill>
                  <a:srgbClr val="252525"/>
                </a:solidFill>
                <a:latin typeface="Calibri"/>
                <a:cs typeface="Calibri"/>
              </a:rPr>
              <a:t>Map</a:t>
            </a:r>
            <a:endParaRPr sz="1200">
              <a:latin typeface="Calibri"/>
              <a:cs typeface="Calibri"/>
            </a:endParaRPr>
          </a:p>
        </p:txBody>
      </p:sp>
      <p:grpSp>
        <p:nvGrpSpPr>
          <p:cNvPr id="19" name="object 19"/>
          <p:cNvGrpSpPr/>
          <p:nvPr/>
        </p:nvGrpSpPr>
        <p:grpSpPr>
          <a:xfrm>
            <a:off x="5865876" y="1591055"/>
            <a:ext cx="1297305" cy="1186180"/>
            <a:chOff x="5865876" y="1591055"/>
            <a:chExt cx="1297305" cy="1186180"/>
          </a:xfrm>
        </p:grpSpPr>
        <p:pic>
          <p:nvPicPr>
            <p:cNvPr id="20" name="object 20"/>
            <p:cNvPicPr/>
            <p:nvPr/>
          </p:nvPicPr>
          <p:blipFill>
            <a:blip r:embed="rId9" cstate="print"/>
            <a:stretch>
              <a:fillRect/>
            </a:stretch>
          </p:blipFill>
          <p:spPr>
            <a:xfrm>
              <a:off x="5868289" y="1830069"/>
              <a:ext cx="76200" cy="200278"/>
            </a:xfrm>
            <a:prstGeom prst="rect">
              <a:avLst/>
            </a:prstGeom>
          </p:spPr>
        </p:pic>
        <p:pic>
          <p:nvPicPr>
            <p:cNvPr id="21" name="object 21"/>
            <p:cNvPicPr/>
            <p:nvPr/>
          </p:nvPicPr>
          <p:blipFill>
            <a:blip r:embed="rId10" cstate="print"/>
            <a:stretch>
              <a:fillRect/>
            </a:stretch>
          </p:blipFill>
          <p:spPr>
            <a:xfrm>
              <a:off x="5865876" y="2287523"/>
              <a:ext cx="76200" cy="187325"/>
            </a:xfrm>
            <a:prstGeom prst="rect">
              <a:avLst/>
            </a:prstGeom>
          </p:spPr>
        </p:pic>
        <p:pic>
          <p:nvPicPr>
            <p:cNvPr id="22" name="object 22"/>
            <p:cNvPicPr/>
            <p:nvPr/>
          </p:nvPicPr>
          <p:blipFill>
            <a:blip r:embed="rId5" cstate="print"/>
            <a:stretch>
              <a:fillRect/>
            </a:stretch>
          </p:blipFill>
          <p:spPr>
            <a:xfrm>
              <a:off x="6509004" y="1591055"/>
              <a:ext cx="653796" cy="297179"/>
            </a:xfrm>
            <a:prstGeom prst="rect">
              <a:avLst/>
            </a:prstGeom>
          </p:spPr>
        </p:pic>
        <p:sp>
          <p:nvSpPr>
            <p:cNvPr id="23" name="object 23"/>
            <p:cNvSpPr/>
            <p:nvPr/>
          </p:nvSpPr>
          <p:spPr>
            <a:xfrm>
              <a:off x="6551676" y="1613915"/>
              <a:ext cx="573405" cy="216535"/>
            </a:xfrm>
            <a:custGeom>
              <a:avLst/>
              <a:gdLst/>
              <a:ahLst/>
              <a:cxnLst/>
              <a:rect l="l" t="t" r="r" b="b"/>
              <a:pathLst>
                <a:path w="573404" h="216535">
                  <a:moveTo>
                    <a:pt x="536955" y="0"/>
                  </a:moveTo>
                  <a:lnTo>
                    <a:pt x="36068" y="0"/>
                  </a:lnTo>
                  <a:lnTo>
                    <a:pt x="22020" y="2831"/>
                  </a:lnTo>
                  <a:lnTo>
                    <a:pt x="10556" y="10556"/>
                  </a:lnTo>
                  <a:lnTo>
                    <a:pt x="2831" y="22020"/>
                  </a:lnTo>
                  <a:lnTo>
                    <a:pt x="0" y="36068"/>
                  </a:lnTo>
                  <a:lnTo>
                    <a:pt x="0" y="180339"/>
                  </a:lnTo>
                  <a:lnTo>
                    <a:pt x="2831" y="194387"/>
                  </a:lnTo>
                  <a:lnTo>
                    <a:pt x="10556" y="205851"/>
                  </a:lnTo>
                  <a:lnTo>
                    <a:pt x="22020" y="213576"/>
                  </a:lnTo>
                  <a:lnTo>
                    <a:pt x="36068" y="216408"/>
                  </a:lnTo>
                  <a:lnTo>
                    <a:pt x="536955" y="216408"/>
                  </a:lnTo>
                  <a:lnTo>
                    <a:pt x="551003" y="213576"/>
                  </a:lnTo>
                  <a:lnTo>
                    <a:pt x="562467" y="205851"/>
                  </a:lnTo>
                  <a:lnTo>
                    <a:pt x="570192" y="194387"/>
                  </a:lnTo>
                  <a:lnTo>
                    <a:pt x="573024" y="180339"/>
                  </a:lnTo>
                  <a:lnTo>
                    <a:pt x="573024" y="36068"/>
                  </a:lnTo>
                  <a:lnTo>
                    <a:pt x="570192" y="22020"/>
                  </a:lnTo>
                  <a:lnTo>
                    <a:pt x="562467" y="10556"/>
                  </a:lnTo>
                  <a:lnTo>
                    <a:pt x="551003" y="2831"/>
                  </a:lnTo>
                  <a:lnTo>
                    <a:pt x="536955" y="0"/>
                  </a:lnTo>
                  <a:close/>
                </a:path>
              </a:pathLst>
            </a:custGeom>
            <a:solidFill>
              <a:srgbClr val="0D80B8"/>
            </a:solidFill>
          </p:spPr>
          <p:txBody>
            <a:bodyPr wrap="square" lIns="0" tIns="0" rIns="0" bIns="0" rtlCol="0"/>
            <a:lstStyle/>
            <a:p>
              <a:endParaRPr/>
            </a:p>
          </p:txBody>
        </p:sp>
        <p:pic>
          <p:nvPicPr>
            <p:cNvPr id="24" name="object 24"/>
            <p:cNvPicPr/>
            <p:nvPr/>
          </p:nvPicPr>
          <p:blipFill>
            <a:blip r:embed="rId6" cstate="print"/>
            <a:stretch>
              <a:fillRect/>
            </a:stretch>
          </p:blipFill>
          <p:spPr>
            <a:xfrm>
              <a:off x="6509004" y="2481046"/>
              <a:ext cx="653796" cy="295681"/>
            </a:xfrm>
            <a:prstGeom prst="rect">
              <a:avLst/>
            </a:prstGeom>
          </p:spPr>
        </p:pic>
        <p:sp>
          <p:nvSpPr>
            <p:cNvPr id="25" name="object 25"/>
            <p:cNvSpPr/>
            <p:nvPr/>
          </p:nvSpPr>
          <p:spPr>
            <a:xfrm>
              <a:off x="6551676" y="2503931"/>
              <a:ext cx="573405" cy="215265"/>
            </a:xfrm>
            <a:custGeom>
              <a:avLst/>
              <a:gdLst/>
              <a:ahLst/>
              <a:cxnLst/>
              <a:rect l="l" t="t" r="r" b="b"/>
              <a:pathLst>
                <a:path w="573404" h="215264">
                  <a:moveTo>
                    <a:pt x="537209" y="0"/>
                  </a:moveTo>
                  <a:lnTo>
                    <a:pt x="35814" y="0"/>
                  </a:lnTo>
                  <a:lnTo>
                    <a:pt x="21859" y="2809"/>
                  </a:lnTo>
                  <a:lnTo>
                    <a:pt x="10477" y="10477"/>
                  </a:lnTo>
                  <a:lnTo>
                    <a:pt x="2809" y="21859"/>
                  </a:lnTo>
                  <a:lnTo>
                    <a:pt x="0" y="35813"/>
                  </a:lnTo>
                  <a:lnTo>
                    <a:pt x="0" y="179069"/>
                  </a:lnTo>
                  <a:lnTo>
                    <a:pt x="2809" y="193024"/>
                  </a:lnTo>
                  <a:lnTo>
                    <a:pt x="10477" y="204406"/>
                  </a:lnTo>
                  <a:lnTo>
                    <a:pt x="21859" y="212074"/>
                  </a:lnTo>
                  <a:lnTo>
                    <a:pt x="35814" y="214884"/>
                  </a:lnTo>
                  <a:lnTo>
                    <a:pt x="537209" y="214884"/>
                  </a:lnTo>
                  <a:lnTo>
                    <a:pt x="551164" y="212074"/>
                  </a:lnTo>
                  <a:lnTo>
                    <a:pt x="562546" y="204406"/>
                  </a:lnTo>
                  <a:lnTo>
                    <a:pt x="570214" y="193024"/>
                  </a:lnTo>
                  <a:lnTo>
                    <a:pt x="573024" y="179069"/>
                  </a:lnTo>
                  <a:lnTo>
                    <a:pt x="573024" y="35813"/>
                  </a:lnTo>
                  <a:lnTo>
                    <a:pt x="570214" y="21859"/>
                  </a:lnTo>
                  <a:lnTo>
                    <a:pt x="562546" y="10477"/>
                  </a:lnTo>
                  <a:lnTo>
                    <a:pt x="551164" y="2809"/>
                  </a:lnTo>
                  <a:lnTo>
                    <a:pt x="537209" y="0"/>
                  </a:lnTo>
                  <a:close/>
                </a:path>
              </a:pathLst>
            </a:custGeom>
            <a:solidFill>
              <a:srgbClr val="0D80B8"/>
            </a:solidFill>
          </p:spPr>
          <p:txBody>
            <a:bodyPr wrap="square" lIns="0" tIns="0" rIns="0" bIns="0" rtlCol="0"/>
            <a:lstStyle/>
            <a:p>
              <a:endParaRPr/>
            </a:p>
          </p:txBody>
        </p:sp>
        <p:pic>
          <p:nvPicPr>
            <p:cNvPr id="26" name="object 26"/>
            <p:cNvPicPr/>
            <p:nvPr/>
          </p:nvPicPr>
          <p:blipFill>
            <a:blip r:embed="rId7" cstate="print"/>
            <a:stretch>
              <a:fillRect/>
            </a:stretch>
          </p:blipFill>
          <p:spPr>
            <a:xfrm>
              <a:off x="6509004" y="2007133"/>
              <a:ext cx="653796" cy="326110"/>
            </a:xfrm>
            <a:prstGeom prst="rect">
              <a:avLst/>
            </a:prstGeom>
          </p:spPr>
        </p:pic>
        <p:pic>
          <p:nvPicPr>
            <p:cNvPr id="27" name="object 27"/>
            <p:cNvPicPr/>
            <p:nvPr/>
          </p:nvPicPr>
          <p:blipFill>
            <a:blip r:embed="rId11" cstate="print"/>
            <a:stretch>
              <a:fillRect/>
            </a:stretch>
          </p:blipFill>
          <p:spPr>
            <a:xfrm>
              <a:off x="6562344" y="1994954"/>
              <a:ext cx="548678" cy="400773"/>
            </a:xfrm>
            <a:prstGeom prst="rect">
              <a:avLst/>
            </a:prstGeom>
          </p:spPr>
        </p:pic>
      </p:grpSp>
      <p:sp>
        <p:nvSpPr>
          <p:cNvPr id="28" name="object 28"/>
          <p:cNvSpPr txBox="1"/>
          <p:nvPr/>
        </p:nvSpPr>
        <p:spPr>
          <a:xfrm>
            <a:off x="6551676" y="2029967"/>
            <a:ext cx="573405" cy="245745"/>
          </a:xfrm>
          <a:prstGeom prst="rect">
            <a:avLst/>
          </a:prstGeom>
          <a:solidFill>
            <a:srgbClr val="F19C13"/>
          </a:solidFill>
        </p:spPr>
        <p:txBody>
          <a:bodyPr vert="horz" wrap="square" lIns="0" tIns="22225" rIns="0" bIns="0" rtlCol="0">
            <a:spAutoFit/>
          </a:bodyPr>
          <a:lstStyle/>
          <a:p>
            <a:pPr marL="145415">
              <a:lnSpc>
                <a:spcPct val="100000"/>
              </a:lnSpc>
              <a:spcBef>
                <a:spcPts val="175"/>
              </a:spcBef>
            </a:pPr>
            <a:r>
              <a:rPr sz="1200" dirty="0">
                <a:solidFill>
                  <a:srgbClr val="252525"/>
                </a:solidFill>
                <a:latin typeface="Calibri"/>
                <a:cs typeface="Calibri"/>
              </a:rPr>
              <a:t>Map</a:t>
            </a:r>
            <a:endParaRPr sz="1200">
              <a:latin typeface="Calibri"/>
              <a:cs typeface="Calibri"/>
            </a:endParaRPr>
          </a:p>
        </p:txBody>
      </p:sp>
      <p:grpSp>
        <p:nvGrpSpPr>
          <p:cNvPr id="29" name="object 29"/>
          <p:cNvGrpSpPr/>
          <p:nvPr/>
        </p:nvGrpSpPr>
        <p:grpSpPr>
          <a:xfrm>
            <a:off x="5483352" y="844308"/>
            <a:ext cx="1792605" cy="2933700"/>
            <a:chOff x="5483352" y="844308"/>
            <a:chExt cx="1792605" cy="2933700"/>
          </a:xfrm>
        </p:grpSpPr>
        <p:pic>
          <p:nvPicPr>
            <p:cNvPr id="30" name="object 30"/>
            <p:cNvPicPr/>
            <p:nvPr/>
          </p:nvPicPr>
          <p:blipFill>
            <a:blip r:embed="rId9" cstate="print"/>
            <a:stretch>
              <a:fillRect/>
            </a:stretch>
          </p:blipFill>
          <p:spPr>
            <a:xfrm>
              <a:off x="6804025" y="1830070"/>
              <a:ext cx="76200" cy="200278"/>
            </a:xfrm>
            <a:prstGeom prst="rect">
              <a:avLst/>
            </a:prstGeom>
          </p:spPr>
        </p:pic>
        <p:pic>
          <p:nvPicPr>
            <p:cNvPr id="31" name="object 31"/>
            <p:cNvPicPr/>
            <p:nvPr/>
          </p:nvPicPr>
          <p:blipFill>
            <a:blip r:embed="rId10" cstate="print"/>
            <a:stretch>
              <a:fillRect/>
            </a:stretch>
          </p:blipFill>
          <p:spPr>
            <a:xfrm>
              <a:off x="6801612" y="2287524"/>
              <a:ext cx="76200" cy="187325"/>
            </a:xfrm>
            <a:prstGeom prst="rect">
              <a:avLst/>
            </a:prstGeom>
          </p:spPr>
        </p:pic>
        <p:sp>
          <p:nvSpPr>
            <p:cNvPr id="32" name="object 32"/>
            <p:cNvSpPr/>
            <p:nvPr/>
          </p:nvSpPr>
          <p:spPr>
            <a:xfrm>
              <a:off x="5484495" y="994790"/>
              <a:ext cx="1783080" cy="2783205"/>
            </a:xfrm>
            <a:custGeom>
              <a:avLst/>
              <a:gdLst/>
              <a:ahLst/>
              <a:cxnLst/>
              <a:rect l="l" t="t" r="r" b="b"/>
              <a:pathLst>
                <a:path w="1783079" h="2783204">
                  <a:moveTo>
                    <a:pt x="397002" y="2780030"/>
                  </a:moveTo>
                  <a:lnTo>
                    <a:pt x="387375" y="2734310"/>
                  </a:lnTo>
                  <a:lnTo>
                    <a:pt x="379476" y="2696718"/>
                  </a:lnTo>
                  <a:lnTo>
                    <a:pt x="354634" y="2716441"/>
                  </a:lnTo>
                  <a:lnTo>
                    <a:pt x="9906" y="2282444"/>
                  </a:lnTo>
                  <a:lnTo>
                    <a:pt x="0" y="2290318"/>
                  </a:lnTo>
                  <a:lnTo>
                    <a:pt x="344639" y="2724366"/>
                  </a:lnTo>
                  <a:lnTo>
                    <a:pt x="319786" y="2744089"/>
                  </a:lnTo>
                  <a:lnTo>
                    <a:pt x="397002" y="2780030"/>
                  </a:lnTo>
                  <a:close/>
                </a:path>
                <a:path w="1783079" h="2783204">
                  <a:moveTo>
                    <a:pt x="902335" y="6858"/>
                  </a:moveTo>
                  <a:lnTo>
                    <a:pt x="891667" y="0"/>
                  </a:lnTo>
                  <a:lnTo>
                    <a:pt x="539127" y="548627"/>
                  </a:lnTo>
                  <a:lnTo>
                    <a:pt x="512445" y="531495"/>
                  </a:lnTo>
                  <a:lnTo>
                    <a:pt x="503301" y="616204"/>
                  </a:lnTo>
                  <a:lnTo>
                    <a:pt x="576580" y="572643"/>
                  </a:lnTo>
                  <a:lnTo>
                    <a:pt x="566483" y="566166"/>
                  </a:lnTo>
                  <a:lnTo>
                    <a:pt x="549795" y="555472"/>
                  </a:lnTo>
                  <a:lnTo>
                    <a:pt x="902335" y="6858"/>
                  </a:lnTo>
                  <a:close/>
                </a:path>
                <a:path w="1783079" h="2783204">
                  <a:moveTo>
                    <a:pt x="1392555" y="2704211"/>
                  </a:moveTo>
                  <a:lnTo>
                    <a:pt x="1364361" y="2704211"/>
                  </a:lnTo>
                  <a:lnTo>
                    <a:pt x="1364361" y="1724787"/>
                  </a:lnTo>
                  <a:lnTo>
                    <a:pt x="1355432" y="1724787"/>
                  </a:lnTo>
                  <a:lnTo>
                    <a:pt x="1349883" y="1719834"/>
                  </a:lnTo>
                  <a:lnTo>
                    <a:pt x="1345476" y="1724787"/>
                  </a:lnTo>
                  <a:lnTo>
                    <a:pt x="1344549" y="1724787"/>
                  </a:lnTo>
                  <a:lnTo>
                    <a:pt x="1344549" y="1725853"/>
                  </a:lnTo>
                  <a:lnTo>
                    <a:pt x="880681" y="2248585"/>
                  </a:lnTo>
                  <a:lnTo>
                    <a:pt x="872185" y="2238781"/>
                  </a:lnTo>
                  <a:lnTo>
                    <a:pt x="872185" y="2258161"/>
                  </a:lnTo>
                  <a:lnTo>
                    <a:pt x="463715" y="2718473"/>
                  </a:lnTo>
                  <a:lnTo>
                    <a:pt x="443738" y="2700769"/>
                  </a:lnTo>
                  <a:lnTo>
                    <a:pt x="444373" y="2699512"/>
                  </a:lnTo>
                  <a:lnTo>
                    <a:pt x="450723" y="2686812"/>
                  </a:lnTo>
                  <a:lnTo>
                    <a:pt x="422529" y="2686812"/>
                  </a:lnTo>
                  <a:lnTo>
                    <a:pt x="422529" y="1739074"/>
                  </a:lnTo>
                  <a:lnTo>
                    <a:pt x="872185" y="2258161"/>
                  </a:lnTo>
                  <a:lnTo>
                    <a:pt x="872185" y="2238781"/>
                  </a:lnTo>
                  <a:lnTo>
                    <a:pt x="422783" y="1719834"/>
                  </a:lnTo>
                  <a:lnTo>
                    <a:pt x="417068" y="1724787"/>
                  </a:lnTo>
                  <a:lnTo>
                    <a:pt x="402717" y="1724787"/>
                  </a:lnTo>
                  <a:lnTo>
                    <a:pt x="402717" y="2686812"/>
                  </a:lnTo>
                  <a:lnTo>
                    <a:pt x="374523" y="2686812"/>
                  </a:lnTo>
                  <a:lnTo>
                    <a:pt x="379476" y="2696718"/>
                  </a:lnTo>
                  <a:lnTo>
                    <a:pt x="412623" y="2763012"/>
                  </a:lnTo>
                  <a:lnTo>
                    <a:pt x="433844" y="2720568"/>
                  </a:lnTo>
                  <a:lnTo>
                    <a:pt x="417957" y="2779649"/>
                  </a:lnTo>
                  <a:lnTo>
                    <a:pt x="497078" y="2748026"/>
                  </a:lnTo>
                  <a:lnTo>
                    <a:pt x="484035" y="2736469"/>
                  </a:lnTo>
                  <a:lnTo>
                    <a:pt x="473278" y="2726944"/>
                  </a:lnTo>
                  <a:lnTo>
                    <a:pt x="880567" y="2267839"/>
                  </a:lnTo>
                  <a:lnTo>
                    <a:pt x="1277670" y="2726232"/>
                  </a:lnTo>
                  <a:lnTo>
                    <a:pt x="1253617" y="2747010"/>
                  </a:lnTo>
                  <a:lnTo>
                    <a:pt x="1332357" y="2779649"/>
                  </a:lnTo>
                  <a:lnTo>
                    <a:pt x="1321142" y="2735834"/>
                  </a:lnTo>
                  <a:lnTo>
                    <a:pt x="1311275" y="2697226"/>
                  </a:lnTo>
                  <a:lnTo>
                    <a:pt x="1287221" y="2718003"/>
                  </a:lnTo>
                  <a:lnTo>
                    <a:pt x="889063" y="2258263"/>
                  </a:lnTo>
                  <a:lnTo>
                    <a:pt x="1344549" y="1744827"/>
                  </a:lnTo>
                  <a:lnTo>
                    <a:pt x="1344549" y="2704211"/>
                  </a:lnTo>
                  <a:lnTo>
                    <a:pt x="1316355" y="2704211"/>
                  </a:lnTo>
                  <a:lnTo>
                    <a:pt x="1354455" y="2780411"/>
                  </a:lnTo>
                  <a:lnTo>
                    <a:pt x="1386205" y="2716911"/>
                  </a:lnTo>
                  <a:lnTo>
                    <a:pt x="1392555" y="2704211"/>
                  </a:lnTo>
                  <a:close/>
                </a:path>
                <a:path w="1783079" h="2783204">
                  <a:moveTo>
                    <a:pt x="1782826" y="2264283"/>
                  </a:moveTo>
                  <a:lnTo>
                    <a:pt x="1772793" y="2256663"/>
                  </a:lnTo>
                  <a:lnTo>
                    <a:pt x="1426337" y="2718066"/>
                  </a:lnTo>
                  <a:lnTo>
                    <a:pt x="1400937" y="2699004"/>
                  </a:lnTo>
                  <a:lnTo>
                    <a:pt x="1385697" y="2782697"/>
                  </a:lnTo>
                  <a:lnTo>
                    <a:pt x="1461897" y="2744724"/>
                  </a:lnTo>
                  <a:lnTo>
                    <a:pt x="1450035" y="2735834"/>
                  </a:lnTo>
                  <a:lnTo>
                    <a:pt x="1436497" y="2725686"/>
                  </a:lnTo>
                  <a:lnTo>
                    <a:pt x="1782826" y="2264283"/>
                  </a:lnTo>
                  <a:close/>
                </a:path>
              </a:pathLst>
            </a:custGeom>
            <a:solidFill>
              <a:srgbClr val="5F5F5F"/>
            </a:solidFill>
          </p:spPr>
          <p:txBody>
            <a:bodyPr wrap="square" lIns="0" tIns="0" rIns="0" bIns="0" rtlCol="0"/>
            <a:lstStyle/>
            <a:p>
              <a:endParaRPr/>
            </a:p>
          </p:txBody>
        </p:sp>
        <p:sp>
          <p:nvSpPr>
            <p:cNvPr id="33" name="object 33"/>
            <p:cNvSpPr/>
            <p:nvPr/>
          </p:nvSpPr>
          <p:spPr>
            <a:xfrm>
              <a:off x="5489448" y="2714244"/>
              <a:ext cx="1780539" cy="567055"/>
            </a:xfrm>
            <a:custGeom>
              <a:avLst/>
              <a:gdLst/>
              <a:ahLst/>
              <a:cxnLst/>
              <a:rect l="l" t="t" r="r" b="b"/>
              <a:pathLst>
                <a:path w="1780540" h="567054">
                  <a:moveTo>
                    <a:pt x="0" y="566547"/>
                  </a:moveTo>
                  <a:lnTo>
                    <a:pt x="412750" y="4572"/>
                  </a:lnTo>
                </a:path>
                <a:path w="1780540" h="567054">
                  <a:moveTo>
                    <a:pt x="1780285" y="541274"/>
                  </a:moveTo>
                  <a:lnTo>
                    <a:pt x="1356359" y="0"/>
                  </a:lnTo>
                </a:path>
              </a:pathLst>
            </a:custGeom>
            <a:ln w="12192">
              <a:solidFill>
                <a:srgbClr val="5F5F5F"/>
              </a:solidFill>
              <a:prstDash val="sysDash"/>
            </a:ln>
          </p:spPr>
          <p:txBody>
            <a:bodyPr wrap="square" lIns="0" tIns="0" rIns="0" bIns="0" rtlCol="0"/>
            <a:lstStyle/>
            <a:p>
              <a:endParaRPr/>
            </a:p>
          </p:txBody>
        </p:sp>
        <p:sp>
          <p:nvSpPr>
            <p:cNvPr id="34" name="object 34"/>
            <p:cNvSpPr/>
            <p:nvPr/>
          </p:nvSpPr>
          <p:spPr>
            <a:xfrm>
              <a:off x="6340602" y="999363"/>
              <a:ext cx="399415" cy="616585"/>
            </a:xfrm>
            <a:custGeom>
              <a:avLst/>
              <a:gdLst/>
              <a:ahLst/>
              <a:cxnLst/>
              <a:rect l="l" t="t" r="r" b="b"/>
              <a:pathLst>
                <a:path w="399415" h="616585">
                  <a:moveTo>
                    <a:pt x="352532" y="555463"/>
                  </a:moveTo>
                  <a:lnTo>
                    <a:pt x="325754" y="572642"/>
                  </a:lnTo>
                  <a:lnTo>
                    <a:pt x="399033" y="616203"/>
                  </a:lnTo>
                  <a:lnTo>
                    <a:pt x="393632" y="566165"/>
                  </a:lnTo>
                  <a:lnTo>
                    <a:pt x="359409" y="566165"/>
                  </a:lnTo>
                  <a:lnTo>
                    <a:pt x="352532" y="555463"/>
                  </a:lnTo>
                  <a:close/>
                </a:path>
                <a:path w="399415" h="616585">
                  <a:moveTo>
                    <a:pt x="363206" y="548614"/>
                  </a:moveTo>
                  <a:lnTo>
                    <a:pt x="352532" y="555463"/>
                  </a:lnTo>
                  <a:lnTo>
                    <a:pt x="359409" y="566165"/>
                  </a:lnTo>
                  <a:lnTo>
                    <a:pt x="370077" y="559308"/>
                  </a:lnTo>
                  <a:lnTo>
                    <a:pt x="363206" y="548614"/>
                  </a:lnTo>
                  <a:close/>
                </a:path>
                <a:path w="399415" h="616585">
                  <a:moveTo>
                    <a:pt x="389890" y="531495"/>
                  </a:moveTo>
                  <a:lnTo>
                    <a:pt x="363206" y="548614"/>
                  </a:lnTo>
                  <a:lnTo>
                    <a:pt x="370077" y="559308"/>
                  </a:lnTo>
                  <a:lnTo>
                    <a:pt x="359409" y="566165"/>
                  </a:lnTo>
                  <a:lnTo>
                    <a:pt x="393632" y="566165"/>
                  </a:lnTo>
                  <a:lnTo>
                    <a:pt x="389890" y="531495"/>
                  </a:lnTo>
                  <a:close/>
                </a:path>
                <a:path w="399415" h="616585">
                  <a:moveTo>
                    <a:pt x="10668" y="0"/>
                  </a:moveTo>
                  <a:lnTo>
                    <a:pt x="0" y="6858"/>
                  </a:lnTo>
                  <a:lnTo>
                    <a:pt x="352532" y="555463"/>
                  </a:lnTo>
                  <a:lnTo>
                    <a:pt x="363206" y="548614"/>
                  </a:lnTo>
                  <a:lnTo>
                    <a:pt x="10668" y="0"/>
                  </a:lnTo>
                  <a:close/>
                </a:path>
              </a:pathLst>
            </a:custGeom>
            <a:solidFill>
              <a:srgbClr val="5F5F5F"/>
            </a:solidFill>
          </p:spPr>
          <p:txBody>
            <a:bodyPr wrap="square" lIns="0" tIns="0" rIns="0" bIns="0" rtlCol="0"/>
            <a:lstStyle/>
            <a:p>
              <a:endParaRPr/>
            </a:p>
          </p:txBody>
        </p:sp>
        <p:pic>
          <p:nvPicPr>
            <p:cNvPr id="35" name="object 35"/>
            <p:cNvPicPr/>
            <p:nvPr/>
          </p:nvPicPr>
          <p:blipFill>
            <a:blip r:embed="rId12" cstate="print"/>
            <a:stretch>
              <a:fillRect/>
            </a:stretch>
          </p:blipFill>
          <p:spPr>
            <a:xfrm>
              <a:off x="5571744" y="858050"/>
              <a:ext cx="1530096" cy="373341"/>
            </a:xfrm>
            <a:prstGeom prst="rect">
              <a:avLst/>
            </a:prstGeom>
          </p:spPr>
        </p:pic>
        <p:pic>
          <p:nvPicPr>
            <p:cNvPr id="36" name="object 36"/>
            <p:cNvPicPr/>
            <p:nvPr/>
          </p:nvPicPr>
          <p:blipFill>
            <a:blip r:embed="rId13" cstate="print"/>
            <a:stretch>
              <a:fillRect/>
            </a:stretch>
          </p:blipFill>
          <p:spPr>
            <a:xfrm>
              <a:off x="5754624" y="844308"/>
              <a:ext cx="1159751" cy="454139"/>
            </a:xfrm>
            <a:prstGeom prst="rect">
              <a:avLst/>
            </a:prstGeom>
          </p:spPr>
        </p:pic>
        <p:sp>
          <p:nvSpPr>
            <p:cNvPr id="37" name="object 37"/>
            <p:cNvSpPr/>
            <p:nvPr/>
          </p:nvSpPr>
          <p:spPr>
            <a:xfrm>
              <a:off x="5614416" y="880872"/>
              <a:ext cx="1449705" cy="292735"/>
            </a:xfrm>
            <a:custGeom>
              <a:avLst/>
              <a:gdLst/>
              <a:ahLst/>
              <a:cxnLst/>
              <a:rect l="l" t="t" r="r" b="b"/>
              <a:pathLst>
                <a:path w="1449704" h="292734">
                  <a:moveTo>
                    <a:pt x="1400556" y="0"/>
                  </a:moveTo>
                  <a:lnTo>
                    <a:pt x="48768" y="0"/>
                  </a:lnTo>
                  <a:lnTo>
                    <a:pt x="29789" y="3833"/>
                  </a:lnTo>
                  <a:lnTo>
                    <a:pt x="14287" y="14287"/>
                  </a:lnTo>
                  <a:lnTo>
                    <a:pt x="3833" y="29789"/>
                  </a:lnTo>
                  <a:lnTo>
                    <a:pt x="0" y="48767"/>
                  </a:lnTo>
                  <a:lnTo>
                    <a:pt x="0" y="243839"/>
                  </a:lnTo>
                  <a:lnTo>
                    <a:pt x="3833" y="262818"/>
                  </a:lnTo>
                  <a:lnTo>
                    <a:pt x="14287" y="278320"/>
                  </a:lnTo>
                  <a:lnTo>
                    <a:pt x="29789" y="288774"/>
                  </a:lnTo>
                  <a:lnTo>
                    <a:pt x="48768" y="292607"/>
                  </a:lnTo>
                  <a:lnTo>
                    <a:pt x="1400556" y="292607"/>
                  </a:lnTo>
                  <a:lnTo>
                    <a:pt x="1419534" y="288774"/>
                  </a:lnTo>
                  <a:lnTo>
                    <a:pt x="1435036" y="278320"/>
                  </a:lnTo>
                  <a:lnTo>
                    <a:pt x="1445490" y="262818"/>
                  </a:lnTo>
                  <a:lnTo>
                    <a:pt x="1449324" y="243839"/>
                  </a:lnTo>
                  <a:lnTo>
                    <a:pt x="1449324" y="48767"/>
                  </a:lnTo>
                  <a:lnTo>
                    <a:pt x="1445490" y="29789"/>
                  </a:lnTo>
                  <a:lnTo>
                    <a:pt x="1435036" y="14287"/>
                  </a:lnTo>
                  <a:lnTo>
                    <a:pt x="1419534" y="3833"/>
                  </a:lnTo>
                  <a:lnTo>
                    <a:pt x="1400556" y="0"/>
                  </a:lnTo>
                  <a:close/>
                </a:path>
              </a:pathLst>
            </a:custGeom>
            <a:solidFill>
              <a:srgbClr val="9CB955"/>
            </a:solidFill>
          </p:spPr>
          <p:txBody>
            <a:bodyPr wrap="square" lIns="0" tIns="0" rIns="0" bIns="0" rtlCol="0"/>
            <a:lstStyle/>
            <a:p>
              <a:endParaRPr/>
            </a:p>
          </p:txBody>
        </p:sp>
      </p:grpSp>
      <p:sp>
        <p:nvSpPr>
          <p:cNvPr id="38" name="object 38"/>
          <p:cNvSpPr txBox="1"/>
          <p:nvPr/>
        </p:nvSpPr>
        <p:spPr>
          <a:xfrm>
            <a:off x="5892800" y="895857"/>
            <a:ext cx="890905" cy="239395"/>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252525"/>
                </a:solidFill>
                <a:latin typeface="Calibri"/>
                <a:cs typeface="Calibri"/>
              </a:rPr>
              <a:t>INPUT</a:t>
            </a:r>
            <a:r>
              <a:rPr sz="1400" spc="-65" dirty="0">
                <a:solidFill>
                  <a:srgbClr val="252525"/>
                </a:solidFill>
                <a:latin typeface="Calibri"/>
                <a:cs typeface="Calibri"/>
              </a:rPr>
              <a:t> </a:t>
            </a:r>
            <a:r>
              <a:rPr sz="1400" spc="-60" dirty="0">
                <a:solidFill>
                  <a:srgbClr val="252525"/>
                </a:solidFill>
                <a:latin typeface="Calibri"/>
                <a:cs typeface="Calibri"/>
              </a:rPr>
              <a:t>DATA</a:t>
            </a:r>
            <a:endParaRPr sz="1400">
              <a:latin typeface="Calibri"/>
              <a:cs typeface="Calibri"/>
            </a:endParaRPr>
          </a:p>
        </p:txBody>
      </p:sp>
      <p:sp>
        <p:nvSpPr>
          <p:cNvPr id="45" name="object 45"/>
          <p:cNvSpPr txBox="1"/>
          <p:nvPr/>
        </p:nvSpPr>
        <p:spPr>
          <a:xfrm>
            <a:off x="5461761" y="4539488"/>
            <a:ext cx="473075" cy="177800"/>
          </a:xfrm>
          <a:prstGeom prst="rect">
            <a:avLst/>
          </a:prstGeom>
        </p:spPr>
        <p:txBody>
          <a:bodyPr vert="horz" wrap="square" lIns="0" tIns="0" rIns="0" bIns="0" rtlCol="0">
            <a:spAutoFit/>
          </a:bodyPr>
          <a:lstStyle/>
          <a:p>
            <a:pPr marL="12700">
              <a:lnSpc>
                <a:spcPts val="1240"/>
              </a:lnSpc>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1</a:t>
            </a:r>
            <a:endParaRPr sz="1200">
              <a:latin typeface="Calibri"/>
              <a:cs typeface="Calibri"/>
            </a:endParaRPr>
          </a:p>
        </p:txBody>
      </p:sp>
      <p:sp>
        <p:nvSpPr>
          <p:cNvPr id="46" name="object 46"/>
          <p:cNvSpPr txBox="1"/>
          <p:nvPr/>
        </p:nvSpPr>
        <p:spPr>
          <a:xfrm>
            <a:off x="6538341" y="4539488"/>
            <a:ext cx="473075" cy="177800"/>
          </a:xfrm>
          <a:prstGeom prst="rect">
            <a:avLst/>
          </a:prstGeom>
        </p:spPr>
        <p:txBody>
          <a:bodyPr vert="horz" wrap="square" lIns="0" tIns="0" rIns="0" bIns="0" rtlCol="0">
            <a:spAutoFit/>
          </a:bodyPr>
          <a:lstStyle/>
          <a:p>
            <a:pPr marL="12700">
              <a:lnSpc>
                <a:spcPts val="1240"/>
              </a:lnSpc>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2</a:t>
            </a:r>
            <a:endParaRPr sz="1200">
              <a:latin typeface="Calibri"/>
              <a:cs typeface="Calibri"/>
            </a:endParaRPr>
          </a:p>
        </p:txBody>
      </p:sp>
      <p:sp>
        <p:nvSpPr>
          <p:cNvPr id="47" name="object 47"/>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39" name="object 39"/>
          <p:cNvSpPr txBox="1"/>
          <p:nvPr/>
        </p:nvSpPr>
        <p:spPr>
          <a:xfrm>
            <a:off x="397256" y="1626870"/>
            <a:ext cx="2363470" cy="208279"/>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dirty="0">
                <a:solidFill>
                  <a:srgbClr val="252525"/>
                </a:solidFill>
                <a:latin typeface="Calibri"/>
                <a:cs typeface="Calibri"/>
              </a:rPr>
              <a:t>Input</a:t>
            </a:r>
            <a:r>
              <a:rPr sz="1200" spc="-55" dirty="0">
                <a:solidFill>
                  <a:srgbClr val="252525"/>
                </a:solidFill>
                <a:latin typeface="Calibri"/>
                <a:cs typeface="Calibri"/>
              </a:rPr>
              <a:t> </a:t>
            </a:r>
            <a:r>
              <a:rPr sz="1200" spc="-10" dirty="0">
                <a:solidFill>
                  <a:srgbClr val="252525"/>
                </a:solidFill>
                <a:latin typeface="Calibri"/>
                <a:cs typeface="Calibri"/>
              </a:rPr>
              <a:t>data</a:t>
            </a:r>
            <a:r>
              <a:rPr sz="1200" spc="-20" dirty="0">
                <a:solidFill>
                  <a:srgbClr val="252525"/>
                </a:solidFill>
                <a:latin typeface="Calibri"/>
                <a:cs typeface="Calibri"/>
              </a:rPr>
              <a:t> </a:t>
            </a:r>
            <a:r>
              <a:rPr sz="1200" dirty="0">
                <a:solidFill>
                  <a:srgbClr val="252525"/>
                </a:solidFill>
                <a:latin typeface="Calibri"/>
                <a:cs typeface="Calibri"/>
              </a:rPr>
              <a:t>is</a:t>
            </a:r>
            <a:r>
              <a:rPr sz="1200" spc="-15" dirty="0">
                <a:solidFill>
                  <a:srgbClr val="252525"/>
                </a:solidFill>
                <a:latin typeface="Calibri"/>
                <a:cs typeface="Calibri"/>
              </a:rPr>
              <a:t> </a:t>
            </a:r>
            <a:r>
              <a:rPr sz="1200" spc="-5" dirty="0">
                <a:solidFill>
                  <a:srgbClr val="252525"/>
                </a:solidFill>
                <a:latin typeface="Calibri"/>
                <a:cs typeface="Calibri"/>
              </a:rPr>
              <a:t>distributed</a:t>
            </a:r>
            <a:r>
              <a:rPr sz="1200" spc="-50" dirty="0">
                <a:solidFill>
                  <a:srgbClr val="252525"/>
                </a:solidFill>
                <a:latin typeface="Calibri"/>
                <a:cs typeface="Calibri"/>
              </a:rPr>
              <a:t> </a:t>
            </a:r>
            <a:r>
              <a:rPr sz="1200" spc="-5" dirty="0">
                <a:solidFill>
                  <a:srgbClr val="252525"/>
                </a:solidFill>
                <a:latin typeface="Calibri"/>
                <a:cs typeface="Calibri"/>
              </a:rPr>
              <a:t>to</a:t>
            </a:r>
            <a:r>
              <a:rPr sz="1200" spc="-10" dirty="0">
                <a:solidFill>
                  <a:srgbClr val="252525"/>
                </a:solidFill>
                <a:latin typeface="Calibri"/>
                <a:cs typeface="Calibri"/>
              </a:rPr>
              <a:t> </a:t>
            </a:r>
            <a:r>
              <a:rPr sz="1200" dirty="0">
                <a:solidFill>
                  <a:srgbClr val="252525"/>
                </a:solidFill>
                <a:latin typeface="Calibri"/>
                <a:cs typeface="Calibri"/>
              </a:rPr>
              <a:t>nodes</a:t>
            </a:r>
            <a:endParaRPr sz="1200">
              <a:latin typeface="Calibri"/>
              <a:cs typeface="Calibri"/>
            </a:endParaRPr>
          </a:p>
        </p:txBody>
      </p:sp>
      <p:sp>
        <p:nvSpPr>
          <p:cNvPr id="40" name="object 40"/>
          <p:cNvSpPr txBox="1"/>
          <p:nvPr/>
        </p:nvSpPr>
        <p:spPr>
          <a:xfrm>
            <a:off x="397256" y="1992629"/>
            <a:ext cx="2802255" cy="208279"/>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spc="-10" dirty="0">
                <a:solidFill>
                  <a:srgbClr val="252525"/>
                </a:solidFill>
                <a:latin typeface="Calibri"/>
                <a:cs typeface="Calibri"/>
              </a:rPr>
              <a:t>Each</a:t>
            </a:r>
            <a:r>
              <a:rPr sz="1200" dirty="0">
                <a:solidFill>
                  <a:srgbClr val="252525"/>
                </a:solidFill>
                <a:latin typeface="Calibri"/>
                <a:cs typeface="Calibri"/>
              </a:rPr>
              <a:t> map</a:t>
            </a:r>
            <a:r>
              <a:rPr sz="1200" spc="-5" dirty="0">
                <a:solidFill>
                  <a:srgbClr val="252525"/>
                </a:solidFill>
                <a:latin typeface="Calibri"/>
                <a:cs typeface="Calibri"/>
              </a:rPr>
              <a:t> task</a:t>
            </a:r>
            <a:r>
              <a:rPr sz="1200" spc="-10" dirty="0">
                <a:solidFill>
                  <a:srgbClr val="252525"/>
                </a:solidFill>
                <a:latin typeface="Calibri"/>
                <a:cs typeface="Calibri"/>
              </a:rPr>
              <a:t> works</a:t>
            </a:r>
            <a:r>
              <a:rPr sz="1200" spc="20" dirty="0">
                <a:solidFill>
                  <a:srgbClr val="252525"/>
                </a:solidFill>
                <a:latin typeface="Calibri"/>
                <a:cs typeface="Calibri"/>
              </a:rPr>
              <a:t> </a:t>
            </a:r>
            <a:r>
              <a:rPr sz="1200" spc="-5" dirty="0">
                <a:solidFill>
                  <a:srgbClr val="252525"/>
                </a:solidFill>
                <a:latin typeface="Calibri"/>
                <a:cs typeface="Calibri"/>
              </a:rPr>
              <a:t>on </a:t>
            </a:r>
            <a:r>
              <a:rPr sz="1200" dirty="0">
                <a:solidFill>
                  <a:srgbClr val="252525"/>
                </a:solidFill>
                <a:latin typeface="Calibri"/>
                <a:cs typeface="Calibri"/>
              </a:rPr>
              <a:t>a “split”</a:t>
            </a:r>
            <a:r>
              <a:rPr sz="1200" spc="-15" dirty="0">
                <a:solidFill>
                  <a:srgbClr val="252525"/>
                </a:solidFill>
                <a:latin typeface="Calibri"/>
                <a:cs typeface="Calibri"/>
              </a:rPr>
              <a:t> </a:t>
            </a:r>
            <a:r>
              <a:rPr sz="1200" spc="-5" dirty="0">
                <a:solidFill>
                  <a:srgbClr val="252525"/>
                </a:solidFill>
                <a:latin typeface="Calibri"/>
                <a:cs typeface="Calibri"/>
              </a:rPr>
              <a:t>of </a:t>
            </a:r>
            <a:r>
              <a:rPr sz="1200" spc="-10" dirty="0">
                <a:solidFill>
                  <a:srgbClr val="252525"/>
                </a:solidFill>
                <a:latin typeface="Calibri"/>
                <a:cs typeface="Calibri"/>
              </a:rPr>
              <a:t>data</a:t>
            </a:r>
            <a:endParaRPr sz="1200">
              <a:latin typeface="Calibri"/>
              <a:cs typeface="Calibri"/>
            </a:endParaRPr>
          </a:p>
        </p:txBody>
      </p:sp>
      <p:sp>
        <p:nvSpPr>
          <p:cNvPr id="41" name="object 41"/>
          <p:cNvSpPr txBox="1"/>
          <p:nvPr/>
        </p:nvSpPr>
        <p:spPr>
          <a:xfrm>
            <a:off x="397256" y="2358644"/>
            <a:ext cx="4371340" cy="939800"/>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dirty="0">
                <a:solidFill>
                  <a:srgbClr val="252525"/>
                </a:solidFill>
                <a:latin typeface="Calibri"/>
                <a:cs typeface="Calibri"/>
              </a:rPr>
              <a:t>Mapper</a:t>
            </a:r>
            <a:r>
              <a:rPr sz="1200" spc="-40" dirty="0">
                <a:solidFill>
                  <a:srgbClr val="252525"/>
                </a:solidFill>
                <a:latin typeface="Calibri"/>
                <a:cs typeface="Calibri"/>
              </a:rPr>
              <a:t> </a:t>
            </a:r>
            <a:r>
              <a:rPr sz="1200" spc="-5" dirty="0">
                <a:solidFill>
                  <a:srgbClr val="252525"/>
                </a:solidFill>
                <a:latin typeface="Calibri"/>
                <a:cs typeface="Calibri"/>
              </a:rPr>
              <a:t>outputs</a:t>
            </a:r>
            <a:r>
              <a:rPr sz="1200" spc="-45" dirty="0">
                <a:solidFill>
                  <a:srgbClr val="252525"/>
                </a:solidFill>
                <a:latin typeface="Calibri"/>
                <a:cs typeface="Calibri"/>
              </a:rPr>
              <a:t> </a:t>
            </a:r>
            <a:r>
              <a:rPr sz="1200" spc="-5" dirty="0">
                <a:solidFill>
                  <a:srgbClr val="252525"/>
                </a:solidFill>
                <a:latin typeface="Calibri"/>
                <a:cs typeface="Calibri"/>
              </a:rPr>
              <a:t>intermediate</a:t>
            </a:r>
            <a:r>
              <a:rPr sz="1200" spc="-45" dirty="0">
                <a:solidFill>
                  <a:srgbClr val="252525"/>
                </a:solidFill>
                <a:latin typeface="Calibri"/>
                <a:cs typeface="Calibri"/>
              </a:rPr>
              <a:t> </a:t>
            </a:r>
            <a:r>
              <a:rPr sz="1200" spc="-10" dirty="0">
                <a:solidFill>
                  <a:srgbClr val="252525"/>
                </a:solidFill>
                <a:latin typeface="Calibri"/>
                <a:cs typeface="Calibri"/>
              </a:rPr>
              <a:t>data</a:t>
            </a:r>
            <a:endParaRPr sz="1200">
              <a:latin typeface="Calibri"/>
              <a:cs typeface="Calibri"/>
            </a:endParaRPr>
          </a:p>
          <a:p>
            <a:pPr>
              <a:lnSpc>
                <a:spcPct val="100000"/>
              </a:lnSpc>
              <a:spcBef>
                <a:spcPts val="35"/>
              </a:spcBef>
              <a:buClr>
                <a:srgbClr val="252525"/>
              </a:buClr>
              <a:buFont typeface="Wingdings"/>
              <a:buChar char=""/>
            </a:pPr>
            <a:endParaRPr sz="1150">
              <a:latin typeface="Calibri"/>
              <a:cs typeface="Calibri"/>
            </a:endParaRPr>
          </a:p>
          <a:p>
            <a:pPr marL="299085" marR="5080" indent="-287020" algn="just">
              <a:lnSpc>
                <a:spcPct val="100000"/>
              </a:lnSpc>
              <a:buFont typeface="Wingdings"/>
              <a:buChar char=""/>
              <a:tabLst>
                <a:tab pos="299720" algn="l"/>
              </a:tabLst>
            </a:pPr>
            <a:r>
              <a:rPr sz="1200" spc="-10" dirty="0">
                <a:solidFill>
                  <a:srgbClr val="252525"/>
                </a:solidFill>
                <a:latin typeface="Calibri"/>
                <a:cs typeface="Calibri"/>
              </a:rPr>
              <a:t>Data </a:t>
            </a:r>
            <a:r>
              <a:rPr sz="1200" spc="-5" dirty="0">
                <a:solidFill>
                  <a:srgbClr val="252525"/>
                </a:solidFill>
                <a:latin typeface="Calibri"/>
                <a:cs typeface="Calibri"/>
              </a:rPr>
              <a:t>will </a:t>
            </a:r>
            <a:r>
              <a:rPr sz="1200" dirty="0">
                <a:solidFill>
                  <a:srgbClr val="252525"/>
                </a:solidFill>
                <a:latin typeface="Calibri"/>
                <a:cs typeface="Calibri"/>
              </a:rPr>
              <a:t>be </a:t>
            </a:r>
            <a:r>
              <a:rPr sz="1200" spc="-5" dirty="0">
                <a:solidFill>
                  <a:srgbClr val="252525"/>
                </a:solidFill>
                <a:latin typeface="Calibri"/>
                <a:cs typeface="Calibri"/>
              </a:rPr>
              <a:t>copied </a:t>
            </a:r>
            <a:r>
              <a:rPr sz="1200" dirty="0">
                <a:solidFill>
                  <a:srgbClr val="252525"/>
                </a:solidFill>
                <a:latin typeface="Calibri"/>
                <a:cs typeface="Calibri"/>
              </a:rPr>
              <a:t>by the </a:t>
            </a:r>
            <a:r>
              <a:rPr sz="1200" spc="-5" dirty="0">
                <a:solidFill>
                  <a:srgbClr val="252525"/>
                </a:solidFill>
                <a:latin typeface="Calibri"/>
                <a:cs typeface="Calibri"/>
              </a:rPr>
              <a:t>reducer </a:t>
            </a:r>
            <a:r>
              <a:rPr sz="1200" spc="-10" dirty="0">
                <a:solidFill>
                  <a:srgbClr val="252525"/>
                </a:solidFill>
                <a:latin typeface="Calibri"/>
                <a:cs typeface="Calibri"/>
              </a:rPr>
              <a:t>processor </a:t>
            </a:r>
            <a:r>
              <a:rPr sz="1200" spc="-5" dirty="0">
                <a:solidFill>
                  <a:srgbClr val="252525"/>
                </a:solidFill>
                <a:latin typeface="Calibri"/>
                <a:cs typeface="Calibri"/>
              </a:rPr>
              <a:t>once </a:t>
            </a:r>
            <a:r>
              <a:rPr sz="1200" dirty="0">
                <a:solidFill>
                  <a:srgbClr val="252525"/>
                </a:solidFill>
                <a:latin typeface="Calibri"/>
                <a:cs typeface="Calibri"/>
              </a:rPr>
              <a:t>it identifies the </a:t>
            </a:r>
            <a:r>
              <a:rPr sz="1200" spc="-260" dirty="0">
                <a:solidFill>
                  <a:srgbClr val="252525"/>
                </a:solidFill>
                <a:latin typeface="Calibri"/>
                <a:cs typeface="Calibri"/>
              </a:rPr>
              <a:t> </a:t>
            </a:r>
            <a:r>
              <a:rPr sz="1200" spc="-5" dirty="0">
                <a:solidFill>
                  <a:srgbClr val="252525"/>
                </a:solidFill>
                <a:latin typeface="Calibri"/>
                <a:cs typeface="Calibri"/>
              </a:rPr>
              <a:t>respective task using application master </a:t>
            </a:r>
            <a:r>
              <a:rPr sz="1200" spc="-10" dirty="0">
                <a:solidFill>
                  <a:srgbClr val="252525"/>
                </a:solidFill>
                <a:latin typeface="Calibri"/>
                <a:cs typeface="Calibri"/>
              </a:rPr>
              <a:t>for </a:t>
            </a:r>
            <a:r>
              <a:rPr sz="1200" dirty="0">
                <a:solidFill>
                  <a:srgbClr val="252525"/>
                </a:solidFill>
                <a:latin typeface="Calibri"/>
                <a:cs typeface="Calibri"/>
              </a:rPr>
              <a:t>all </a:t>
            </a:r>
            <a:r>
              <a:rPr sz="1200" spc="-10" dirty="0">
                <a:solidFill>
                  <a:srgbClr val="252525"/>
                </a:solidFill>
                <a:latin typeface="Calibri"/>
                <a:cs typeface="Calibri"/>
              </a:rPr>
              <a:t>data </a:t>
            </a:r>
            <a:r>
              <a:rPr sz="1200" dirty="0">
                <a:solidFill>
                  <a:srgbClr val="252525"/>
                </a:solidFill>
                <a:latin typeface="Calibri"/>
                <a:cs typeface="Calibri"/>
              </a:rPr>
              <a:t>the </a:t>
            </a:r>
            <a:r>
              <a:rPr sz="1200" spc="-5" dirty="0">
                <a:solidFill>
                  <a:srgbClr val="252525"/>
                </a:solidFill>
                <a:latin typeface="Calibri"/>
                <a:cs typeface="Calibri"/>
              </a:rPr>
              <a:t>reducer </a:t>
            </a:r>
            <a:r>
              <a:rPr sz="1200" dirty="0">
                <a:solidFill>
                  <a:srgbClr val="252525"/>
                </a:solidFill>
                <a:latin typeface="Calibri"/>
                <a:cs typeface="Calibri"/>
              </a:rPr>
              <a:t>is </a:t>
            </a:r>
            <a:r>
              <a:rPr sz="1200" spc="-260" dirty="0">
                <a:solidFill>
                  <a:srgbClr val="252525"/>
                </a:solidFill>
                <a:latin typeface="Calibri"/>
                <a:cs typeface="Calibri"/>
              </a:rPr>
              <a:t> </a:t>
            </a:r>
            <a:r>
              <a:rPr sz="1200" spc="-5" dirty="0">
                <a:solidFill>
                  <a:srgbClr val="252525"/>
                </a:solidFill>
                <a:latin typeface="Calibri"/>
                <a:cs typeface="Calibri"/>
              </a:rPr>
              <a:t>responsible</a:t>
            </a:r>
            <a:r>
              <a:rPr sz="1200" spc="-35" dirty="0">
                <a:solidFill>
                  <a:srgbClr val="252525"/>
                </a:solidFill>
                <a:latin typeface="Calibri"/>
                <a:cs typeface="Calibri"/>
              </a:rPr>
              <a:t> </a:t>
            </a:r>
            <a:r>
              <a:rPr sz="1200" spc="-10" dirty="0">
                <a:solidFill>
                  <a:srgbClr val="252525"/>
                </a:solidFill>
                <a:latin typeface="Calibri"/>
                <a:cs typeface="Calibri"/>
              </a:rPr>
              <a:t>for</a:t>
            </a:r>
            <a:endParaRPr sz="1200">
              <a:latin typeface="Calibri"/>
              <a:cs typeface="Calibri"/>
            </a:endParaRPr>
          </a:p>
        </p:txBody>
      </p:sp>
      <p:sp>
        <p:nvSpPr>
          <p:cNvPr id="42" name="object 42"/>
          <p:cNvSpPr txBox="1">
            <a:spLocks noGrp="1"/>
          </p:cNvSpPr>
          <p:nvPr>
            <p:ph type="title"/>
          </p:nvPr>
        </p:nvSpPr>
        <p:spPr>
          <a:xfrm>
            <a:off x="471017" y="324053"/>
            <a:ext cx="4917440"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MapReduce</a:t>
            </a:r>
            <a:r>
              <a:rPr spc="15" dirty="0">
                <a:solidFill>
                  <a:srgbClr val="095A82"/>
                </a:solidFill>
              </a:rPr>
              <a:t> </a:t>
            </a:r>
            <a:r>
              <a:rPr spc="-5" dirty="0">
                <a:solidFill>
                  <a:srgbClr val="095A82"/>
                </a:solidFill>
              </a:rPr>
              <a:t>Job</a:t>
            </a:r>
            <a:r>
              <a:rPr spc="-35" dirty="0">
                <a:solidFill>
                  <a:srgbClr val="095A82"/>
                </a:solidFill>
              </a:rPr>
              <a:t> </a:t>
            </a:r>
            <a:r>
              <a:rPr spc="-5" dirty="0">
                <a:solidFill>
                  <a:srgbClr val="095A82"/>
                </a:solidFill>
              </a:rPr>
              <a:t>Submission</a:t>
            </a:r>
            <a:r>
              <a:rPr spc="-20" dirty="0">
                <a:solidFill>
                  <a:srgbClr val="095A82"/>
                </a:solidFill>
              </a:rPr>
              <a:t> </a:t>
            </a:r>
            <a:r>
              <a:rPr spc="-5" dirty="0">
                <a:solidFill>
                  <a:srgbClr val="095A82"/>
                </a:solidFill>
              </a:rPr>
              <a:t>Flow</a:t>
            </a:r>
          </a:p>
        </p:txBody>
      </p:sp>
      <p:sp>
        <p:nvSpPr>
          <p:cNvPr id="43" name="object 43"/>
          <p:cNvSpPr txBox="1"/>
          <p:nvPr/>
        </p:nvSpPr>
        <p:spPr>
          <a:xfrm>
            <a:off x="5520054" y="1392682"/>
            <a:ext cx="4730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1</a:t>
            </a:r>
            <a:endParaRPr sz="1200">
              <a:latin typeface="Calibri"/>
              <a:cs typeface="Calibri"/>
            </a:endParaRPr>
          </a:p>
        </p:txBody>
      </p:sp>
      <p:sp>
        <p:nvSpPr>
          <p:cNvPr id="44" name="object 44"/>
          <p:cNvSpPr txBox="1"/>
          <p:nvPr/>
        </p:nvSpPr>
        <p:spPr>
          <a:xfrm>
            <a:off x="6744081" y="1392682"/>
            <a:ext cx="4730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2</a:t>
            </a:r>
            <a:endParaRPr sz="1200">
              <a:latin typeface="Calibri"/>
              <a:cs typeface="Calibri"/>
            </a:endParaRPr>
          </a:p>
        </p:txBody>
      </p:sp>
      <p:sp>
        <p:nvSpPr>
          <p:cNvPr id="48" name="object 3">
            <a:extLst>
              <a:ext uri="{FF2B5EF4-FFF2-40B4-BE49-F238E27FC236}">
                <a16:creationId xmlns:a16="http://schemas.microsoft.com/office/drawing/2014/main" id="{5FF1AF53-1E1E-E735-2E7C-DF1544A37189}"/>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49" name="Rectangle 48">
            <a:extLst>
              <a:ext uri="{FF2B5EF4-FFF2-40B4-BE49-F238E27FC236}">
                <a16:creationId xmlns:a16="http://schemas.microsoft.com/office/drawing/2014/main" id="{AD56ACB6-C037-30F2-63B8-EA3037F2CC37}"/>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130603026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2501" y="844169"/>
            <a:ext cx="8239759" cy="3988435"/>
            <a:chOff x="452501" y="844169"/>
            <a:chExt cx="8239759" cy="3988435"/>
          </a:xfrm>
        </p:grpSpPr>
        <p:sp>
          <p:nvSpPr>
            <p:cNvPr id="3" name="object 3"/>
            <p:cNvSpPr/>
            <p:nvPr/>
          </p:nvSpPr>
          <p:spPr>
            <a:xfrm>
              <a:off x="467106"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pic>
          <p:nvPicPr>
            <p:cNvPr id="4" name="object 4"/>
            <p:cNvPicPr/>
            <p:nvPr/>
          </p:nvPicPr>
          <p:blipFill>
            <a:blip r:embed="rId2" cstate="print"/>
            <a:stretch>
              <a:fillRect/>
            </a:stretch>
          </p:blipFill>
          <p:spPr>
            <a:xfrm>
              <a:off x="6412991" y="3246120"/>
              <a:ext cx="1057643" cy="1586484"/>
            </a:xfrm>
            <a:prstGeom prst="rect">
              <a:avLst/>
            </a:prstGeom>
          </p:spPr>
        </p:pic>
        <p:sp>
          <p:nvSpPr>
            <p:cNvPr id="5" name="object 5"/>
            <p:cNvSpPr/>
            <p:nvPr/>
          </p:nvSpPr>
          <p:spPr>
            <a:xfrm>
              <a:off x="6466331" y="3261360"/>
              <a:ext cx="955675" cy="1484630"/>
            </a:xfrm>
            <a:custGeom>
              <a:avLst/>
              <a:gdLst/>
              <a:ahLst/>
              <a:cxnLst/>
              <a:rect l="l" t="t" r="r" b="b"/>
              <a:pathLst>
                <a:path w="955675" h="1484629">
                  <a:moveTo>
                    <a:pt x="955547" y="0"/>
                  </a:moveTo>
                  <a:lnTo>
                    <a:pt x="159258" y="0"/>
                  </a:lnTo>
                  <a:lnTo>
                    <a:pt x="108898" y="8113"/>
                  </a:lnTo>
                  <a:lnTo>
                    <a:pt x="65178" y="30711"/>
                  </a:lnTo>
                  <a:lnTo>
                    <a:pt x="30711" y="65178"/>
                  </a:lnTo>
                  <a:lnTo>
                    <a:pt x="8113" y="108898"/>
                  </a:lnTo>
                  <a:lnTo>
                    <a:pt x="0" y="159257"/>
                  </a:lnTo>
                  <a:lnTo>
                    <a:pt x="0" y="1484376"/>
                  </a:lnTo>
                  <a:lnTo>
                    <a:pt x="796289" y="1484376"/>
                  </a:lnTo>
                  <a:lnTo>
                    <a:pt x="846649" y="1476257"/>
                  </a:lnTo>
                  <a:lnTo>
                    <a:pt x="890369" y="1453649"/>
                  </a:lnTo>
                  <a:lnTo>
                    <a:pt x="924836" y="1419175"/>
                  </a:lnTo>
                  <a:lnTo>
                    <a:pt x="947434" y="1375457"/>
                  </a:lnTo>
                  <a:lnTo>
                    <a:pt x="955547" y="1325117"/>
                  </a:lnTo>
                  <a:lnTo>
                    <a:pt x="955547" y="0"/>
                  </a:lnTo>
                  <a:close/>
                </a:path>
              </a:pathLst>
            </a:custGeom>
            <a:solidFill>
              <a:srgbClr val="D6E2BA"/>
            </a:solidFill>
          </p:spPr>
          <p:txBody>
            <a:bodyPr wrap="square" lIns="0" tIns="0" rIns="0" bIns="0" rtlCol="0"/>
            <a:lstStyle/>
            <a:p>
              <a:endParaRPr/>
            </a:p>
          </p:txBody>
        </p:sp>
        <p:pic>
          <p:nvPicPr>
            <p:cNvPr id="6" name="object 6"/>
            <p:cNvPicPr/>
            <p:nvPr/>
          </p:nvPicPr>
          <p:blipFill>
            <a:blip r:embed="rId3" cstate="print"/>
            <a:stretch>
              <a:fillRect/>
            </a:stretch>
          </p:blipFill>
          <p:spPr>
            <a:xfrm>
              <a:off x="5366004" y="3246120"/>
              <a:ext cx="1059167" cy="1586484"/>
            </a:xfrm>
            <a:prstGeom prst="rect">
              <a:avLst/>
            </a:prstGeom>
          </p:spPr>
        </p:pic>
        <p:sp>
          <p:nvSpPr>
            <p:cNvPr id="7" name="object 7"/>
            <p:cNvSpPr/>
            <p:nvPr/>
          </p:nvSpPr>
          <p:spPr>
            <a:xfrm>
              <a:off x="5419343" y="3261360"/>
              <a:ext cx="957580" cy="1484630"/>
            </a:xfrm>
            <a:custGeom>
              <a:avLst/>
              <a:gdLst/>
              <a:ahLst/>
              <a:cxnLst/>
              <a:rect l="l" t="t" r="r" b="b"/>
              <a:pathLst>
                <a:path w="957579" h="1484629">
                  <a:moveTo>
                    <a:pt x="957071" y="0"/>
                  </a:moveTo>
                  <a:lnTo>
                    <a:pt x="159511" y="0"/>
                  </a:lnTo>
                  <a:lnTo>
                    <a:pt x="109077" y="8127"/>
                  </a:lnTo>
                  <a:lnTo>
                    <a:pt x="65288" y="30764"/>
                  </a:lnTo>
                  <a:lnTo>
                    <a:pt x="30764" y="65288"/>
                  </a:lnTo>
                  <a:lnTo>
                    <a:pt x="8127" y="109077"/>
                  </a:lnTo>
                  <a:lnTo>
                    <a:pt x="0" y="159512"/>
                  </a:lnTo>
                  <a:lnTo>
                    <a:pt x="0" y="1484376"/>
                  </a:lnTo>
                  <a:lnTo>
                    <a:pt x="797559" y="1484376"/>
                  </a:lnTo>
                  <a:lnTo>
                    <a:pt x="847994" y="1476244"/>
                  </a:lnTo>
                  <a:lnTo>
                    <a:pt x="891783" y="1453600"/>
                  </a:lnTo>
                  <a:lnTo>
                    <a:pt x="926307" y="1419071"/>
                  </a:lnTo>
                  <a:lnTo>
                    <a:pt x="948943" y="1375283"/>
                  </a:lnTo>
                  <a:lnTo>
                    <a:pt x="957071" y="1324864"/>
                  </a:lnTo>
                  <a:lnTo>
                    <a:pt x="957071" y="0"/>
                  </a:lnTo>
                  <a:close/>
                </a:path>
              </a:pathLst>
            </a:custGeom>
            <a:solidFill>
              <a:srgbClr val="D6E2BA"/>
            </a:solidFill>
          </p:spPr>
          <p:txBody>
            <a:bodyPr wrap="square" lIns="0" tIns="0" rIns="0" bIns="0" rtlCol="0"/>
            <a:lstStyle/>
            <a:p>
              <a:endParaRPr/>
            </a:p>
          </p:txBody>
        </p:sp>
        <p:pic>
          <p:nvPicPr>
            <p:cNvPr id="8" name="object 8"/>
            <p:cNvPicPr/>
            <p:nvPr/>
          </p:nvPicPr>
          <p:blipFill>
            <a:blip r:embed="rId4" cstate="print"/>
            <a:stretch>
              <a:fillRect/>
            </a:stretch>
          </p:blipFill>
          <p:spPr>
            <a:xfrm>
              <a:off x="6422109" y="1392883"/>
              <a:ext cx="1039408" cy="1559130"/>
            </a:xfrm>
            <a:prstGeom prst="rect">
              <a:avLst/>
            </a:prstGeom>
          </p:spPr>
        </p:pic>
        <p:sp>
          <p:nvSpPr>
            <p:cNvPr id="9" name="object 9"/>
            <p:cNvSpPr/>
            <p:nvPr/>
          </p:nvSpPr>
          <p:spPr>
            <a:xfrm>
              <a:off x="6466331" y="1389888"/>
              <a:ext cx="955675" cy="1484630"/>
            </a:xfrm>
            <a:custGeom>
              <a:avLst/>
              <a:gdLst/>
              <a:ahLst/>
              <a:cxnLst/>
              <a:rect l="l" t="t" r="r" b="b"/>
              <a:pathLst>
                <a:path w="955675" h="1484630">
                  <a:moveTo>
                    <a:pt x="955547" y="0"/>
                  </a:moveTo>
                  <a:lnTo>
                    <a:pt x="159258" y="0"/>
                  </a:lnTo>
                  <a:lnTo>
                    <a:pt x="108898" y="8113"/>
                  </a:lnTo>
                  <a:lnTo>
                    <a:pt x="65178" y="30711"/>
                  </a:lnTo>
                  <a:lnTo>
                    <a:pt x="30711" y="65178"/>
                  </a:lnTo>
                  <a:lnTo>
                    <a:pt x="8113" y="108898"/>
                  </a:lnTo>
                  <a:lnTo>
                    <a:pt x="0" y="159258"/>
                  </a:lnTo>
                  <a:lnTo>
                    <a:pt x="0" y="1484376"/>
                  </a:lnTo>
                  <a:lnTo>
                    <a:pt x="796289" y="1484376"/>
                  </a:lnTo>
                  <a:lnTo>
                    <a:pt x="846649" y="1476262"/>
                  </a:lnTo>
                  <a:lnTo>
                    <a:pt x="890369" y="1453664"/>
                  </a:lnTo>
                  <a:lnTo>
                    <a:pt x="924836" y="1419197"/>
                  </a:lnTo>
                  <a:lnTo>
                    <a:pt x="947434" y="1375477"/>
                  </a:lnTo>
                  <a:lnTo>
                    <a:pt x="955547" y="1325118"/>
                  </a:lnTo>
                  <a:lnTo>
                    <a:pt x="955547" y="0"/>
                  </a:lnTo>
                  <a:close/>
                </a:path>
              </a:pathLst>
            </a:custGeom>
            <a:solidFill>
              <a:srgbClr val="D6E2BA"/>
            </a:solidFill>
          </p:spPr>
          <p:txBody>
            <a:bodyPr wrap="square" lIns="0" tIns="0" rIns="0" bIns="0" rtlCol="0"/>
            <a:lstStyle/>
            <a:p>
              <a:endParaRPr/>
            </a:p>
          </p:txBody>
        </p:sp>
        <p:pic>
          <p:nvPicPr>
            <p:cNvPr id="10" name="object 10"/>
            <p:cNvPicPr/>
            <p:nvPr/>
          </p:nvPicPr>
          <p:blipFill>
            <a:blip r:embed="rId4" cstate="print"/>
            <a:stretch>
              <a:fillRect/>
            </a:stretch>
          </p:blipFill>
          <p:spPr>
            <a:xfrm>
              <a:off x="5370549" y="1392883"/>
              <a:ext cx="1039408" cy="1559130"/>
            </a:xfrm>
            <a:prstGeom prst="rect">
              <a:avLst/>
            </a:prstGeom>
          </p:spPr>
        </p:pic>
        <p:sp>
          <p:nvSpPr>
            <p:cNvPr id="11" name="object 11"/>
            <p:cNvSpPr/>
            <p:nvPr/>
          </p:nvSpPr>
          <p:spPr>
            <a:xfrm>
              <a:off x="5414772" y="1389888"/>
              <a:ext cx="955675" cy="1484630"/>
            </a:xfrm>
            <a:custGeom>
              <a:avLst/>
              <a:gdLst/>
              <a:ahLst/>
              <a:cxnLst/>
              <a:rect l="l" t="t" r="r" b="b"/>
              <a:pathLst>
                <a:path w="955675" h="1484630">
                  <a:moveTo>
                    <a:pt x="955548" y="0"/>
                  </a:moveTo>
                  <a:lnTo>
                    <a:pt x="159257" y="0"/>
                  </a:lnTo>
                  <a:lnTo>
                    <a:pt x="108898" y="8113"/>
                  </a:lnTo>
                  <a:lnTo>
                    <a:pt x="65178" y="30711"/>
                  </a:lnTo>
                  <a:lnTo>
                    <a:pt x="30711" y="65178"/>
                  </a:lnTo>
                  <a:lnTo>
                    <a:pt x="8113" y="108898"/>
                  </a:lnTo>
                  <a:lnTo>
                    <a:pt x="0" y="159258"/>
                  </a:lnTo>
                  <a:lnTo>
                    <a:pt x="0" y="1484376"/>
                  </a:lnTo>
                  <a:lnTo>
                    <a:pt x="796289" y="1484376"/>
                  </a:lnTo>
                  <a:lnTo>
                    <a:pt x="846649" y="1476262"/>
                  </a:lnTo>
                  <a:lnTo>
                    <a:pt x="890369" y="1453664"/>
                  </a:lnTo>
                  <a:lnTo>
                    <a:pt x="924836" y="1419197"/>
                  </a:lnTo>
                  <a:lnTo>
                    <a:pt x="947434" y="1375477"/>
                  </a:lnTo>
                  <a:lnTo>
                    <a:pt x="955548" y="1325118"/>
                  </a:lnTo>
                  <a:lnTo>
                    <a:pt x="955548" y="0"/>
                  </a:lnTo>
                  <a:close/>
                </a:path>
              </a:pathLst>
            </a:custGeom>
            <a:solidFill>
              <a:srgbClr val="D6E2BA"/>
            </a:solidFill>
          </p:spPr>
          <p:txBody>
            <a:bodyPr wrap="square" lIns="0" tIns="0" rIns="0" bIns="0" rtlCol="0"/>
            <a:lstStyle/>
            <a:p>
              <a:endParaRPr/>
            </a:p>
          </p:txBody>
        </p:sp>
        <p:pic>
          <p:nvPicPr>
            <p:cNvPr id="12" name="object 12"/>
            <p:cNvPicPr/>
            <p:nvPr/>
          </p:nvPicPr>
          <p:blipFill>
            <a:blip r:embed="rId5" cstate="print"/>
            <a:stretch>
              <a:fillRect/>
            </a:stretch>
          </p:blipFill>
          <p:spPr>
            <a:xfrm>
              <a:off x="5574791" y="1591056"/>
              <a:ext cx="653796" cy="297179"/>
            </a:xfrm>
            <a:prstGeom prst="rect">
              <a:avLst/>
            </a:prstGeom>
          </p:spPr>
        </p:pic>
        <p:sp>
          <p:nvSpPr>
            <p:cNvPr id="13" name="object 13"/>
            <p:cNvSpPr/>
            <p:nvPr/>
          </p:nvSpPr>
          <p:spPr>
            <a:xfrm>
              <a:off x="5617464" y="1613916"/>
              <a:ext cx="573405" cy="216535"/>
            </a:xfrm>
            <a:custGeom>
              <a:avLst/>
              <a:gdLst/>
              <a:ahLst/>
              <a:cxnLst/>
              <a:rect l="l" t="t" r="r" b="b"/>
              <a:pathLst>
                <a:path w="573404" h="216535">
                  <a:moveTo>
                    <a:pt x="536956" y="0"/>
                  </a:moveTo>
                  <a:lnTo>
                    <a:pt x="36068" y="0"/>
                  </a:lnTo>
                  <a:lnTo>
                    <a:pt x="22020" y="2831"/>
                  </a:lnTo>
                  <a:lnTo>
                    <a:pt x="10556" y="10556"/>
                  </a:lnTo>
                  <a:lnTo>
                    <a:pt x="2831" y="22020"/>
                  </a:lnTo>
                  <a:lnTo>
                    <a:pt x="0" y="36068"/>
                  </a:lnTo>
                  <a:lnTo>
                    <a:pt x="0" y="180339"/>
                  </a:lnTo>
                  <a:lnTo>
                    <a:pt x="2831" y="194387"/>
                  </a:lnTo>
                  <a:lnTo>
                    <a:pt x="10556" y="205851"/>
                  </a:lnTo>
                  <a:lnTo>
                    <a:pt x="22020" y="213576"/>
                  </a:lnTo>
                  <a:lnTo>
                    <a:pt x="36068" y="216408"/>
                  </a:lnTo>
                  <a:lnTo>
                    <a:pt x="536956" y="216408"/>
                  </a:lnTo>
                  <a:lnTo>
                    <a:pt x="551003" y="213576"/>
                  </a:lnTo>
                  <a:lnTo>
                    <a:pt x="562467" y="205851"/>
                  </a:lnTo>
                  <a:lnTo>
                    <a:pt x="570192" y="194387"/>
                  </a:lnTo>
                  <a:lnTo>
                    <a:pt x="573024" y="180339"/>
                  </a:lnTo>
                  <a:lnTo>
                    <a:pt x="573024" y="36068"/>
                  </a:lnTo>
                  <a:lnTo>
                    <a:pt x="570192" y="22020"/>
                  </a:lnTo>
                  <a:lnTo>
                    <a:pt x="562467" y="10556"/>
                  </a:lnTo>
                  <a:lnTo>
                    <a:pt x="551003" y="2831"/>
                  </a:lnTo>
                  <a:lnTo>
                    <a:pt x="536956" y="0"/>
                  </a:lnTo>
                  <a:close/>
                </a:path>
              </a:pathLst>
            </a:custGeom>
            <a:solidFill>
              <a:srgbClr val="0D80B8"/>
            </a:solidFill>
          </p:spPr>
          <p:txBody>
            <a:bodyPr wrap="square" lIns="0" tIns="0" rIns="0" bIns="0" rtlCol="0"/>
            <a:lstStyle/>
            <a:p>
              <a:endParaRPr/>
            </a:p>
          </p:txBody>
        </p:sp>
        <p:pic>
          <p:nvPicPr>
            <p:cNvPr id="14" name="object 14"/>
            <p:cNvPicPr/>
            <p:nvPr/>
          </p:nvPicPr>
          <p:blipFill>
            <a:blip r:embed="rId6" cstate="print"/>
            <a:stretch>
              <a:fillRect/>
            </a:stretch>
          </p:blipFill>
          <p:spPr>
            <a:xfrm>
              <a:off x="5574791" y="2481046"/>
              <a:ext cx="653796" cy="295681"/>
            </a:xfrm>
            <a:prstGeom prst="rect">
              <a:avLst/>
            </a:prstGeom>
          </p:spPr>
        </p:pic>
        <p:sp>
          <p:nvSpPr>
            <p:cNvPr id="15" name="object 15"/>
            <p:cNvSpPr/>
            <p:nvPr/>
          </p:nvSpPr>
          <p:spPr>
            <a:xfrm>
              <a:off x="5617464" y="2503932"/>
              <a:ext cx="573405" cy="215265"/>
            </a:xfrm>
            <a:custGeom>
              <a:avLst/>
              <a:gdLst/>
              <a:ahLst/>
              <a:cxnLst/>
              <a:rect l="l" t="t" r="r" b="b"/>
              <a:pathLst>
                <a:path w="573404" h="215264">
                  <a:moveTo>
                    <a:pt x="537210" y="0"/>
                  </a:moveTo>
                  <a:lnTo>
                    <a:pt x="35813" y="0"/>
                  </a:lnTo>
                  <a:lnTo>
                    <a:pt x="21859" y="2809"/>
                  </a:lnTo>
                  <a:lnTo>
                    <a:pt x="10477" y="10477"/>
                  </a:lnTo>
                  <a:lnTo>
                    <a:pt x="2809" y="21859"/>
                  </a:lnTo>
                  <a:lnTo>
                    <a:pt x="0" y="35813"/>
                  </a:lnTo>
                  <a:lnTo>
                    <a:pt x="0" y="179069"/>
                  </a:lnTo>
                  <a:lnTo>
                    <a:pt x="2809" y="193024"/>
                  </a:lnTo>
                  <a:lnTo>
                    <a:pt x="10477" y="204406"/>
                  </a:lnTo>
                  <a:lnTo>
                    <a:pt x="21859" y="212074"/>
                  </a:lnTo>
                  <a:lnTo>
                    <a:pt x="35813" y="214884"/>
                  </a:lnTo>
                  <a:lnTo>
                    <a:pt x="537210" y="214884"/>
                  </a:lnTo>
                  <a:lnTo>
                    <a:pt x="551164" y="212074"/>
                  </a:lnTo>
                  <a:lnTo>
                    <a:pt x="562546" y="204406"/>
                  </a:lnTo>
                  <a:lnTo>
                    <a:pt x="570214" y="193024"/>
                  </a:lnTo>
                  <a:lnTo>
                    <a:pt x="573024" y="179069"/>
                  </a:lnTo>
                  <a:lnTo>
                    <a:pt x="573024" y="35813"/>
                  </a:lnTo>
                  <a:lnTo>
                    <a:pt x="570214" y="21859"/>
                  </a:lnTo>
                  <a:lnTo>
                    <a:pt x="562546" y="10477"/>
                  </a:lnTo>
                  <a:lnTo>
                    <a:pt x="551164" y="2809"/>
                  </a:lnTo>
                  <a:lnTo>
                    <a:pt x="537210" y="0"/>
                  </a:lnTo>
                  <a:close/>
                </a:path>
              </a:pathLst>
            </a:custGeom>
            <a:solidFill>
              <a:srgbClr val="0D80B8"/>
            </a:solidFill>
          </p:spPr>
          <p:txBody>
            <a:bodyPr wrap="square" lIns="0" tIns="0" rIns="0" bIns="0" rtlCol="0"/>
            <a:lstStyle/>
            <a:p>
              <a:endParaRPr/>
            </a:p>
          </p:txBody>
        </p:sp>
        <p:pic>
          <p:nvPicPr>
            <p:cNvPr id="16" name="object 16"/>
            <p:cNvPicPr/>
            <p:nvPr/>
          </p:nvPicPr>
          <p:blipFill>
            <a:blip r:embed="rId7" cstate="print"/>
            <a:stretch>
              <a:fillRect/>
            </a:stretch>
          </p:blipFill>
          <p:spPr>
            <a:xfrm>
              <a:off x="5574791" y="2007133"/>
              <a:ext cx="653796" cy="326110"/>
            </a:xfrm>
            <a:prstGeom prst="rect">
              <a:avLst/>
            </a:prstGeom>
          </p:spPr>
        </p:pic>
        <p:pic>
          <p:nvPicPr>
            <p:cNvPr id="17" name="object 17"/>
            <p:cNvPicPr/>
            <p:nvPr/>
          </p:nvPicPr>
          <p:blipFill>
            <a:blip r:embed="rId8" cstate="print"/>
            <a:stretch>
              <a:fillRect/>
            </a:stretch>
          </p:blipFill>
          <p:spPr>
            <a:xfrm>
              <a:off x="5626608" y="1994954"/>
              <a:ext cx="548678" cy="400773"/>
            </a:xfrm>
            <a:prstGeom prst="rect">
              <a:avLst/>
            </a:prstGeom>
          </p:spPr>
        </p:pic>
      </p:grpSp>
      <p:sp>
        <p:nvSpPr>
          <p:cNvPr id="18" name="object 18"/>
          <p:cNvSpPr txBox="1"/>
          <p:nvPr/>
        </p:nvSpPr>
        <p:spPr>
          <a:xfrm>
            <a:off x="397256" y="1626870"/>
            <a:ext cx="2363470" cy="208279"/>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dirty="0">
                <a:solidFill>
                  <a:srgbClr val="252525"/>
                </a:solidFill>
                <a:latin typeface="Calibri"/>
                <a:cs typeface="Calibri"/>
              </a:rPr>
              <a:t>Input</a:t>
            </a:r>
            <a:r>
              <a:rPr sz="1200" spc="-55" dirty="0">
                <a:solidFill>
                  <a:srgbClr val="252525"/>
                </a:solidFill>
                <a:latin typeface="Calibri"/>
                <a:cs typeface="Calibri"/>
              </a:rPr>
              <a:t> </a:t>
            </a:r>
            <a:r>
              <a:rPr sz="1200" spc="-10" dirty="0">
                <a:solidFill>
                  <a:srgbClr val="252525"/>
                </a:solidFill>
                <a:latin typeface="Calibri"/>
                <a:cs typeface="Calibri"/>
              </a:rPr>
              <a:t>data</a:t>
            </a:r>
            <a:r>
              <a:rPr sz="1200" spc="-20" dirty="0">
                <a:solidFill>
                  <a:srgbClr val="252525"/>
                </a:solidFill>
                <a:latin typeface="Calibri"/>
                <a:cs typeface="Calibri"/>
              </a:rPr>
              <a:t> </a:t>
            </a:r>
            <a:r>
              <a:rPr sz="1200" dirty="0">
                <a:solidFill>
                  <a:srgbClr val="252525"/>
                </a:solidFill>
                <a:latin typeface="Calibri"/>
                <a:cs typeface="Calibri"/>
              </a:rPr>
              <a:t>is</a:t>
            </a:r>
            <a:r>
              <a:rPr sz="1200" spc="-15" dirty="0">
                <a:solidFill>
                  <a:srgbClr val="252525"/>
                </a:solidFill>
                <a:latin typeface="Calibri"/>
                <a:cs typeface="Calibri"/>
              </a:rPr>
              <a:t> </a:t>
            </a:r>
            <a:r>
              <a:rPr sz="1200" spc="-5" dirty="0">
                <a:solidFill>
                  <a:srgbClr val="252525"/>
                </a:solidFill>
                <a:latin typeface="Calibri"/>
                <a:cs typeface="Calibri"/>
              </a:rPr>
              <a:t>distributed</a:t>
            </a:r>
            <a:r>
              <a:rPr sz="1200" spc="-50" dirty="0">
                <a:solidFill>
                  <a:srgbClr val="252525"/>
                </a:solidFill>
                <a:latin typeface="Calibri"/>
                <a:cs typeface="Calibri"/>
              </a:rPr>
              <a:t> </a:t>
            </a:r>
            <a:r>
              <a:rPr sz="1200" spc="-5" dirty="0">
                <a:solidFill>
                  <a:srgbClr val="252525"/>
                </a:solidFill>
                <a:latin typeface="Calibri"/>
                <a:cs typeface="Calibri"/>
              </a:rPr>
              <a:t>to</a:t>
            </a:r>
            <a:r>
              <a:rPr sz="1200" spc="-10" dirty="0">
                <a:solidFill>
                  <a:srgbClr val="252525"/>
                </a:solidFill>
                <a:latin typeface="Calibri"/>
                <a:cs typeface="Calibri"/>
              </a:rPr>
              <a:t> </a:t>
            </a:r>
            <a:r>
              <a:rPr sz="1200" dirty="0">
                <a:solidFill>
                  <a:srgbClr val="252525"/>
                </a:solidFill>
                <a:latin typeface="Calibri"/>
                <a:cs typeface="Calibri"/>
              </a:rPr>
              <a:t>nodes</a:t>
            </a:r>
            <a:endParaRPr sz="1200">
              <a:latin typeface="Calibri"/>
              <a:cs typeface="Calibri"/>
            </a:endParaRPr>
          </a:p>
        </p:txBody>
      </p:sp>
      <p:sp>
        <p:nvSpPr>
          <p:cNvPr id="19" name="object 19"/>
          <p:cNvSpPr txBox="1"/>
          <p:nvPr/>
        </p:nvSpPr>
        <p:spPr>
          <a:xfrm>
            <a:off x="397256" y="1992629"/>
            <a:ext cx="2802255" cy="208279"/>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spc="-10" dirty="0">
                <a:solidFill>
                  <a:srgbClr val="252525"/>
                </a:solidFill>
                <a:latin typeface="Calibri"/>
                <a:cs typeface="Calibri"/>
              </a:rPr>
              <a:t>Each</a:t>
            </a:r>
            <a:r>
              <a:rPr sz="1200" dirty="0">
                <a:solidFill>
                  <a:srgbClr val="252525"/>
                </a:solidFill>
                <a:latin typeface="Calibri"/>
                <a:cs typeface="Calibri"/>
              </a:rPr>
              <a:t> map</a:t>
            </a:r>
            <a:r>
              <a:rPr sz="1200" spc="-5" dirty="0">
                <a:solidFill>
                  <a:srgbClr val="252525"/>
                </a:solidFill>
                <a:latin typeface="Calibri"/>
                <a:cs typeface="Calibri"/>
              </a:rPr>
              <a:t> task</a:t>
            </a:r>
            <a:r>
              <a:rPr sz="1200" spc="-10" dirty="0">
                <a:solidFill>
                  <a:srgbClr val="252525"/>
                </a:solidFill>
                <a:latin typeface="Calibri"/>
                <a:cs typeface="Calibri"/>
              </a:rPr>
              <a:t> works</a:t>
            </a:r>
            <a:r>
              <a:rPr sz="1200" spc="20" dirty="0">
                <a:solidFill>
                  <a:srgbClr val="252525"/>
                </a:solidFill>
                <a:latin typeface="Calibri"/>
                <a:cs typeface="Calibri"/>
              </a:rPr>
              <a:t> </a:t>
            </a:r>
            <a:r>
              <a:rPr sz="1200" spc="-5" dirty="0">
                <a:solidFill>
                  <a:srgbClr val="252525"/>
                </a:solidFill>
                <a:latin typeface="Calibri"/>
                <a:cs typeface="Calibri"/>
              </a:rPr>
              <a:t>on </a:t>
            </a:r>
            <a:r>
              <a:rPr sz="1200" dirty="0">
                <a:solidFill>
                  <a:srgbClr val="252525"/>
                </a:solidFill>
                <a:latin typeface="Calibri"/>
                <a:cs typeface="Calibri"/>
              </a:rPr>
              <a:t>a “split”</a:t>
            </a:r>
            <a:r>
              <a:rPr sz="1200" spc="-15" dirty="0">
                <a:solidFill>
                  <a:srgbClr val="252525"/>
                </a:solidFill>
                <a:latin typeface="Calibri"/>
                <a:cs typeface="Calibri"/>
              </a:rPr>
              <a:t> </a:t>
            </a:r>
            <a:r>
              <a:rPr sz="1200" spc="-5" dirty="0">
                <a:solidFill>
                  <a:srgbClr val="252525"/>
                </a:solidFill>
                <a:latin typeface="Calibri"/>
                <a:cs typeface="Calibri"/>
              </a:rPr>
              <a:t>of </a:t>
            </a:r>
            <a:r>
              <a:rPr sz="1200" spc="-10" dirty="0">
                <a:solidFill>
                  <a:srgbClr val="252525"/>
                </a:solidFill>
                <a:latin typeface="Calibri"/>
                <a:cs typeface="Calibri"/>
              </a:rPr>
              <a:t>data</a:t>
            </a:r>
            <a:endParaRPr sz="1200">
              <a:latin typeface="Calibri"/>
              <a:cs typeface="Calibri"/>
            </a:endParaRPr>
          </a:p>
        </p:txBody>
      </p:sp>
      <p:sp>
        <p:nvSpPr>
          <p:cNvPr id="20" name="object 20"/>
          <p:cNvSpPr txBox="1"/>
          <p:nvPr/>
        </p:nvSpPr>
        <p:spPr>
          <a:xfrm>
            <a:off x="397256" y="2358644"/>
            <a:ext cx="4371340" cy="1306195"/>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dirty="0">
                <a:solidFill>
                  <a:srgbClr val="252525"/>
                </a:solidFill>
                <a:latin typeface="Calibri"/>
                <a:cs typeface="Calibri"/>
              </a:rPr>
              <a:t>Mapper</a:t>
            </a:r>
            <a:r>
              <a:rPr sz="1200" spc="-40" dirty="0">
                <a:solidFill>
                  <a:srgbClr val="252525"/>
                </a:solidFill>
                <a:latin typeface="Calibri"/>
                <a:cs typeface="Calibri"/>
              </a:rPr>
              <a:t> </a:t>
            </a:r>
            <a:r>
              <a:rPr sz="1200" spc="-5" dirty="0">
                <a:solidFill>
                  <a:srgbClr val="252525"/>
                </a:solidFill>
                <a:latin typeface="Calibri"/>
                <a:cs typeface="Calibri"/>
              </a:rPr>
              <a:t>outputs</a:t>
            </a:r>
            <a:r>
              <a:rPr sz="1200" spc="-45" dirty="0">
                <a:solidFill>
                  <a:srgbClr val="252525"/>
                </a:solidFill>
                <a:latin typeface="Calibri"/>
                <a:cs typeface="Calibri"/>
              </a:rPr>
              <a:t> </a:t>
            </a:r>
            <a:r>
              <a:rPr sz="1200" spc="-5" dirty="0">
                <a:solidFill>
                  <a:srgbClr val="252525"/>
                </a:solidFill>
                <a:latin typeface="Calibri"/>
                <a:cs typeface="Calibri"/>
              </a:rPr>
              <a:t>intermediate</a:t>
            </a:r>
            <a:r>
              <a:rPr sz="1200" spc="-45" dirty="0">
                <a:solidFill>
                  <a:srgbClr val="252525"/>
                </a:solidFill>
                <a:latin typeface="Calibri"/>
                <a:cs typeface="Calibri"/>
              </a:rPr>
              <a:t> </a:t>
            </a:r>
            <a:r>
              <a:rPr sz="1200" spc="-10" dirty="0">
                <a:solidFill>
                  <a:srgbClr val="252525"/>
                </a:solidFill>
                <a:latin typeface="Calibri"/>
                <a:cs typeface="Calibri"/>
              </a:rPr>
              <a:t>data</a:t>
            </a:r>
            <a:endParaRPr sz="1200">
              <a:latin typeface="Calibri"/>
              <a:cs typeface="Calibri"/>
            </a:endParaRPr>
          </a:p>
          <a:p>
            <a:pPr>
              <a:lnSpc>
                <a:spcPct val="100000"/>
              </a:lnSpc>
              <a:spcBef>
                <a:spcPts val="35"/>
              </a:spcBef>
              <a:buClr>
                <a:srgbClr val="252525"/>
              </a:buClr>
              <a:buFont typeface="Wingdings"/>
              <a:buChar char=""/>
            </a:pPr>
            <a:endParaRPr sz="1150">
              <a:latin typeface="Calibri"/>
              <a:cs typeface="Calibri"/>
            </a:endParaRPr>
          </a:p>
          <a:p>
            <a:pPr marL="299085" marR="5080" indent="-287020" algn="just">
              <a:lnSpc>
                <a:spcPct val="100000"/>
              </a:lnSpc>
              <a:buFont typeface="Wingdings"/>
              <a:buChar char=""/>
              <a:tabLst>
                <a:tab pos="299720" algn="l"/>
              </a:tabLst>
            </a:pPr>
            <a:r>
              <a:rPr sz="1200" spc="-10" dirty="0">
                <a:solidFill>
                  <a:srgbClr val="252525"/>
                </a:solidFill>
                <a:latin typeface="Calibri"/>
                <a:cs typeface="Calibri"/>
              </a:rPr>
              <a:t>Data </a:t>
            </a:r>
            <a:r>
              <a:rPr sz="1200" spc="-5" dirty="0">
                <a:solidFill>
                  <a:srgbClr val="252525"/>
                </a:solidFill>
                <a:latin typeface="Calibri"/>
                <a:cs typeface="Calibri"/>
              </a:rPr>
              <a:t>will </a:t>
            </a:r>
            <a:r>
              <a:rPr sz="1200" dirty="0">
                <a:solidFill>
                  <a:srgbClr val="252525"/>
                </a:solidFill>
                <a:latin typeface="Calibri"/>
                <a:cs typeface="Calibri"/>
              </a:rPr>
              <a:t>be </a:t>
            </a:r>
            <a:r>
              <a:rPr sz="1200" spc="-5" dirty="0">
                <a:solidFill>
                  <a:srgbClr val="252525"/>
                </a:solidFill>
                <a:latin typeface="Calibri"/>
                <a:cs typeface="Calibri"/>
              </a:rPr>
              <a:t>copied </a:t>
            </a:r>
            <a:r>
              <a:rPr sz="1200" dirty="0">
                <a:solidFill>
                  <a:srgbClr val="252525"/>
                </a:solidFill>
                <a:latin typeface="Calibri"/>
                <a:cs typeface="Calibri"/>
              </a:rPr>
              <a:t>by the </a:t>
            </a:r>
            <a:r>
              <a:rPr sz="1200" spc="-5" dirty="0">
                <a:solidFill>
                  <a:srgbClr val="252525"/>
                </a:solidFill>
                <a:latin typeface="Calibri"/>
                <a:cs typeface="Calibri"/>
              </a:rPr>
              <a:t>reducer </a:t>
            </a:r>
            <a:r>
              <a:rPr sz="1200" spc="-10" dirty="0">
                <a:solidFill>
                  <a:srgbClr val="252525"/>
                </a:solidFill>
                <a:latin typeface="Calibri"/>
                <a:cs typeface="Calibri"/>
              </a:rPr>
              <a:t>processor </a:t>
            </a:r>
            <a:r>
              <a:rPr sz="1200" spc="-5" dirty="0">
                <a:solidFill>
                  <a:srgbClr val="252525"/>
                </a:solidFill>
                <a:latin typeface="Calibri"/>
                <a:cs typeface="Calibri"/>
              </a:rPr>
              <a:t>once </a:t>
            </a:r>
            <a:r>
              <a:rPr sz="1200" dirty="0">
                <a:solidFill>
                  <a:srgbClr val="252525"/>
                </a:solidFill>
                <a:latin typeface="Calibri"/>
                <a:cs typeface="Calibri"/>
              </a:rPr>
              <a:t>it identifies the </a:t>
            </a:r>
            <a:r>
              <a:rPr sz="1200" spc="-260" dirty="0">
                <a:solidFill>
                  <a:srgbClr val="252525"/>
                </a:solidFill>
                <a:latin typeface="Calibri"/>
                <a:cs typeface="Calibri"/>
              </a:rPr>
              <a:t> </a:t>
            </a:r>
            <a:r>
              <a:rPr sz="1200" spc="-5" dirty="0">
                <a:solidFill>
                  <a:srgbClr val="252525"/>
                </a:solidFill>
                <a:latin typeface="Calibri"/>
                <a:cs typeface="Calibri"/>
              </a:rPr>
              <a:t>respective task using application master </a:t>
            </a:r>
            <a:r>
              <a:rPr sz="1200" spc="-10" dirty="0">
                <a:solidFill>
                  <a:srgbClr val="252525"/>
                </a:solidFill>
                <a:latin typeface="Calibri"/>
                <a:cs typeface="Calibri"/>
              </a:rPr>
              <a:t>for </a:t>
            </a:r>
            <a:r>
              <a:rPr sz="1200" dirty="0">
                <a:solidFill>
                  <a:srgbClr val="252525"/>
                </a:solidFill>
                <a:latin typeface="Calibri"/>
                <a:cs typeface="Calibri"/>
              </a:rPr>
              <a:t>all </a:t>
            </a:r>
            <a:r>
              <a:rPr sz="1200" spc="-10" dirty="0">
                <a:solidFill>
                  <a:srgbClr val="252525"/>
                </a:solidFill>
                <a:latin typeface="Calibri"/>
                <a:cs typeface="Calibri"/>
              </a:rPr>
              <a:t>data </a:t>
            </a:r>
            <a:r>
              <a:rPr sz="1200" dirty="0">
                <a:solidFill>
                  <a:srgbClr val="252525"/>
                </a:solidFill>
                <a:latin typeface="Calibri"/>
                <a:cs typeface="Calibri"/>
              </a:rPr>
              <a:t>the </a:t>
            </a:r>
            <a:r>
              <a:rPr sz="1200" spc="-5" dirty="0">
                <a:solidFill>
                  <a:srgbClr val="252525"/>
                </a:solidFill>
                <a:latin typeface="Calibri"/>
                <a:cs typeface="Calibri"/>
              </a:rPr>
              <a:t>reducer </a:t>
            </a:r>
            <a:r>
              <a:rPr sz="1200" dirty="0">
                <a:solidFill>
                  <a:srgbClr val="252525"/>
                </a:solidFill>
                <a:latin typeface="Calibri"/>
                <a:cs typeface="Calibri"/>
              </a:rPr>
              <a:t>is </a:t>
            </a:r>
            <a:r>
              <a:rPr sz="1200" spc="-260" dirty="0">
                <a:solidFill>
                  <a:srgbClr val="252525"/>
                </a:solidFill>
                <a:latin typeface="Calibri"/>
                <a:cs typeface="Calibri"/>
              </a:rPr>
              <a:t> </a:t>
            </a:r>
            <a:r>
              <a:rPr sz="1200" spc="-5" dirty="0">
                <a:solidFill>
                  <a:srgbClr val="252525"/>
                </a:solidFill>
                <a:latin typeface="Calibri"/>
                <a:cs typeface="Calibri"/>
              </a:rPr>
              <a:t>responsible</a:t>
            </a:r>
            <a:r>
              <a:rPr sz="1200" spc="-35" dirty="0">
                <a:solidFill>
                  <a:srgbClr val="252525"/>
                </a:solidFill>
                <a:latin typeface="Calibri"/>
                <a:cs typeface="Calibri"/>
              </a:rPr>
              <a:t> </a:t>
            </a:r>
            <a:r>
              <a:rPr sz="1200" spc="-10" dirty="0">
                <a:solidFill>
                  <a:srgbClr val="252525"/>
                </a:solidFill>
                <a:latin typeface="Calibri"/>
                <a:cs typeface="Calibri"/>
              </a:rPr>
              <a:t>for</a:t>
            </a:r>
            <a:endParaRPr sz="1200">
              <a:latin typeface="Calibri"/>
              <a:cs typeface="Calibri"/>
            </a:endParaRPr>
          </a:p>
          <a:p>
            <a:pPr>
              <a:lnSpc>
                <a:spcPct val="100000"/>
              </a:lnSpc>
              <a:spcBef>
                <a:spcPts val="35"/>
              </a:spcBef>
              <a:buClr>
                <a:srgbClr val="252525"/>
              </a:buClr>
              <a:buFont typeface="Wingdings"/>
              <a:buChar char=""/>
            </a:pPr>
            <a:endParaRPr sz="1150">
              <a:latin typeface="Calibri"/>
              <a:cs typeface="Calibri"/>
            </a:endParaRPr>
          </a:p>
          <a:p>
            <a:pPr marL="299085" indent="-287020">
              <a:lnSpc>
                <a:spcPct val="100000"/>
              </a:lnSpc>
              <a:spcBef>
                <a:spcPts val="5"/>
              </a:spcBef>
              <a:buFont typeface="Wingdings"/>
              <a:buChar char=""/>
              <a:tabLst>
                <a:tab pos="299085" algn="l"/>
                <a:tab pos="299720" algn="l"/>
              </a:tabLst>
            </a:pPr>
            <a:r>
              <a:rPr sz="1200" spc="-5" dirty="0">
                <a:solidFill>
                  <a:srgbClr val="252525"/>
                </a:solidFill>
                <a:latin typeface="Calibri"/>
                <a:cs typeface="Calibri"/>
              </a:rPr>
              <a:t>Shuffle</a:t>
            </a:r>
            <a:r>
              <a:rPr sz="1200" spc="-30" dirty="0">
                <a:solidFill>
                  <a:srgbClr val="252525"/>
                </a:solidFill>
                <a:latin typeface="Calibri"/>
                <a:cs typeface="Calibri"/>
              </a:rPr>
              <a:t> </a:t>
            </a:r>
            <a:r>
              <a:rPr sz="1200" spc="-10" dirty="0">
                <a:solidFill>
                  <a:srgbClr val="252525"/>
                </a:solidFill>
                <a:latin typeface="Calibri"/>
                <a:cs typeface="Calibri"/>
              </a:rPr>
              <a:t>processor</a:t>
            </a:r>
            <a:r>
              <a:rPr sz="1200" spc="15" dirty="0">
                <a:solidFill>
                  <a:srgbClr val="252525"/>
                </a:solidFill>
                <a:latin typeface="Calibri"/>
                <a:cs typeface="Calibri"/>
              </a:rPr>
              <a:t> </a:t>
            </a:r>
            <a:r>
              <a:rPr sz="1200" spc="-5" dirty="0">
                <a:solidFill>
                  <a:srgbClr val="252525"/>
                </a:solidFill>
                <a:latin typeface="Calibri"/>
                <a:cs typeface="Calibri"/>
              </a:rPr>
              <a:t>will</a:t>
            </a:r>
            <a:r>
              <a:rPr sz="1200" dirty="0">
                <a:solidFill>
                  <a:srgbClr val="252525"/>
                </a:solidFill>
                <a:latin typeface="Calibri"/>
                <a:cs typeface="Calibri"/>
              </a:rPr>
              <a:t> </a:t>
            </a:r>
            <a:r>
              <a:rPr sz="1200" spc="-5" dirty="0">
                <a:solidFill>
                  <a:srgbClr val="252525"/>
                </a:solidFill>
                <a:latin typeface="Calibri"/>
                <a:cs typeface="Calibri"/>
              </a:rPr>
              <a:t>sort </a:t>
            </a:r>
            <a:r>
              <a:rPr sz="1200" dirty="0">
                <a:solidFill>
                  <a:srgbClr val="252525"/>
                </a:solidFill>
                <a:latin typeface="Calibri"/>
                <a:cs typeface="Calibri"/>
              </a:rPr>
              <a:t>and</a:t>
            </a:r>
            <a:r>
              <a:rPr sz="1200" spc="-15" dirty="0">
                <a:solidFill>
                  <a:srgbClr val="252525"/>
                </a:solidFill>
                <a:latin typeface="Calibri"/>
                <a:cs typeface="Calibri"/>
              </a:rPr>
              <a:t> </a:t>
            </a:r>
            <a:r>
              <a:rPr sz="1200" spc="-5" dirty="0">
                <a:solidFill>
                  <a:srgbClr val="252525"/>
                </a:solidFill>
                <a:latin typeface="Calibri"/>
                <a:cs typeface="Calibri"/>
              </a:rPr>
              <a:t>merge</a:t>
            </a:r>
            <a:r>
              <a:rPr sz="1200" spc="5" dirty="0">
                <a:solidFill>
                  <a:srgbClr val="252525"/>
                </a:solidFill>
                <a:latin typeface="Calibri"/>
                <a:cs typeface="Calibri"/>
              </a:rPr>
              <a:t> </a:t>
            </a:r>
            <a:r>
              <a:rPr sz="1200" dirty="0">
                <a:solidFill>
                  <a:srgbClr val="252525"/>
                </a:solidFill>
                <a:latin typeface="Calibri"/>
                <a:cs typeface="Calibri"/>
              </a:rPr>
              <a:t>the</a:t>
            </a:r>
            <a:r>
              <a:rPr sz="1200" spc="-20" dirty="0">
                <a:solidFill>
                  <a:srgbClr val="252525"/>
                </a:solidFill>
                <a:latin typeface="Calibri"/>
                <a:cs typeface="Calibri"/>
              </a:rPr>
              <a:t> </a:t>
            </a:r>
            <a:r>
              <a:rPr sz="1200" spc="-10" dirty="0">
                <a:solidFill>
                  <a:srgbClr val="252525"/>
                </a:solidFill>
                <a:latin typeface="Calibri"/>
                <a:cs typeface="Calibri"/>
              </a:rPr>
              <a:t>data</a:t>
            </a:r>
            <a:r>
              <a:rPr sz="1200" spc="-20" dirty="0">
                <a:solidFill>
                  <a:srgbClr val="252525"/>
                </a:solidFill>
                <a:latin typeface="Calibri"/>
                <a:cs typeface="Calibri"/>
              </a:rPr>
              <a:t> </a:t>
            </a:r>
            <a:r>
              <a:rPr sz="1200" spc="-10" dirty="0">
                <a:solidFill>
                  <a:srgbClr val="252525"/>
                </a:solidFill>
                <a:latin typeface="Calibri"/>
                <a:cs typeface="Calibri"/>
              </a:rPr>
              <a:t>for</a:t>
            </a:r>
            <a:r>
              <a:rPr sz="1200" spc="-5" dirty="0">
                <a:solidFill>
                  <a:srgbClr val="252525"/>
                </a:solidFill>
                <a:latin typeface="Calibri"/>
                <a:cs typeface="Calibri"/>
              </a:rPr>
              <a:t> </a:t>
            </a:r>
            <a:r>
              <a:rPr sz="1200" dirty="0">
                <a:solidFill>
                  <a:srgbClr val="252525"/>
                </a:solidFill>
                <a:latin typeface="Calibri"/>
                <a:cs typeface="Calibri"/>
              </a:rPr>
              <a:t>a</a:t>
            </a:r>
            <a:r>
              <a:rPr sz="1200" spc="-10" dirty="0">
                <a:solidFill>
                  <a:srgbClr val="252525"/>
                </a:solidFill>
                <a:latin typeface="Calibri"/>
                <a:cs typeface="Calibri"/>
              </a:rPr>
              <a:t> </a:t>
            </a:r>
            <a:r>
              <a:rPr sz="1200" dirty="0">
                <a:solidFill>
                  <a:srgbClr val="252525"/>
                </a:solidFill>
                <a:latin typeface="Calibri"/>
                <a:cs typeface="Calibri"/>
              </a:rPr>
              <a:t>particular</a:t>
            </a:r>
            <a:r>
              <a:rPr sz="1200" spc="-30" dirty="0">
                <a:solidFill>
                  <a:srgbClr val="252525"/>
                </a:solidFill>
                <a:latin typeface="Calibri"/>
                <a:cs typeface="Calibri"/>
              </a:rPr>
              <a:t> </a:t>
            </a:r>
            <a:r>
              <a:rPr sz="1200" spc="-20" dirty="0">
                <a:solidFill>
                  <a:srgbClr val="252525"/>
                </a:solidFill>
                <a:latin typeface="Calibri"/>
                <a:cs typeface="Calibri"/>
              </a:rPr>
              <a:t>key</a:t>
            </a:r>
            <a:endParaRPr sz="1200">
              <a:latin typeface="Calibri"/>
              <a:cs typeface="Calibri"/>
            </a:endParaRPr>
          </a:p>
        </p:txBody>
      </p:sp>
      <p:sp>
        <p:nvSpPr>
          <p:cNvPr id="21" name="object 21"/>
          <p:cNvSpPr txBox="1"/>
          <p:nvPr/>
        </p:nvSpPr>
        <p:spPr>
          <a:xfrm>
            <a:off x="5617464" y="2029967"/>
            <a:ext cx="573405" cy="245745"/>
          </a:xfrm>
          <a:prstGeom prst="rect">
            <a:avLst/>
          </a:prstGeom>
          <a:solidFill>
            <a:srgbClr val="F19C13"/>
          </a:solidFill>
        </p:spPr>
        <p:txBody>
          <a:bodyPr vert="horz" wrap="square" lIns="0" tIns="22225" rIns="0" bIns="0" rtlCol="0">
            <a:spAutoFit/>
          </a:bodyPr>
          <a:lstStyle/>
          <a:p>
            <a:pPr marL="144145">
              <a:lnSpc>
                <a:spcPct val="100000"/>
              </a:lnSpc>
              <a:spcBef>
                <a:spcPts val="175"/>
              </a:spcBef>
            </a:pPr>
            <a:r>
              <a:rPr sz="1200" dirty="0">
                <a:solidFill>
                  <a:srgbClr val="252525"/>
                </a:solidFill>
                <a:latin typeface="Calibri"/>
                <a:cs typeface="Calibri"/>
              </a:rPr>
              <a:t>Map</a:t>
            </a:r>
            <a:endParaRPr sz="1200">
              <a:latin typeface="Calibri"/>
              <a:cs typeface="Calibri"/>
            </a:endParaRPr>
          </a:p>
        </p:txBody>
      </p:sp>
      <p:grpSp>
        <p:nvGrpSpPr>
          <p:cNvPr id="22" name="object 22"/>
          <p:cNvGrpSpPr/>
          <p:nvPr/>
        </p:nvGrpSpPr>
        <p:grpSpPr>
          <a:xfrm>
            <a:off x="5865876" y="1591055"/>
            <a:ext cx="1297305" cy="1186180"/>
            <a:chOff x="5865876" y="1591055"/>
            <a:chExt cx="1297305" cy="1186180"/>
          </a:xfrm>
        </p:grpSpPr>
        <p:pic>
          <p:nvPicPr>
            <p:cNvPr id="23" name="object 23"/>
            <p:cNvPicPr/>
            <p:nvPr/>
          </p:nvPicPr>
          <p:blipFill>
            <a:blip r:embed="rId9" cstate="print"/>
            <a:stretch>
              <a:fillRect/>
            </a:stretch>
          </p:blipFill>
          <p:spPr>
            <a:xfrm>
              <a:off x="5868289" y="1830069"/>
              <a:ext cx="76200" cy="200278"/>
            </a:xfrm>
            <a:prstGeom prst="rect">
              <a:avLst/>
            </a:prstGeom>
          </p:spPr>
        </p:pic>
        <p:pic>
          <p:nvPicPr>
            <p:cNvPr id="24" name="object 24"/>
            <p:cNvPicPr/>
            <p:nvPr/>
          </p:nvPicPr>
          <p:blipFill>
            <a:blip r:embed="rId10" cstate="print"/>
            <a:stretch>
              <a:fillRect/>
            </a:stretch>
          </p:blipFill>
          <p:spPr>
            <a:xfrm>
              <a:off x="5865876" y="2287523"/>
              <a:ext cx="76200" cy="187325"/>
            </a:xfrm>
            <a:prstGeom prst="rect">
              <a:avLst/>
            </a:prstGeom>
          </p:spPr>
        </p:pic>
        <p:pic>
          <p:nvPicPr>
            <p:cNvPr id="25" name="object 25"/>
            <p:cNvPicPr/>
            <p:nvPr/>
          </p:nvPicPr>
          <p:blipFill>
            <a:blip r:embed="rId5" cstate="print"/>
            <a:stretch>
              <a:fillRect/>
            </a:stretch>
          </p:blipFill>
          <p:spPr>
            <a:xfrm>
              <a:off x="6509004" y="1591055"/>
              <a:ext cx="653796" cy="297179"/>
            </a:xfrm>
            <a:prstGeom prst="rect">
              <a:avLst/>
            </a:prstGeom>
          </p:spPr>
        </p:pic>
        <p:sp>
          <p:nvSpPr>
            <p:cNvPr id="26" name="object 26"/>
            <p:cNvSpPr/>
            <p:nvPr/>
          </p:nvSpPr>
          <p:spPr>
            <a:xfrm>
              <a:off x="6551676" y="1613915"/>
              <a:ext cx="573405" cy="216535"/>
            </a:xfrm>
            <a:custGeom>
              <a:avLst/>
              <a:gdLst/>
              <a:ahLst/>
              <a:cxnLst/>
              <a:rect l="l" t="t" r="r" b="b"/>
              <a:pathLst>
                <a:path w="573404" h="216535">
                  <a:moveTo>
                    <a:pt x="536955" y="0"/>
                  </a:moveTo>
                  <a:lnTo>
                    <a:pt x="36068" y="0"/>
                  </a:lnTo>
                  <a:lnTo>
                    <a:pt x="22020" y="2831"/>
                  </a:lnTo>
                  <a:lnTo>
                    <a:pt x="10556" y="10556"/>
                  </a:lnTo>
                  <a:lnTo>
                    <a:pt x="2831" y="22020"/>
                  </a:lnTo>
                  <a:lnTo>
                    <a:pt x="0" y="36068"/>
                  </a:lnTo>
                  <a:lnTo>
                    <a:pt x="0" y="180339"/>
                  </a:lnTo>
                  <a:lnTo>
                    <a:pt x="2831" y="194387"/>
                  </a:lnTo>
                  <a:lnTo>
                    <a:pt x="10556" y="205851"/>
                  </a:lnTo>
                  <a:lnTo>
                    <a:pt x="22020" y="213576"/>
                  </a:lnTo>
                  <a:lnTo>
                    <a:pt x="36068" y="216408"/>
                  </a:lnTo>
                  <a:lnTo>
                    <a:pt x="536955" y="216408"/>
                  </a:lnTo>
                  <a:lnTo>
                    <a:pt x="551003" y="213576"/>
                  </a:lnTo>
                  <a:lnTo>
                    <a:pt x="562467" y="205851"/>
                  </a:lnTo>
                  <a:lnTo>
                    <a:pt x="570192" y="194387"/>
                  </a:lnTo>
                  <a:lnTo>
                    <a:pt x="573024" y="180339"/>
                  </a:lnTo>
                  <a:lnTo>
                    <a:pt x="573024" y="36068"/>
                  </a:lnTo>
                  <a:lnTo>
                    <a:pt x="570192" y="22020"/>
                  </a:lnTo>
                  <a:lnTo>
                    <a:pt x="562467" y="10556"/>
                  </a:lnTo>
                  <a:lnTo>
                    <a:pt x="551003" y="2831"/>
                  </a:lnTo>
                  <a:lnTo>
                    <a:pt x="536955" y="0"/>
                  </a:lnTo>
                  <a:close/>
                </a:path>
              </a:pathLst>
            </a:custGeom>
            <a:solidFill>
              <a:srgbClr val="0D80B8"/>
            </a:solidFill>
          </p:spPr>
          <p:txBody>
            <a:bodyPr wrap="square" lIns="0" tIns="0" rIns="0" bIns="0" rtlCol="0"/>
            <a:lstStyle/>
            <a:p>
              <a:endParaRPr/>
            </a:p>
          </p:txBody>
        </p:sp>
        <p:pic>
          <p:nvPicPr>
            <p:cNvPr id="27" name="object 27"/>
            <p:cNvPicPr/>
            <p:nvPr/>
          </p:nvPicPr>
          <p:blipFill>
            <a:blip r:embed="rId6" cstate="print"/>
            <a:stretch>
              <a:fillRect/>
            </a:stretch>
          </p:blipFill>
          <p:spPr>
            <a:xfrm>
              <a:off x="6509004" y="2481046"/>
              <a:ext cx="653796" cy="295681"/>
            </a:xfrm>
            <a:prstGeom prst="rect">
              <a:avLst/>
            </a:prstGeom>
          </p:spPr>
        </p:pic>
        <p:sp>
          <p:nvSpPr>
            <p:cNvPr id="28" name="object 28"/>
            <p:cNvSpPr/>
            <p:nvPr/>
          </p:nvSpPr>
          <p:spPr>
            <a:xfrm>
              <a:off x="6551676" y="2503931"/>
              <a:ext cx="573405" cy="215265"/>
            </a:xfrm>
            <a:custGeom>
              <a:avLst/>
              <a:gdLst/>
              <a:ahLst/>
              <a:cxnLst/>
              <a:rect l="l" t="t" r="r" b="b"/>
              <a:pathLst>
                <a:path w="573404" h="215264">
                  <a:moveTo>
                    <a:pt x="537209" y="0"/>
                  </a:moveTo>
                  <a:lnTo>
                    <a:pt x="35814" y="0"/>
                  </a:lnTo>
                  <a:lnTo>
                    <a:pt x="21859" y="2809"/>
                  </a:lnTo>
                  <a:lnTo>
                    <a:pt x="10477" y="10477"/>
                  </a:lnTo>
                  <a:lnTo>
                    <a:pt x="2809" y="21859"/>
                  </a:lnTo>
                  <a:lnTo>
                    <a:pt x="0" y="35813"/>
                  </a:lnTo>
                  <a:lnTo>
                    <a:pt x="0" y="179069"/>
                  </a:lnTo>
                  <a:lnTo>
                    <a:pt x="2809" y="193024"/>
                  </a:lnTo>
                  <a:lnTo>
                    <a:pt x="10477" y="204406"/>
                  </a:lnTo>
                  <a:lnTo>
                    <a:pt x="21859" y="212074"/>
                  </a:lnTo>
                  <a:lnTo>
                    <a:pt x="35814" y="214884"/>
                  </a:lnTo>
                  <a:lnTo>
                    <a:pt x="537209" y="214884"/>
                  </a:lnTo>
                  <a:lnTo>
                    <a:pt x="551164" y="212074"/>
                  </a:lnTo>
                  <a:lnTo>
                    <a:pt x="562546" y="204406"/>
                  </a:lnTo>
                  <a:lnTo>
                    <a:pt x="570214" y="193024"/>
                  </a:lnTo>
                  <a:lnTo>
                    <a:pt x="573024" y="179069"/>
                  </a:lnTo>
                  <a:lnTo>
                    <a:pt x="573024" y="35813"/>
                  </a:lnTo>
                  <a:lnTo>
                    <a:pt x="570214" y="21859"/>
                  </a:lnTo>
                  <a:lnTo>
                    <a:pt x="562546" y="10477"/>
                  </a:lnTo>
                  <a:lnTo>
                    <a:pt x="551164" y="2809"/>
                  </a:lnTo>
                  <a:lnTo>
                    <a:pt x="537209" y="0"/>
                  </a:lnTo>
                  <a:close/>
                </a:path>
              </a:pathLst>
            </a:custGeom>
            <a:solidFill>
              <a:srgbClr val="0D80B8"/>
            </a:solidFill>
          </p:spPr>
          <p:txBody>
            <a:bodyPr wrap="square" lIns="0" tIns="0" rIns="0" bIns="0" rtlCol="0"/>
            <a:lstStyle/>
            <a:p>
              <a:endParaRPr/>
            </a:p>
          </p:txBody>
        </p:sp>
        <p:pic>
          <p:nvPicPr>
            <p:cNvPr id="29" name="object 29"/>
            <p:cNvPicPr/>
            <p:nvPr/>
          </p:nvPicPr>
          <p:blipFill>
            <a:blip r:embed="rId7" cstate="print"/>
            <a:stretch>
              <a:fillRect/>
            </a:stretch>
          </p:blipFill>
          <p:spPr>
            <a:xfrm>
              <a:off x="6509004" y="2007133"/>
              <a:ext cx="653796" cy="326110"/>
            </a:xfrm>
            <a:prstGeom prst="rect">
              <a:avLst/>
            </a:prstGeom>
          </p:spPr>
        </p:pic>
        <p:pic>
          <p:nvPicPr>
            <p:cNvPr id="30" name="object 30"/>
            <p:cNvPicPr/>
            <p:nvPr/>
          </p:nvPicPr>
          <p:blipFill>
            <a:blip r:embed="rId11" cstate="print"/>
            <a:stretch>
              <a:fillRect/>
            </a:stretch>
          </p:blipFill>
          <p:spPr>
            <a:xfrm>
              <a:off x="6562344" y="1994954"/>
              <a:ext cx="548678" cy="400773"/>
            </a:xfrm>
            <a:prstGeom prst="rect">
              <a:avLst/>
            </a:prstGeom>
          </p:spPr>
        </p:pic>
      </p:grpSp>
      <p:sp>
        <p:nvSpPr>
          <p:cNvPr id="31" name="object 31"/>
          <p:cNvSpPr txBox="1"/>
          <p:nvPr/>
        </p:nvSpPr>
        <p:spPr>
          <a:xfrm>
            <a:off x="6551676" y="2029967"/>
            <a:ext cx="573405" cy="245745"/>
          </a:xfrm>
          <a:prstGeom prst="rect">
            <a:avLst/>
          </a:prstGeom>
          <a:solidFill>
            <a:srgbClr val="F19C13"/>
          </a:solidFill>
        </p:spPr>
        <p:txBody>
          <a:bodyPr vert="horz" wrap="square" lIns="0" tIns="22225" rIns="0" bIns="0" rtlCol="0">
            <a:spAutoFit/>
          </a:bodyPr>
          <a:lstStyle/>
          <a:p>
            <a:pPr marL="145415">
              <a:lnSpc>
                <a:spcPct val="100000"/>
              </a:lnSpc>
              <a:spcBef>
                <a:spcPts val="175"/>
              </a:spcBef>
            </a:pPr>
            <a:r>
              <a:rPr sz="1200" dirty="0">
                <a:solidFill>
                  <a:srgbClr val="252525"/>
                </a:solidFill>
                <a:latin typeface="Calibri"/>
                <a:cs typeface="Calibri"/>
              </a:rPr>
              <a:t>Map</a:t>
            </a:r>
            <a:endParaRPr sz="1200">
              <a:latin typeface="Calibri"/>
              <a:cs typeface="Calibri"/>
            </a:endParaRPr>
          </a:p>
        </p:txBody>
      </p:sp>
      <p:grpSp>
        <p:nvGrpSpPr>
          <p:cNvPr id="32" name="object 32"/>
          <p:cNvGrpSpPr/>
          <p:nvPr/>
        </p:nvGrpSpPr>
        <p:grpSpPr>
          <a:xfrm>
            <a:off x="5536691" y="1830070"/>
            <a:ext cx="1343660" cy="2322830"/>
            <a:chOff x="5536691" y="1830070"/>
            <a:chExt cx="1343660" cy="2322830"/>
          </a:xfrm>
        </p:grpSpPr>
        <p:pic>
          <p:nvPicPr>
            <p:cNvPr id="33" name="object 33"/>
            <p:cNvPicPr/>
            <p:nvPr/>
          </p:nvPicPr>
          <p:blipFill>
            <a:blip r:embed="rId12" cstate="print"/>
            <a:stretch>
              <a:fillRect/>
            </a:stretch>
          </p:blipFill>
          <p:spPr>
            <a:xfrm>
              <a:off x="5568695" y="3745992"/>
              <a:ext cx="662939" cy="335254"/>
            </a:xfrm>
            <a:prstGeom prst="rect">
              <a:avLst/>
            </a:prstGeom>
          </p:spPr>
        </p:pic>
        <p:sp>
          <p:nvSpPr>
            <p:cNvPr id="34" name="object 34"/>
            <p:cNvSpPr/>
            <p:nvPr/>
          </p:nvSpPr>
          <p:spPr>
            <a:xfrm>
              <a:off x="5615939" y="3773424"/>
              <a:ext cx="573405" cy="245745"/>
            </a:xfrm>
            <a:custGeom>
              <a:avLst/>
              <a:gdLst/>
              <a:ahLst/>
              <a:cxnLst/>
              <a:rect l="l" t="t" r="r" b="b"/>
              <a:pathLst>
                <a:path w="573404" h="245745">
                  <a:moveTo>
                    <a:pt x="0" y="245363"/>
                  </a:moveTo>
                  <a:lnTo>
                    <a:pt x="573024" y="245363"/>
                  </a:lnTo>
                  <a:lnTo>
                    <a:pt x="573024" y="0"/>
                  </a:lnTo>
                  <a:lnTo>
                    <a:pt x="0" y="0"/>
                  </a:lnTo>
                  <a:lnTo>
                    <a:pt x="0" y="245363"/>
                  </a:lnTo>
                  <a:close/>
                </a:path>
              </a:pathLst>
            </a:custGeom>
            <a:ln w="9144">
              <a:solidFill>
                <a:srgbClr val="99B851"/>
              </a:solidFill>
            </a:ln>
          </p:spPr>
          <p:txBody>
            <a:bodyPr wrap="square" lIns="0" tIns="0" rIns="0" bIns="0" rtlCol="0"/>
            <a:lstStyle/>
            <a:p>
              <a:endParaRPr/>
            </a:p>
          </p:txBody>
        </p:sp>
        <p:pic>
          <p:nvPicPr>
            <p:cNvPr id="35" name="object 35"/>
            <p:cNvPicPr/>
            <p:nvPr/>
          </p:nvPicPr>
          <p:blipFill>
            <a:blip r:embed="rId13" cstate="print"/>
            <a:stretch>
              <a:fillRect/>
            </a:stretch>
          </p:blipFill>
          <p:spPr>
            <a:xfrm>
              <a:off x="5536691" y="3750564"/>
              <a:ext cx="725436" cy="358178"/>
            </a:xfrm>
            <a:prstGeom prst="rect">
              <a:avLst/>
            </a:prstGeom>
          </p:spPr>
        </p:pic>
        <p:pic>
          <p:nvPicPr>
            <p:cNvPr id="36" name="object 36"/>
            <p:cNvPicPr/>
            <p:nvPr/>
          </p:nvPicPr>
          <p:blipFill>
            <a:blip r:embed="rId14" cstate="print"/>
            <a:stretch>
              <a:fillRect/>
            </a:stretch>
          </p:blipFill>
          <p:spPr>
            <a:xfrm>
              <a:off x="5536691" y="3752088"/>
              <a:ext cx="720826" cy="400773"/>
            </a:xfrm>
            <a:prstGeom prst="rect">
              <a:avLst/>
            </a:prstGeom>
          </p:spPr>
        </p:pic>
        <p:sp>
          <p:nvSpPr>
            <p:cNvPr id="37" name="object 37"/>
            <p:cNvSpPr/>
            <p:nvPr/>
          </p:nvSpPr>
          <p:spPr>
            <a:xfrm>
              <a:off x="5579363" y="3773424"/>
              <a:ext cx="645160" cy="277495"/>
            </a:xfrm>
            <a:custGeom>
              <a:avLst/>
              <a:gdLst/>
              <a:ahLst/>
              <a:cxnLst/>
              <a:rect l="l" t="t" r="r" b="b"/>
              <a:pathLst>
                <a:path w="645160" h="277495">
                  <a:moveTo>
                    <a:pt x="644651" y="0"/>
                  </a:moveTo>
                  <a:lnTo>
                    <a:pt x="0" y="0"/>
                  </a:lnTo>
                  <a:lnTo>
                    <a:pt x="0" y="277367"/>
                  </a:lnTo>
                  <a:lnTo>
                    <a:pt x="644651" y="277367"/>
                  </a:lnTo>
                  <a:lnTo>
                    <a:pt x="644651" y="0"/>
                  </a:lnTo>
                  <a:close/>
                </a:path>
              </a:pathLst>
            </a:custGeom>
            <a:solidFill>
              <a:srgbClr val="F19C13"/>
            </a:solidFill>
          </p:spPr>
          <p:txBody>
            <a:bodyPr wrap="square" lIns="0" tIns="0" rIns="0" bIns="0" rtlCol="0"/>
            <a:lstStyle/>
            <a:p>
              <a:endParaRPr/>
            </a:p>
          </p:txBody>
        </p:sp>
        <p:pic>
          <p:nvPicPr>
            <p:cNvPr id="38" name="object 38"/>
            <p:cNvPicPr/>
            <p:nvPr/>
          </p:nvPicPr>
          <p:blipFill>
            <a:blip r:embed="rId9" cstate="print"/>
            <a:stretch>
              <a:fillRect/>
            </a:stretch>
          </p:blipFill>
          <p:spPr>
            <a:xfrm>
              <a:off x="6804024" y="1830070"/>
              <a:ext cx="76200" cy="200278"/>
            </a:xfrm>
            <a:prstGeom prst="rect">
              <a:avLst/>
            </a:prstGeom>
          </p:spPr>
        </p:pic>
        <p:pic>
          <p:nvPicPr>
            <p:cNvPr id="39" name="object 39"/>
            <p:cNvPicPr/>
            <p:nvPr/>
          </p:nvPicPr>
          <p:blipFill>
            <a:blip r:embed="rId10" cstate="print"/>
            <a:stretch>
              <a:fillRect/>
            </a:stretch>
          </p:blipFill>
          <p:spPr>
            <a:xfrm>
              <a:off x="6801611" y="2287524"/>
              <a:ext cx="76200" cy="187325"/>
            </a:xfrm>
            <a:prstGeom prst="rect">
              <a:avLst/>
            </a:prstGeom>
          </p:spPr>
        </p:pic>
      </p:grpSp>
      <p:sp>
        <p:nvSpPr>
          <p:cNvPr id="40" name="object 40"/>
          <p:cNvSpPr txBox="1"/>
          <p:nvPr/>
        </p:nvSpPr>
        <p:spPr>
          <a:xfrm>
            <a:off x="5579364" y="3798519"/>
            <a:ext cx="645160" cy="208279"/>
          </a:xfrm>
          <a:prstGeom prst="rect">
            <a:avLst/>
          </a:prstGeom>
        </p:spPr>
        <p:txBody>
          <a:bodyPr vert="horz" wrap="square" lIns="0" tIns="12700" rIns="0" bIns="0" rtlCol="0">
            <a:spAutoFit/>
          </a:bodyPr>
          <a:lstStyle/>
          <a:p>
            <a:pPr marL="92075">
              <a:lnSpc>
                <a:spcPct val="100000"/>
              </a:lnSpc>
              <a:spcBef>
                <a:spcPts val="100"/>
              </a:spcBef>
            </a:pPr>
            <a:r>
              <a:rPr sz="1200" spc="-5" dirty="0">
                <a:solidFill>
                  <a:srgbClr val="252525"/>
                </a:solidFill>
                <a:latin typeface="Calibri"/>
                <a:cs typeface="Calibri"/>
              </a:rPr>
              <a:t>Reduce</a:t>
            </a:r>
            <a:endParaRPr sz="1200">
              <a:latin typeface="Calibri"/>
              <a:cs typeface="Calibri"/>
            </a:endParaRPr>
          </a:p>
        </p:txBody>
      </p:sp>
      <p:grpSp>
        <p:nvGrpSpPr>
          <p:cNvPr id="41" name="object 41"/>
          <p:cNvGrpSpPr/>
          <p:nvPr/>
        </p:nvGrpSpPr>
        <p:grpSpPr>
          <a:xfrm>
            <a:off x="6525768" y="3747515"/>
            <a:ext cx="725805" cy="407034"/>
            <a:chOff x="6525768" y="3747515"/>
            <a:chExt cx="725805" cy="407034"/>
          </a:xfrm>
        </p:grpSpPr>
        <p:pic>
          <p:nvPicPr>
            <p:cNvPr id="42" name="object 42"/>
            <p:cNvPicPr/>
            <p:nvPr/>
          </p:nvPicPr>
          <p:blipFill>
            <a:blip r:embed="rId15" cstate="print"/>
            <a:stretch>
              <a:fillRect/>
            </a:stretch>
          </p:blipFill>
          <p:spPr>
            <a:xfrm>
              <a:off x="6557772" y="3747515"/>
              <a:ext cx="662940" cy="333756"/>
            </a:xfrm>
            <a:prstGeom prst="rect">
              <a:avLst/>
            </a:prstGeom>
          </p:spPr>
        </p:pic>
        <p:sp>
          <p:nvSpPr>
            <p:cNvPr id="43" name="object 43"/>
            <p:cNvSpPr/>
            <p:nvPr/>
          </p:nvSpPr>
          <p:spPr>
            <a:xfrm>
              <a:off x="6605016" y="3774947"/>
              <a:ext cx="573405" cy="243840"/>
            </a:xfrm>
            <a:custGeom>
              <a:avLst/>
              <a:gdLst/>
              <a:ahLst/>
              <a:cxnLst/>
              <a:rect l="l" t="t" r="r" b="b"/>
              <a:pathLst>
                <a:path w="573404" h="243839">
                  <a:moveTo>
                    <a:pt x="0" y="243839"/>
                  </a:moveTo>
                  <a:lnTo>
                    <a:pt x="573024" y="243839"/>
                  </a:lnTo>
                  <a:lnTo>
                    <a:pt x="573024" y="0"/>
                  </a:lnTo>
                  <a:lnTo>
                    <a:pt x="0" y="0"/>
                  </a:lnTo>
                  <a:lnTo>
                    <a:pt x="0" y="243839"/>
                  </a:lnTo>
                  <a:close/>
                </a:path>
              </a:pathLst>
            </a:custGeom>
            <a:ln w="9144">
              <a:solidFill>
                <a:srgbClr val="99B851"/>
              </a:solidFill>
            </a:ln>
          </p:spPr>
          <p:txBody>
            <a:bodyPr wrap="square" lIns="0" tIns="0" rIns="0" bIns="0" rtlCol="0"/>
            <a:lstStyle/>
            <a:p>
              <a:endParaRPr/>
            </a:p>
          </p:txBody>
        </p:sp>
        <p:pic>
          <p:nvPicPr>
            <p:cNvPr id="44" name="object 44"/>
            <p:cNvPicPr/>
            <p:nvPr/>
          </p:nvPicPr>
          <p:blipFill>
            <a:blip r:embed="rId13" cstate="print"/>
            <a:stretch>
              <a:fillRect/>
            </a:stretch>
          </p:blipFill>
          <p:spPr>
            <a:xfrm>
              <a:off x="6525768" y="3752087"/>
              <a:ext cx="725436" cy="358178"/>
            </a:xfrm>
            <a:prstGeom prst="rect">
              <a:avLst/>
            </a:prstGeom>
          </p:spPr>
        </p:pic>
        <p:pic>
          <p:nvPicPr>
            <p:cNvPr id="45" name="object 45"/>
            <p:cNvPicPr/>
            <p:nvPr/>
          </p:nvPicPr>
          <p:blipFill>
            <a:blip r:embed="rId16" cstate="print"/>
            <a:stretch>
              <a:fillRect/>
            </a:stretch>
          </p:blipFill>
          <p:spPr>
            <a:xfrm>
              <a:off x="6525768" y="3753611"/>
              <a:ext cx="720826" cy="400773"/>
            </a:xfrm>
            <a:prstGeom prst="rect">
              <a:avLst/>
            </a:prstGeom>
          </p:spPr>
        </p:pic>
        <p:sp>
          <p:nvSpPr>
            <p:cNvPr id="46" name="object 46"/>
            <p:cNvSpPr/>
            <p:nvPr/>
          </p:nvSpPr>
          <p:spPr>
            <a:xfrm>
              <a:off x="6568440" y="3774947"/>
              <a:ext cx="645160" cy="277495"/>
            </a:xfrm>
            <a:custGeom>
              <a:avLst/>
              <a:gdLst/>
              <a:ahLst/>
              <a:cxnLst/>
              <a:rect l="l" t="t" r="r" b="b"/>
              <a:pathLst>
                <a:path w="645159" h="277495">
                  <a:moveTo>
                    <a:pt x="644651" y="0"/>
                  </a:moveTo>
                  <a:lnTo>
                    <a:pt x="0" y="0"/>
                  </a:lnTo>
                  <a:lnTo>
                    <a:pt x="0" y="277367"/>
                  </a:lnTo>
                  <a:lnTo>
                    <a:pt x="644651" y="277367"/>
                  </a:lnTo>
                  <a:lnTo>
                    <a:pt x="644651" y="0"/>
                  </a:lnTo>
                  <a:close/>
                </a:path>
              </a:pathLst>
            </a:custGeom>
            <a:solidFill>
              <a:srgbClr val="F19C13"/>
            </a:solidFill>
          </p:spPr>
          <p:txBody>
            <a:bodyPr wrap="square" lIns="0" tIns="0" rIns="0" bIns="0" rtlCol="0"/>
            <a:lstStyle/>
            <a:p>
              <a:endParaRPr/>
            </a:p>
          </p:txBody>
        </p:sp>
      </p:grpSp>
      <p:sp>
        <p:nvSpPr>
          <p:cNvPr id="47" name="object 47"/>
          <p:cNvSpPr txBox="1"/>
          <p:nvPr/>
        </p:nvSpPr>
        <p:spPr>
          <a:xfrm>
            <a:off x="6568440" y="3800043"/>
            <a:ext cx="645160" cy="208279"/>
          </a:xfrm>
          <a:prstGeom prst="rect">
            <a:avLst/>
          </a:prstGeom>
        </p:spPr>
        <p:txBody>
          <a:bodyPr vert="horz" wrap="square" lIns="0" tIns="12700" rIns="0" bIns="0" rtlCol="0">
            <a:spAutoFit/>
          </a:bodyPr>
          <a:lstStyle/>
          <a:p>
            <a:pPr marL="92075">
              <a:lnSpc>
                <a:spcPct val="100000"/>
              </a:lnSpc>
              <a:spcBef>
                <a:spcPts val="100"/>
              </a:spcBef>
            </a:pPr>
            <a:r>
              <a:rPr sz="1200" spc="-5" dirty="0">
                <a:solidFill>
                  <a:srgbClr val="252525"/>
                </a:solidFill>
                <a:latin typeface="Calibri"/>
                <a:cs typeface="Calibri"/>
              </a:rPr>
              <a:t>Reduce</a:t>
            </a:r>
            <a:endParaRPr sz="1200">
              <a:latin typeface="Calibri"/>
              <a:cs typeface="Calibri"/>
            </a:endParaRPr>
          </a:p>
        </p:txBody>
      </p:sp>
      <p:grpSp>
        <p:nvGrpSpPr>
          <p:cNvPr id="48" name="object 48"/>
          <p:cNvGrpSpPr/>
          <p:nvPr/>
        </p:nvGrpSpPr>
        <p:grpSpPr>
          <a:xfrm>
            <a:off x="5483352" y="880872"/>
            <a:ext cx="1792605" cy="2896870"/>
            <a:chOff x="5483352" y="880872"/>
            <a:chExt cx="1792605" cy="2896870"/>
          </a:xfrm>
        </p:grpSpPr>
        <p:sp>
          <p:nvSpPr>
            <p:cNvPr id="49" name="object 49"/>
            <p:cNvSpPr/>
            <p:nvPr/>
          </p:nvSpPr>
          <p:spPr>
            <a:xfrm>
              <a:off x="5484495" y="994790"/>
              <a:ext cx="1783080" cy="2783205"/>
            </a:xfrm>
            <a:custGeom>
              <a:avLst/>
              <a:gdLst/>
              <a:ahLst/>
              <a:cxnLst/>
              <a:rect l="l" t="t" r="r" b="b"/>
              <a:pathLst>
                <a:path w="1783079" h="2783204">
                  <a:moveTo>
                    <a:pt x="397002" y="2780030"/>
                  </a:moveTo>
                  <a:lnTo>
                    <a:pt x="387375" y="2734310"/>
                  </a:lnTo>
                  <a:lnTo>
                    <a:pt x="379476" y="2696718"/>
                  </a:lnTo>
                  <a:lnTo>
                    <a:pt x="354634" y="2716441"/>
                  </a:lnTo>
                  <a:lnTo>
                    <a:pt x="9906" y="2282444"/>
                  </a:lnTo>
                  <a:lnTo>
                    <a:pt x="0" y="2290318"/>
                  </a:lnTo>
                  <a:lnTo>
                    <a:pt x="344639" y="2724366"/>
                  </a:lnTo>
                  <a:lnTo>
                    <a:pt x="319786" y="2744089"/>
                  </a:lnTo>
                  <a:lnTo>
                    <a:pt x="397002" y="2780030"/>
                  </a:lnTo>
                  <a:close/>
                </a:path>
                <a:path w="1783079" h="2783204">
                  <a:moveTo>
                    <a:pt x="902335" y="6858"/>
                  </a:moveTo>
                  <a:lnTo>
                    <a:pt x="891667" y="0"/>
                  </a:lnTo>
                  <a:lnTo>
                    <a:pt x="539127" y="548627"/>
                  </a:lnTo>
                  <a:lnTo>
                    <a:pt x="512445" y="531495"/>
                  </a:lnTo>
                  <a:lnTo>
                    <a:pt x="503301" y="616204"/>
                  </a:lnTo>
                  <a:lnTo>
                    <a:pt x="576580" y="572643"/>
                  </a:lnTo>
                  <a:lnTo>
                    <a:pt x="566483" y="566166"/>
                  </a:lnTo>
                  <a:lnTo>
                    <a:pt x="549795" y="555472"/>
                  </a:lnTo>
                  <a:lnTo>
                    <a:pt x="902335" y="6858"/>
                  </a:lnTo>
                  <a:close/>
                </a:path>
                <a:path w="1783079" h="2783204">
                  <a:moveTo>
                    <a:pt x="1392555" y="2704211"/>
                  </a:moveTo>
                  <a:lnTo>
                    <a:pt x="1364361" y="2704211"/>
                  </a:lnTo>
                  <a:lnTo>
                    <a:pt x="1364361" y="1724787"/>
                  </a:lnTo>
                  <a:lnTo>
                    <a:pt x="1355432" y="1724787"/>
                  </a:lnTo>
                  <a:lnTo>
                    <a:pt x="1349883" y="1719834"/>
                  </a:lnTo>
                  <a:lnTo>
                    <a:pt x="1345476" y="1724787"/>
                  </a:lnTo>
                  <a:lnTo>
                    <a:pt x="1344549" y="1724787"/>
                  </a:lnTo>
                  <a:lnTo>
                    <a:pt x="1344549" y="1725853"/>
                  </a:lnTo>
                  <a:lnTo>
                    <a:pt x="880681" y="2248585"/>
                  </a:lnTo>
                  <a:lnTo>
                    <a:pt x="872185" y="2238781"/>
                  </a:lnTo>
                  <a:lnTo>
                    <a:pt x="872185" y="2258161"/>
                  </a:lnTo>
                  <a:lnTo>
                    <a:pt x="463715" y="2718473"/>
                  </a:lnTo>
                  <a:lnTo>
                    <a:pt x="443738" y="2700769"/>
                  </a:lnTo>
                  <a:lnTo>
                    <a:pt x="444373" y="2699512"/>
                  </a:lnTo>
                  <a:lnTo>
                    <a:pt x="450723" y="2686812"/>
                  </a:lnTo>
                  <a:lnTo>
                    <a:pt x="422529" y="2686812"/>
                  </a:lnTo>
                  <a:lnTo>
                    <a:pt x="422529" y="1739074"/>
                  </a:lnTo>
                  <a:lnTo>
                    <a:pt x="872185" y="2258161"/>
                  </a:lnTo>
                  <a:lnTo>
                    <a:pt x="872185" y="2238781"/>
                  </a:lnTo>
                  <a:lnTo>
                    <a:pt x="422783" y="1719834"/>
                  </a:lnTo>
                  <a:lnTo>
                    <a:pt x="417068" y="1724787"/>
                  </a:lnTo>
                  <a:lnTo>
                    <a:pt x="402717" y="1724787"/>
                  </a:lnTo>
                  <a:lnTo>
                    <a:pt x="402717" y="2686812"/>
                  </a:lnTo>
                  <a:lnTo>
                    <a:pt x="374523" y="2686812"/>
                  </a:lnTo>
                  <a:lnTo>
                    <a:pt x="379476" y="2696718"/>
                  </a:lnTo>
                  <a:lnTo>
                    <a:pt x="412623" y="2763012"/>
                  </a:lnTo>
                  <a:lnTo>
                    <a:pt x="433844" y="2720568"/>
                  </a:lnTo>
                  <a:lnTo>
                    <a:pt x="417957" y="2779649"/>
                  </a:lnTo>
                  <a:lnTo>
                    <a:pt x="497078" y="2748026"/>
                  </a:lnTo>
                  <a:lnTo>
                    <a:pt x="484035" y="2736469"/>
                  </a:lnTo>
                  <a:lnTo>
                    <a:pt x="473278" y="2726944"/>
                  </a:lnTo>
                  <a:lnTo>
                    <a:pt x="880567" y="2267839"/>
                  </a:lnTo>
                  <a:lnTo>
                    <a:pt x="1277670" y="2726232"/>
                  </a:lnTo>
                  <a:lnTo>
                    <a:pt x="1253617" y="2747010"/>
                  </a:lnTo>
                  <a:lnTo>
                    <a:pt x="1332357" y="2779649"/>
                  </a:lnTo>
                  <a:lnTo>
                    <a:pt x="1321142" y="2735834"/>
                  </a:lnTo>
                  <a:lnTo>
                    <a:pt x="1311275" y="2697226"/>
                  </a:lnTo>
                  <a:lnTo>
                    <a:pt x="1287221" y="2718003"/>
                  </a:lnTo>
                  <a:lnTo>
                    <a:pt x="889063" y="2258263"/>
                  </a:lnTo>
                  <a:lnTo>
                    <a:pt x="1344549" y="1744827"/>
                  </a:lnTo>
                  <a:lnTo>
                    <a:pt x="1344549" y="2704211"/>
                  </a:lnTo>
                  <a:lnTo>
                    <a:pt x="1316355" y="2704211"/>
                  </a:lnTo>
                  <a:lnTo>
                    <a:pt x="1354455" y="2780411"/>
                  </a:lnTo>
                  <a:lnTo>
                    <a:pt x="1386205" y="2716911"/>
                  </a:lnTo>
                  <a:lnTo>
                    <a:pt x="1392555" y="2704211"/>
                  </a:lnTo>
                  <a:close/>
                </a:path>
                <a:path w="1783079" h="2783204">
                  <a:moveTo>
                    <a:pt x="1782826" y="2264283"/>
                  </a:moveTo>
                  <a:lnTo>
                    <a:pt x="1772793" y="2256663"/>
                  </a:lnTo>
                  <a:lnTo>
                    <a:pt x="1426337" y="2718066"/>
                  </a:lnTo>
                  <a:lnTo>
                    <a:pt x="1400937" y="2699004"/>
                  </a:lnTo>
                  <a:lnTo>
                    <a:pt x="1385697" y="2782697"/>
                  </a:lnTo>
                  <a:lnTo>
                    <a:pt x="1461897" y="2744724"/>
                  </a:lnTo>
                  <a:lnTo>
                    <a:pt x="1450035" y="2735834"/>
                  </a:lnTo>
                  <a:lnTo>
                    <a:pt x="1436497" y="2725686"/>
                  </a:lnTo>
                  <a:lnTo>
                    <a:pt x="1782826" y="2264283"/>
                  </a:lnTo>
                  <a:close/>
                </a:path>
              </a:pathLst>
            </a:custGeom>
            <a:solidFill>
              <a:srgbClr val="5F5F5F"/>
            </a:solidFill>
          </p:spPr>
          <p:txBody>
            <a:bodyPr wrap="square" lIns="0" tIns="0" rIns="0" bIns="0" rtlCol="0"/>
            <a:lstStyle/>
            <a:p>
              <a:endParaRPr/>
            </a:p>
          </p:txBody>
        </p:sp>
        <p:sp>
          <p:nvSpPr>
            <p:cNvPr id="50" name="object 50"/>
            <p:cNvSpPr/>
            <p:nvPr/>
          </p:nvSpPr>
          <p:spPr>
            <a:xfrm>
              <a:off x="5489448" y="2714244"/>
              <a:ext cx="1780539" cy="567055"/>
            </a:xfrm>
            <a:custGeom>
              <a:avLst/>
              <a:gdLst/>
              <a:ahLst/>
              <a:cxnLst/>
              <a:rect l="l" t="t" r="r" b="b"/>
              <a:pathLst>
                <a:path w="1780540" h="567054">
                  <a:moveTo>
                    <a:pt x="0" y="566547"/>
                  </a:moveTo>
                  <a:lnTo>
                    <a:pt x="412750" y="4572"/>
                  </a:lnTo>
                </a:path>
                <a:path w="1780540" h="567054">
                  <a:moveTo>
                    <a:pt x="1780285" y="541274"/>
                  </a:moveTo>
                  <a:lnTo>
                    <a:pt x="1356359" y="0"/>
                  </a:lnTo>
                </a:path>
              </a:pathLst>
            </a:custGeom>
            <a:ln w="12192">
              <a:solidFill>
                <a:srgbClr val="5F5F5F"/>
              </a:solidFill>
              <a:prstDash val="sysDash"/>
            </a:ln>
          </p:spPr>
          <p:txBody>
            <a:bodyPr wrap="square" lIns="0" tIns="0" rIns="0" bIns="0" rtlCol="0"/>
            <a:lstStyle/>
            <a:p>
              <a:endParaRPr/>
            </a:p>
          </p:txBody>
        </p:sp>
        <p:sp>
          <p:nvSpPr>
            <p:cNvPr id="51" name="object 51"/>
            <p:cNvSpPr/>
            <p:nvPr/>
          </p:nvSpPr>
          <p:spPr>
            <a:xfrm>
              <a:off x="6340602" y="999363"/>
              <a:ext cx="399415" cy="616585"/>
            </a:xfrm>
            <a:custGeom>
              <a:avLst/>
              <a:gdLst/>
              <a:ahLst/>
              <a:cxnLst/>
              <a:rect l="l" t="t" r="r" b="b"/>
              <a:pathLst>
                <a:path w="399415" h="616585">
                  <a:moveTo>
                    <a:pt x="352532" y="555463"/>
                  </a:moveTo>
                  <a:lnTo>
                    <a:pt x="325754" y="572642"/>
                  </a:lnTo>
                  <a:lnTo>
                    <a:pt x="399033" y="616203"/>
                  </a:lnTo>
                  <a:lnTo>
                    <a:pt x="393632" y="566165"/>
                  </a:lnTo>
                  <a:lnTo>
                    <a:pt x="359409" y="566165"/>
                  </a:lnTo>
                  <a:lnTo>
                    <a:pt x="352532" y="555463"/>
                  </a:lnTo>
                  <a:close/>
                </a:path>
                <a:path w="399415" h="616585">
                  <a:moveTo>
                    <a:pt x="363206" y="548614"/>
                  </a:moveTo>
                  <a:lnTo>
                    <a:pt x="352532" y="555463"/>
                  </a:lnTo>
                  <a:lnTo>
                    <a:pt x="359409" y="566165"/>
                  </a:lnTo>
                  <a:lnTo>
                    <a:pt x="370077" y="559308"/>
                  </a:lnTo>
                  <a:lnTo>
                    <a:pt x="363206" y="548614"/>
                  </a:lnTo>
                  <a:close/>
                </a:path>
                <a:path w="399415" h="616585">
                  <a:moveTo>
                    <a:pt x="389890" y="531495"/>
                  </a:moveTo>
                  <a:lnTo>
                    <a:pt x="363206" y="548614"/>
                  </a:lnTo>
                  <a:lnTo>
                    <a:pt x="370077" y="559308"/>
                  </a:lnTo>
                  <a:lnTo>
                    <a:pt x="359409" y="566165"/>
                  </a:lnTo>
                  <a:lnTo>
                    <a:pt x="393632" y="566165"/>
                  </a:lnTo>
                  <a:lnTo>
                    <a:pt x="389890" y="531495"/>
                  </a:lnTo>
                  <a:close/>
                </a:path>
                <a:path w="399415" h="616585">
                  <a:moveTo>
                    <a:pt x="10668" y="0"/>
                  </a:moveTo>
                  <a:lnTo>
                    <a:pt x="0" y="6858"/>
                  </a:lnTo>
                  <a:lnTo>
                    <a:pt x="352532" y="555463"/>
                  </a:lnTo>
                  <a:lnTo>
                    <a:pt x="363206" y="548614"/>
                  </a:lnTo>
                  <a:lnTo>
                    <a:pt x="10668" y="0"/>
                  </a:lnTo>
                  <a:close/>
                </a:path>
              </a:pathLst>
            </a:custGeom>
            <a:solidFill>
              <a:srgbClr val="5F5F5F"/>
            </a:solidFill>
          </p:spPr>
          <p:txBody>
            <a:bodyPr wrap="square" lIns="0" tIns="0" rIns="0" bIns="0" rtlCol="0"/>
            <a:lstStyle/>
            <a:p>
              <a:endParaRPr/>
            </a:p>
          </p:txBody>
        </p:sp>
        <p:sp>
          <p:nvSpPr>
            <p:cNvPr id="52" name="object 52"/>
            <p:cNvSpPr/>
            <p:nvPr/>
          </p:nvSpPr>
          <p:spPr>
            <a:xfrm>
              <a:off x="5614416" y="880872"/>
              <a:ext cx="1449705" cy="292735"/>
            </a:xfrm>
            <a:custGeom>
              <a:avLst/>
              <a:gdLst/>
              <a:ahLst/>
              <a:cxnLst/>
              <a:rect l="l" t="t" r="r" b="b"/>
              <a:pathLst>
                <a:path w="1449704" h="292734">
                  <a:moveTo>
                    <a:pt x="1400556" y="0"/>
                  </a:moveTo>
                  <a:lnTo>
                    <a:pt x="48768" y="0"/>
                  </a:lnTo>
                  <a:lnTo>
                    <a:pt x="29789" y="3833"/>
                  </a:lnTo>
                  <a:lnTo>
                    <a:pt x="14287" y="14287"/>
                  </a:lnTo>
                  <a:lnTo>
                    <a:pt x="3833" y="29789"/>
                  </a:lnTo>
                  <a:lnTo>
                    <a:pt x="0" y="48767"/>
                  </a:lnTo>
                  <a:lnTo>
                    <a:pt x="0" y="243839"/>
                  </a:lnTo>
                  <a:lnTo>
                    <a:pt x="3833" y="262818"/>
                  </a:lnTo>
                  <a:lnTo>
                    <a:pt x="14287" y="278320"/>
                  </a:lnTo>
                  <a:lnTo>
                    <a:pt x="29789" y="288774"/>
                  </a:lnTo>
                  <a:lnTo>
                    <a:pt x="48768" y="292607"/>
                  </a:lnTo>
                  <a:lnTo>
                    <a:pt x="1400556" y="292607"/>
                  </a:lnTo>
                  <a:lnTo>
                    <a:pt x="1419534" y="288774"/>
                  </a:lnTo>
                  <a:lnTo>
                    <a:pt x="1435036" y="278320"/>
                  </a:lnTo>
                  <a:lnTo>
                    <a:pt x="1445490" y="262818"/>
                  </a:lnTo>
                  <a:lnTo>
                    <a:pt x="1449324" y="243839"/>
                  </a:lnTo>
                  <a:lnTo>
                    <a:pt x="1449324" y="48767"/>
                  </a:lnTo>
                  <a:lnTo>
                    <a:pt x="1445490" y="29789"/>
                  </a:lnTo>
                  <a:lnTo>
                    <a:pt x="1435036" y="14287"/>
                  </a:lnTo>
                  <a:lnTo>
                    <a:pt x="1419534" y="3833"/>
                  </a:lnTo>
                  <a:lnTo>
                    <a:pt x="1400556" y="0"/>
                  </a:lnTo>
                  <a:close/>
                </a:path>
              </a:pathLst>
            </a:custGeom>
            <a:solidFill>
              <a:srgbClr val="9CB955"/>
            </a:solidFill>
          </p:spPr>
          <p:txBody>
            <a:bodyPr wrap="square" lIns="0" tIns="0" rIns="0" bIns="0" rtlCol="0"/>
            <a:lstStyle/>
            <a:p>
              <a:endParaRPr/>
            </a:p>
          </p:txBody>
        </p:sp>
      </p:grpSp>
      <p:sp>
        <p:nvSpPr>
          <p:cNvPr id="53" name="object 53"/>
          <p:cNvSpPr txBox="1"/>
          <p:nvPr/>
        </p:nvSpPr>
        <p:spPr>
          <a:xfrm>
            <a:off x="5892800" y="895857"/>
            <a:ext cx="890905" cy="239395"/>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252525"/>
                </a:solidFill>
                <a:latin typeface="Calibri"/>
                <a:cs typeface="Calibri"/>
              </a:rPr>
              <a:t>INPUT</a:t>
            </a:r>
            <a:r>
              <a:rPr sz="1400" spc="-65" dirty="0">
                <a:solidFill>
                  <a:srgbClr val="252525"/>
                </a:solidFill>
                <a:latin typeface="Calibri"/>
                <a:cs typeface="Calibri"/>
              </a:rPr>
              <a:t> </a:t>
            </a:r>
            <a:r>
              <a:rPr sz="1400" spc="-60" dirty="0">
                <a:solidFill>
                  <a:srgbClr val="252525"/>
                </a:solidFill>
                <a:latin typeface="Calibri"/>
                <a:cs typeface="Calibri"/>
              </a:rPr>
              <a:t>DATA</a:t>
            </a:r>
            <a:endParaRPr sz="1400">
              <a:latin typeface="Calibri"/>
              <a:cs typeface="Calibri"/>
            </a:endParaRPr>
          </a:p>
        </p:txBody>
      </p:sp>
      <p:sp>
        <p:nvSpPr>
          <p:cNvPr id="57" name="object 57"/>
          <p:cNvSpPr txBox="1"/>
          <p:nvPr/>
        </p:nvSpPr>
        <p:spPr>
          <a:xfrm>
            <a:off x="5461761" y="4539488"/>
            <a:ext cx="473075" cy="177800"/>
          </a:xfrm>
          <a:prstGeom prst="rect">
            <a:avLst/>
          </a:prstGeom>
        </p:spPr>
        <p:txBody>
          <a:bodyPr vert="horz" wrap="square" lIns="0" tIns="0" rIns="0" bIns="0" rtlCol="0">
            <a:spAutoFit/>
          </a:bodyPr>
          <a:lstStyle/>
          <a:p>
            <a:pPr marL="12700">
              <a:lnSpc>
                <a:spcPts val="1240"/>
              </a:lnSpc>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1</a:t>
            </a:r>
            <a:endParaRPr sz="1200">
              <a:latin typeface="Calibri"/>
              <a:cs typeface="Calibri"/>
            </a:endParaRPr>
          </a:p>
        </p:txBody>
      </p:sp>
      <p:sp>
        <p:nvSpPr>
          <p:cNvPr id="58" name="object 58"/>
          <p:cNvSpPr txBox="1"/>
          <p:nvPr/>
        </p:nvSpPr>
        <p:spPr>
          <a:xfrm>
            <a:off x="6538341" y="4539488"/>
            <a:ext cx="473075" cy="177800"/>
          </a:xfrm>
          <a:prstGeom prst="rect">
            <a:avLst/>
          </a:prstGeom>
        </p:spPr>
        <p:txBody>
          <a:bodyPr vert="horz" wrap="square" lIns="0" tIns="0" rIns="0" bIns="0" rtlCol="0">
            <a:spAutoFit/>
          </a:bodyPr>
          <a:lstStyle/>
          <a:p>
            <a:pPr marL="12700">
              <a:lnSpc>
                <a:spcPts val="1240"/>
              </a:lnSpc>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2</a:t>
            </a:r>
            <a:endParaRPr sz="1200">
              <a:latin typeface="Calibri"/>
              <a:cs typeface="Calibri"/>
            </a:endParaRPr>
          </a:p>
        </p:txBody>
      </p:sp>
      <p:sp>
        <p:nvSpPr>
          <p:cNvPr id="59" name="object 59"/>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54" name="object 54"/>
          <p:cNvSpPr txBox="1">
            <a:spLocks noGrp="1"/>
          </p:cNvSpPr>
          <p:nvPr>
            <p:ph type="title"/>
          </p:nvPr>
        </p:nvSpPr>
        <p:spPr>
          <a:xfrm>
            <a:off x="471017" y="324053"/>
            <a:ext cx="4917440"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MapReduce</a:t>
            </a:r>
            <a:r>
              <a:rPr spc="15" dirty="0">
                <a:solidFill>
                  <a:srgbClr val="095A82"/>
                </a:solidFill>
              </a:rPr>
              <a:t> </a:t>
            </a:r>
            <a:r>
              <a:rPr spc="-5" dirty="0">
                <a:solidFill>
                  <a:srgbClr val="095A82"/>
                </a:solidFill>
              </a:rPr>
              <a:t>Job</a:t>
            </a:r>
            <a:r>
              <a:rPr spc="-35" dirty="0">
                <a:solidFill>
                  <a:srgbClr val="095A82"/>
                </a:solidFill>
              </a:rPr>
              <a:t> </a:t>
            </a:r>
            <a:r>
              <a:rPr spc="-5" dirty="0">
                <a:solidFill>
                  <a:srgbClr val="095A82"/>
                </a:solidFill>
              </a:rPr>
              <a:t>Submission</a:t>
            </a:r>
            <a:r>
              <a:rPr spc="-20" dirty="0">
                <a:solidFill>
                  <a:srgbClr val="095A82"/>
                </a:solidFill>
              </a:rPr>
              <a:t> </a:t>
            </a:r>
            <a:r>
              <a:rPr spc="-5" dirty="0">
                <a:solidFill>
                  <a:srgbClr val="095A82"/>
                </a:solidFill>
              </a:rPr>
              <a:t>Flow</a:t>
            </a:r>
          </a:p>
        </p:txBody>
      </p:sp>
      <p:sp>
        <p:nvSpPr>
          <p:cNvPr id="55" name="object 55"/>
          <p:cNvSpPr txBox="1"/>
          <p:nvPr/>
        </p:nvSpPr>
        <p:spPr>
          <a:xfrm>
            <a:off x="5520054" y="1392682"/>
            <a:ext cx="4730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1</a:t>
            </a:r>
            <a:endParaRPr sz="1200">
              <a:latin typeface="Calibri"/>
              <a:cs typeface="Calibri"/>
            </a:endParaRPr>
          </a:p>
        </p:txBody>
      </p:sp>
      <p:sp>
        <p:nvSpPr>
          <p:cNvPr id="56" name="object 56"/>
          <p:cNvSpPr txBox="1"/>
          <p:nvPr/>
        </p:nvSpPr>
        <p:spPr>
          <a:xfrm>
            <a:off x="6744081" y="1392682"/>
            <a:ext cx="4730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2</a:t>
            </a:r>
            <a:endParaRPr sz="1200">
              <a:latin typeface="Calibri"/>
              <a:cs typeface="Calibri"/>
            </a:endParaRPr>
          </a:p>
        </p:txBody>
      </p:sp>
      <p:sp>
        <p:nvSpPr>
          <p:cNvPr id="60" name="object 3">
            <a:extLst>
              <a:ext uri="{FF2B5EF4-FFF2-40B4-BE49-F238E27FC236}">
                <a16:creationId xmlns:a16="http://schemas.microsoft.com/office/drawing/2014/main" id="{530B61DF-9D17-8F74-4C71-F1EFF3AE794F}"/>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1" name="Rectangle 60">
            <a:extLst>
              <a:ext uri="{FF2B5EF4-FFF2-40B4-BE49-F238E27FC236}">
                <a16:creationId xmlns:a16="http://schemas.microsoft.com/office/drawing/2014/main" id="{F22E4580-76E3-B683-2572-97040B27F86D}"/>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335100316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2501" y="844169"/>
            <a:ext cx="8239759" cy="3988435"/>
            <a:chOff x="452501" y="844169"/>
            <a:chExt cx="8239759" cy="3988435"/>
          </a:xfrm>
        </p:grpSpPr>
        <p:sp>
          <p:nvSpPr>
            <p:cNvPr id="3" name="object 3"/>
            <p:cNvSpPr/>
            <p:nvPr/>
          </p:nvSpPr>
          <p:spPr>
            <a:xfrm>
              <a:off x="467106"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pic>
          <p:nvPicPr>
            <p:cNvPr id="4" name="object 4"/>
            <p:cNvPicPr/>
            <p:nvPr/>
          </p:nvPicPr>
          <p:blipFill>
            <a:blip r:embed="rId2" cstate="print"/>
            <a:stretch>
              <a:fillRect/>
            </a:stretch>
          </p:blipFill>
          <p:spPr>
            <a:xfrm>
              <a:off x="6412991" y="3246120"/>
              <a:ext cx="1057643" cy="1586484"/>
            </a:xfrm>
            <a:prstGeom prst="rect">
              <a:avLst/>
            </a:prstGeom>
          </p:spPr>
        </p:pic>
        <p:sp>
          <p:nvSpPr>
            <p:cNvPr id="5" name="object 5"/>
            <p:cNvSpPr/>
            <p:nvPr/>
          </p:nvSpPr>
          <p:spPr>
            <a:xfrm>
              <a:off x="6466331" y="3261360"/>
              <a:ext cx="955675" cy="1484630"/>
            </a:xfrm>
            <a:custGeom>
              <a:avLst/>
              <a:gdLst/>
              <a:ahLst/>
              <a:cxnLst/>
              <a:rect l="l" t="t" r="r" b="b"/>
              <a:pathLst>
                <a:path w="955675" h="1484629">
                  <a:moveTo>
                    <a:pt x="955547" y="0"/>
                  </a:moveTo>
                  <a:lnTo>
                    <a:pt x="159258" y="0"/>
                  </a:lnTo>
                  <a:lnTo>
                    <a:pt x="108898" y="8113"/>
                  </a:lnTo>
                  <a:lnTo>
                    <a:pt x="65178" y="30711"/>
                  </a:lnTo>
                  <a:lnTo>
                    <a:pt x="30711" y="65178"/>
                  </a:lnTo>
                  <a:lnTo>
                    <a:pt x="8113" y="108898"/>
                  </a:lnTo>
                  <a:lnTo>
                    <a:pt x="0" y="159257"/>
                  </a:lnTo>
                  <a:lnTo>
                    <a:pt x="0" y="1484376"/>
                  </a:lnTo>
                  <a:lnTo>
                    <a:pt x="796289" y="1484376"/>
                  </a:lnTo>
                  <a:lnTo>
                    <a:pt x="846649" y="1476257"/>
                  </a:lnTo>
                  <a:lnTo>
                    <a:pt x="890369" y="1453649"/>
                  </a:lnTo>
                  <a:lnTo>
                    <a:pt x="924836" y="1419175"/>
                  </a:lnTo>
                  <a:lnTo>
                    <a:pt x="947434" y="1375457"/>
                  </a:lnTo>
                  <a:lnTo>
                    <a:pt x="955547" y="1325117"/>
                  </a:lnTo>
                  <a:lnTo>
                    <a:pt x="955547" y="0"/>
                  </a:lnTo>
                  <a:close/>
                </a:path>
              </a:pathLst>
            </a:custGeom>
            <a:solidFill>
              <a:srgbClr val="D6E2BA"/>
            </a:solidFill>
          </p:spPr>
          <p:txBody>
            <a:bodyPr wrap="square" lIns="0" tIns="0" rIns="0" bIns="0" rtlCol="0"/>
            <a:lstStyle/>
            <a:p>
              <a:endParaRPr/>
            </a:p>
          </p:txBody>
        </p:sp>
        <p:pic>
          <p:nvPicPr>
            <p:cNvPr id="6" name="object 6"/>
            <p:cNvPicPr/>
            <p:nvPr/>
          </p:nvPicPr>
          <p:blipFill>
            <a:blip r:embed="rId3" cstate="print"/>
            <a:stretch>
              <a:fillRect/>
            </a:stretch>
          </p:blipFill>
          <p:spPr>
            <a:xfrm>
              <a:off x="5366004" y="3246120"/>
              <a:ext cx="1059167" cy="1586484"/>
            </a:xfrm>
            <a:prstGeom prst="rect">
              <a:avLst/>
            </a:prstGeom>
          </p:spPr>
        </p:pic>
        <p:sp>
          <p:nvSpPr>
            <p:cNvPr id="7" name="object 7"/>
            <p:cNvSpPr/>
            <p:nvPr/>
          </p:nvSpPr>
          <p:spPr>
            <a:xfrm>
              <a:off x="5419343" y="3261360"/>
              <a:ext cx="957580" cy="1484630"/>
            </a:xfrm>
            <a:custGeom>
              <a:avLst/>
              <a:gdLst/>
              <a:ahLst/>
              <a:cxnLst/>
              <a:rect l="l" t="t" r="r" b="b"/>
              <a:pathLst>
                <a:path w="957579" h="1484629">
                  <a:moveTo>
                    <a:pt x="957071" y="0"/>
                  </a:moveTo>
                  <a:lnTo>
                    <a:pt x="159511" y="0"/>
                  </a:lnTo>
                  <a:lnTo>
                    <a:pt x="109077" y="8127"/>
                  </a:lnTo>
                  <a:lnTo>
                    <a:pt x="65288" y="30764"/>
                  </a:lnTo>
                  <a:lnTo>
                    <a:pt x="30764" y="65288"/>
                  </a:lnTo>
                  <a:lnTo>
                    <a:pt x="8127" y="109077"/>
                  </a:lnTo>
                  <a:lnTo>
                    <a:pt x="0" y="159512"/>
                  </a:lnTo>
                  <a:lnTo>
                    <a:pt x="0" y="1484376"/>
                  </a:lnTo>
                  <a:lnTo>
                    <a:pt x="797559" y="1484376"/>
                  </a:lnTo>
                  <a:lnTo>
                    <a:pt x="847994" y="1476244"/>
                  </a:lnTo>
                  <a:lnTo>
                    <a:pt x="891783" y="1453600"/>
                  </a:lnTo>
                  <a:lnTo>
                    <a:pt x="926307" y="1419071"/>
                  </a:lnTo>
                  <a:lnTo>
                    <a:pt x="948943" y="1375283"/>
                  </a:lnTo>
                  <a:lnTo>
                    <a:pt x="957071" y="1324864"/>
                  </a:lnTo>
                  <a:lnTo>
                    <a:pt x="957071" y="0"/>
                  </a:lnTo>
                  <a:close/>
                </a:path>
              </a:pathLst>
            </a:custGeom>
            <a:solidFill>
              <a:srgbClr val="D6E2BA"/>
            </a:solidFill>
          </p:spPr>
          <p:txBody>
            <a:bodyPr wrap="square" lIns="0" tIns="0" rIns="0" bIns="0" rtlCol="0"/>
            <a:lstStyle/>
            <a:p>
              <a:endParaRPr/>
            </a:p>
          </p:txBody>
        </p:sp>
        <p:pic>
          <p:nvPicPr>
            <p:cNvPr id="8" name="object 8"/>
            <p:cNvPicPr/>
            <p:nvPr/>
          </p:nvPicPr>
          <p:blipFill>
            <a:blip r:embed="rId4" cstate="print"/>
            <a:stretch>
              <a:fillRect/>
            </a:stretch>
          </p:blipFill>
          <p:spPr>
            <a:xfrm>
              <a:off x="6422109" y="1392883"/>
              <a:ext cx="1039408" cy="1559130"/>
            </a:xfrm>
            <a:prstGeom prst="rect">
              <a:avLst/>
            </a:prstGeom>
          </p:spPr>
        </p:pic>
        <p:sp>
          <p:nvSpPr>
            <p:cNvPr id="9" name="object 9"/>
            <p:cNvSpPr/>
            <p:nvPr/>
          </p:nvSpPr>
          <p:spPr>
            <a:xfrm>
              <a:off x="6466331" y="1389888"/>
              <a:ext cx="955675" cy="1484630"/>
            </a:xfrm>
            <a:custGeom>
              <a:avLst/>
              <a:gdLst/>
              <a:ahLst/>
              <a:cxnLst/>
              <a:rect l="l" t="t" r="r" b="b"/>
              <a:pathLst>
                <a:path w="955675" h="1484630">
                  <a:moveTo>
                    <a:pt x="955547" y="0"/>
                  </a:moveTo>
                  <a:lnTo>
                    <a:pt x="159258" y="0"/>
                  </a:lnTo>
                  <a:lnTo>
                    <a:pt x="108898" y="8113"/>
                  </a:lnTo>
                  <a:lnTo>
                    <a:pt x="65178" y="30711"/>
                  </a:lnTo>
                  <a:lnTo>
                    <a:pt x="30711" y="65178"/>
                  </a:lnTo>
                  <a:lnTo>
                    <a:pt x="8113" y="108898"/>
                  </a:lnTo>
                  <a:lnTo>
                    <a:pt x="0" y="159258"/>
                  </a:lnTo>
                  <a:lnTo>
                    <a:pt x="0" y="1484376"/>
                  </a:lnTo>
                  <a:lnTo>
                    <a:pt x="796289" y="1484376"/>
                  </a:lnTo>
                  <a:lnTo>
                    <a:pt x="846649" y="1476262"/>
                  </a:lnTo>
                  <a:lnTo>
                    <a:pt x="890369" y="1453664"/>
                  </a:lnTo>
                  <a:lnTo>
                    <a:pt x="924836" y="1419197"/>
                  </a:lnTo>
                  <a:lnTo>
                    <a:pt x="947434" y="1375477"/>
                  </a:lnTo>
                  <a:lnTo>
                    <a:pt x="955547" y="1325118"/>
                  </a:lnTo>
                  <a:lnTo>
                    <a:pt x="955547" y="0"/>
                  </a:lnTo>
                  <a:close/>
                </a:path>
              </a:pathLst>
            </a:custGeom>
            <a:solidFill>
              <a:srgbClr val="D6E2BA"/>
            </a:solidFill>
          </p:spPr>
          <p:txBody>
            <a:bodyPr wrap="square" lIns="0" tIns="0" rIns="0" bIns="0" rtlCol="0"/>
            <a:lstStyle/>
            <a:p>
              <a:endParaRPr/>
            </a:p>
          </p:txBody>
        </p:sp>
        <p:pic>
          <p:nvPicPr>
            <p:cNvPr id="10" name="object 10"/>
            <p:cNvPicPr/>
            <p:nvPr/>
          </p:nvPicPr>
          <p:blipFill>
            <a:blip r:embed="rId4" cstate="print"/>
            <a:stretch>
              <a:fillRect/>
            </a:stretch>
          </p:blipFill>
          <p:spPr>
            <a:xfrm>
              <a:off x="5370549" y="1392883"/>
              <a:ext cx="1039408" cy="1559130"/>
            </a:xfrm>
            <a:prstGeom prst="rect">
              <a:avLst/>
            </a:prstGeom>
          </p:spPr>
        </p:pic>
        <p:sp>
          <p:nvSpPr>
            <p:cNvPr id="11" name="object 11"/>
            <p:cNvSpPr/>
            <p:nvPr/>
          </p:nvSpPr>
          <p:spPr>
            <a:xfrm>
              <a:off x="5414772" y="1389888"/>
              <a:ext cx="955675" cy="1484630"/>
            </a:xfrm>
            <a:custGeom>
              <a:avLst/>
              <a:gdLst/>
              <a:ahLst/>
              <a:cxnLst/>
              <a:rect l="l" t="t" r="r" b="b"/>
              <a:pathLst>
                <a:path w="955675" h="1484630">
                  <a:moveTo>
                    <a:pt x="955548" y="0"/>
                  </a:moveTo>
                  <a:lnTo>
                    <a:pt x="159257" y="0"/>
                  </a:lnTo>
                  <a:lnTo>
                    <a:pt x="108898" y="8113"/>
                  </a:lnTo>
                  <a:lnTo>
                    <a:pt x="65178" y="30711"/>
                  </a:lnTo>
                  <a:lnTo>
                    <a:pt x="30711" y="65178"/>
                  </a:lnTo>
                  <a:lnTo>
                    <a:pt x="8113" y="108898"/>
                  </a:lnTo>
                  <a:lnTo>
                    <a:pt x="0" y="159258"/>
                  </a:lnTo>
                  <a:lnTo>
                    <a:pt x="0" y="1484376"/>
                  </a:lnTo>
                  <a:lnTo>
                    <a:pt x="796289" y="1484376"/>
                  </a:lnTo>
                  <a:lnTo>
                    <a:pt x="846649" y="1476262"/>
                  </a:lnTo>
                  <a:lnTo>
                    <a:pt x="890369" y="1453664"/>
                  </a:lnTo>
                  <a:lnTo>
                    <a:pt x="924836" y="1419197"/>
                  </a:lnTo>
                  <a:lnTo>
                    <a:pt x="947434" y="1375477"/>
                  </a:lnTo>
                  <a:lnTo>
                    <a:pt x="955548" y="1325118"/>
                  </a:lnTo>
                  <a:lnTo>
                    <a:pt x="955548" y="0"/>
                  </a:lnTo>
                  <a:close/>
                </a:path>
              </a:pathLst>
            </a:custGeom>
            <a:solidFill>
              <a:srgbClr val="D6E2BA"/>
            </a:solidFill>
          </p:spPr>
          <p:txBody>
            <a:bodyPr wrap="square" lIns="0" tIns="0" rIns="0" bIns="0" rtlCol="0"/>
            <a:lstStyle/>
            <a:p>
              <a:endParaRPr/>
            </a:p>
          </p:txBody>
        </p:sp>
        <p:pic>
          <p:nvPicPr>
            <p:cNvPr id="12" name="object 12"/>
            <p:cNvPicPr/>
            <p:nvPr/>
          </p:nvPicPr>
          <p:blipFill>
            <a:blip r:embed="rId5" cstate="print"/>
            <a:stretch>
              <a:fillRect/>
            </a:stretch>
          </p:blipFill>
          <p:spPr>
            <a:xfrm>
              <a:off x="5574791" y="1591056"/>
              <a:ext cx="653796" cy="297179"/>
            </a:xfrm>
            <a:prstGeom prst="rect">
              <a:avLst/>
            </a:prstGeom>
          </p:spPr>
        </p:pic>
        <p:sp>
          <p:nvSpPr>
            <p:cNvPr id="13" name="object 13"/>
            <p:cNvSpPr/>
            <p:nvPr/>
          </p:nvSpPr>
          <p:spPr>
            <a:xfrm>
              <a:off x="5617464" y="1613916"/>
              <a:ext cx="573405" cy="216535"/>
            </a:xfrm>
            <a:custGeom>
              <a:avLst/>
              <a:gdLst/>
              <a:ahLst/>
              <a:cxnLst/>
              <a:rect l="l" t="t" r="r" b="b"/>
              <a:pathLst>
                <a:path w="573404" h="216535">
                  <a:moveTo>
                    <a:pt x="536956" y="0"/>
                  </a:moveTo>
                  <a:lnTo>
                    <a:pt x="36068" y="0"/>
                  </a:lnTo>
                  <a:lnTo>
                    <a:pt x="22020" y="2831"/>
                  </a:lnTo>
                  <a:lnTo>
                    <a:pt x="10556" y="10556"/>
                  </a:lnTo>
                  <a:lnTo>
                    <a:pt x="2831" y="22020"/>
                  </a:lnTo>
                  <a:lnTo>
                    <a:pt x="0" y="36068"/>
                  </a:lnTo>
                  <a:lnTo>
                    <a:pt x="0" y="180339"/>
                  </a:lnTo>
                  <a:lnTo>
                    <a:pt x="2831" y="194387"/>
                  </a:lnTo>
                  <a:lnTo>
                    <a:pt x="10556" y="205851"/>
                  </a:lnTo>
                  <a:lnTo>
                    <a:pt x="22020" y="213576"/>
                  </a:lnTo>
                  <a:lnTo>
                    <a:pt x="36068" y="216408"/>
                  </a:lnTo>
                  <a:lnTo>
                    <a:pt x="536956" y="216408"/>
                  </a:lnTo>
                  <a:lnTo>
                    <a:pt x="551003" y="213576"/>
                  </a:lnTo>
                  <a:lnTo>
                    <a:pt x="562467" y="205851"/>
                  </a:lnTo>
                  <a:lnTo>
                    <a:pt x="570192" y="194387"/>
                  </a:lnTo>
                  <a:lnTo>
                    <a:pt x="573024" y="180339"/>
                  </a:lnTo>
                  <a:lnTo>
                    <a:pt x="573024" y="36068"/>
                  </a:lnTo>
                  <a:lnTo>
                    <a:pt x="570192" y="22020"/>
                  </a:lnTo>
                  <a:lnTo>
                    <a:pt x="562467" y="10556"/>
                  </a:lnTo>
                  <a:lnTo>
                    <a:pt x="551003" y="2831"/>
                  </a:lnTo>
                  <a:lnTo>
                    <a:pt x="536956" y="0"/>
                  </a:lnTo>
                  <a:close/>
                </a:path>
              </a:pathLst>
            </a:custGeom>
            <a:solidFill>
              <a:srgbClr val="0D80B8"/>
            </a:solidFill>
          </p:spPr>
          <p:txBody>
            <a:bodyPr wrap="square" lIns="0" tIns="0" rIns="0" bIns="0" rtlCol="0"/>
            <a:lstStyle/>
            <a:p>
              <a:endParaRPr/>
            </a:p>
          </p:txBody>
        </p:sp>
        <p:pic>
          <p:nvPicPr>
            <p:cNvPr id="14" name="object 14"/>
            <p:cNvPicPr/>
            <p:nvPr/>
          </p:nvPicPr>
          <p:blipFill>
            <a:blip r:embed="rId6" cstate="print"/>
            <a:stretch>
              <a:fillRect/>
            </a:stretch>
          </p:blipFill>
          <p:spPr>
            <a:xfrm>
              <a:off x="5574791" y="2481046"/>
              <a:ext cx="653796" cy="295681"/>
            </a:xfrm>
            <a:prstGeom prst="rect">
              <a:avLst/>
            </a:prstGeom>
          </p:spPr>
        </p:pic>
        <p:sp>
          <p:nvSpPr>
            <p:cNvPr id="15" name="object 15"/>
            <p:cNvSpPr/>
            <p:nvPr/>
          </p:nvSpPr>
          <p:spPr>
            <a:xfrm>
              <a:off x="5617464" y="2503932"/>
              <a:ext cx="573405" cy="215265"/>
            </a:xfrm>
            <a:custGeom>
              <a:avLst/>
              <a:gdLst/>
              <a:ahLst/>
              <a:cxnLst/>
              <a:rect l="l" t="t" r="r" b="b"/>
              <a:pathLst>
                <a:path w="573404" h="215264">
                  <a:moveTo>
                    <a:pt x="537210" y="0"/>
                  </a:moveTo>
                  <a:lnTo>
                    <a:pt x="35813" y="0"/>
                  </a:lnTo>
                  <a:lnTo>
                    <a:pt x="21859" y="2809"/>
                  </a:lnTo>
                  <a:lnTo>
                    <a:pt x="10477" y="10477"/>
                  </a:lnTo>
                  <a:lnTo>
                    <a:pt x="2809" y="21859"/>
                  </a:lnTo>
                  <a:lnTo>
                    <a:pt x="0" y="35813"/>
                  </a:lnTo>
                  <a:lnTo>
                    <a:pt x="0" y="179069"/>
                  </a:lnTo>
                  <a:lnTo>
                    <a:pt x="2809" y="193024"/>
                  </a:lnTo>
                  <a:lnTo>
                    <a:pt x="10477" y="204406"/>
                  </a:lnTo>
                  <a:lnTo>
                    <a:pt x="21859" y="212074"/>
                  </a:lnTo>
                  <a:lnTo>
                    <a:pt x="35813" y="214884"/>
                  </a:lnTo>
                  <a:lnTo>
                    <a:pt x="537210" y="214884"/>
                  </a:lnTo>
                  <a:lnTo>
                    <a:pt x="551164" y="212074"/>
                  </a:lnTo>
                  <a:lnTo>
                    <a:pt x="562546" y="204406"/>
                  </a:lnTo>
                  <a:lnTo>
                    <a:pt x="570214" y="193024"/>
                  </a:lnTo>
                  <a:lnTo>
                    <a:pt x="573024" y="179069"/>
                  </a:lnTo>
                  <a:lnTo>
                    <a:pt x="573024" y="35813"/>
                  </a:lnTo>
                  <a:lnTo>
                    <a:pt x="570214" y="21859"/>
                  </a:lnTo>
                  <a:lnTo>
                    <a:pt x="562546" y="10477"/>
                  </a:lnTo>
                  <a:lnTo>
                    <a:pt x="551164" y="2809"/>
                  </a:lnTo>
                  <a:lnTo>
                    <a:pt x="537210" y="0"/>
                  </a:lnTo>
                  <a:close/>
                </a:path>
              </a:pathLst>
            </a:custGeom>
            <a:solidFill>
              <a:srgbClr val="0D80B8"/>
            </a:solidFill>
          </p:spPr>
          <p:txBody>
            <a:bodyPr wrap="square" lIns="0" tIns="0" rIns="0" bIns="0" rtlCol="0"/>
            <a:lstStyle/>
            <a:p>
              <a:endParaRPr/>
            </a:p>
          </p:txBody>
        </p:sp>
        <p:pic>
          <p:nvPicPr>
            <p:cNvPr id="16" name="object 16"/>
            <p:cNvPicPr/>
            <p:nvPr/>
          </p:nvPicPr>
          <p:blipFill>
            <a:blip r:embed="rId7" cstate="print"/>
            <a:stretch>
              <a:fillRect/>
            </a:stretch>
          </p:blipFill>
          <p:spPr>
            <a:xfrm>
              <a:off x="5574791" y="2007133"/>
              <a:ext cx="653796" cy="326110"/>
            </a:xfrm>
            <a:prstGeom prst="rect">
              <a:avLst/>
            </a:prstGeom>
          </p:spPr>
        </p:pic>
        <p:pic>
          <p:nvPicPr>
            <p:cNvPr id="17" name="object 17"/>
            <p:cNvPicPr/>
            <p:nvPr/>
          </p:nvPicPr>
          <p:blipFill>
            <a:blip r:embed="rId8" cstate="print"/>
            <a:stretch>
              <a:fillRect/>
            </a:stretch>
          </p:blipFill>
          <p:spPr>
            <a:xfrm>
              <a:off x="5626608" y="1994954"/>
              <a:ext cx="548678" cy="400773"/>
            </a:xfrm>
            <a:prstGeom prst="rect">
              <a:avLst/>
            </a:prstGeom>
          </p:spPr>
        </p:pic>
      </p:grpSp>
      <p:sp>
        <p:nvSpPr>
          <p:cNvPr id="18" name="object 18"/>
          <p:cNvSpPr txBox="1"/>
          <p:nvPr/>
        </p:nvSpPr>
        <p:spPr>
          <a:xfrm>
            <a:off x="5617464" y="2029967"/>
            <a:ext cx="573405" cy="245745"/>
          </a:xfrm>
          <a:prstGeom prst="rect">
            <a:avLst/>
          </a:prstGeom>
          <a:solidFill>
            <a:srgbClr val="F19C13"/>
          </a:solidFill>
        </p:spPr>
        <p:txBody>
          <a:bodyPr vert="horz" wrap="square" lIns="0" tIns="22225" rIns="0" bIns="0" rtlCol="0">
            <a:spAutoFit/>
          </a:bodyPr>
          <a:lstStyle/>
          <a:p>
            <a:pPr marL="144145">
              <a:lnSpc>
                <a:spcPct val="100000"/>
              </a:lnSpc>
              <a:spcBef>
                <a:spcPts val="175"/>
              </a:spcBef>
            </a:pPr>
            <a:r>
              <a:rPr sz="1200" dirty="0">
                <a:solidFill>
                  <a:srgbClr val="252525"/>
                </a:solidFill>
                <a:latin typeface="Calibri"/>
                <a:cs typeface="Calibri"/>
              </a:rPr>
              <a:t>Map</a:t>
            </a:r>
            <a:endParaRPr sz="1200">
              <a:latin typeface="Calibri"/>
              <a:cs typeface="Calibri"/>
            </a:endParaRPr>
          </a:p>
        </p:txBody>
      </p:sp>
      <p:grpSp>
        <p:nvGrpSpPr>
          <p:cNvPr id="19" name="object 19"/>
          <p:cNvGrpSpPr/>
          <p:nvPr/>
        </p:nvGrpSpPr>
        <p:grpSpPr>
          <a:xfrm>
            <a:off x="5865876" y="1591055"/>
            <a:ext cx="1297305" cy="1186180"/>
            <a:chOff x="5865876" y="1591055"/>
            <a:chExt cx="1297305" cy="1186180"/>
          </a:xfrm>
        </p:grpSpPr>
        <p:pic>
          <p:nvPicPr>
            <p:cNvPr id="20" name="object 20"/>
            <p:cNvPicPr/>
            <p:nvPr/>
          </p:nvPicPr>
          <p:blipFill>
            <a:blip r:embed="rId9" cstate="print"/>
            <a:stretch>
              <a:fillRect/>
            </a:stretch>
          </p:blipFill>
          <p:spPr>
            <a:xfrm>
              <a:off x="5868289" y="1830069"/>
              <a:ext cx="76200" cy="200278"/>
            </a:xfrm>
            <a:prstGeom prst="rect">
              <a:avLst/>
            </a:prstGeom>
          </p:spPr>
        </p:pic>
        <p:pic>
          <p:nvPicPr>
            <p:cNvPr id="21" name="object 21"/>
            <p:cNvPicPr/>
            <p:nvPr/>
          </p:nvPicPr>
          <p:blipFill>
            <a:blip r:embed="rId10" cstate="print"/>
            <a:stretch>
              <a:fillRect/>
            </a:stretch>
          </p:blipFill>
          <p:spPr>
            <a:xfrm>
              <a:off x="5865876" y="2287523"/>
              <a:ext cx="76200" cy="187325"/>
            </a:xfrm>
            <a:prstGeom prst="rect">
              <a:avLst/>
            </a:prstGeom>
          </p:spPr>
        </p:pic>
        <p:pic>
          <p:nvPicPr>
            <p:cNvPr id="22" name="object 22"/>
            <p:cNvPicPr/>
            <p:nvPr/>
          </p:nvPicPr>
          <p:blipFill>
            <a:blip r:embed="rId5" cstate="print"/>
            <a:stretch>
              <a:fillRect/>
            </a:stretch>
          </p:blipFill>
          <p:spPr>
            <a:xfrm>
              <a:off x="6509004" y="1591055"/>
              <a:ext cx="653796" cy="297179"/>
            </a:xfrm>
            <a:prstGeom prst="rect">
              <a:avLst/>
            </a:prstGeom>
          </p:spPr>
        </p:pic>
        <p:sp>
          <p:nvSpPr>
            <p:cNvPr id="23" name="object 23"/>
            <p:cNvSpPr/>
            <p:nvPr/>
          </p:nvSpPr>
          <p:spPr>
            <a:xfrm>
              <a:off x="6551676" y="1613915"/>
              <a:ext cx="573405" cy="216535"/>
            </a:xfrm>
            <a:custGeom>
              <a:avLst/>
              <a:gdLst/>
              <a:ahLst/>
              <a:cxnLst/>
              <a:rect l="l" t="t" r="r" b="b"/>
              <a:pathLst>
                <a:path w="573404" h="216535">
                  <a:moveTo>
                    <a:pt x="536955" y="0"/>
                  </a:moveTo>
                  <a:lnTo>
                    <a:pt x="36068" y="0"/>
                  </a:lnTo>
                  <a:lnTo>
                    <a:pt x="22020" y="2831"/>
                  </a:lnTo>
                  <a:lnTo>
                    <a:pt x="10556" y="10556"/>
                  </a:lnTo>
                  <a:lnTo>
                    <a:pt x="2831" y="22020"/>
                  </a:lnTo>
                  <a:lnTo>
                    <a:pt x="0" y="36068"/>
                  </a:lnTo>
                  <a:lnTo>
                    <a:pt x="0" y="180339"/>
                  </a:lnTo>
                  <a:lnTo>
                    <a:pt x="2831" y="194387"/>
                  </a:lnTo>
                  <a:lnTo>
                    <a:pt x="10556" y="205851"/>
                  </a:lnTo>
                  <a:lnTo>
                    <a:pt x="22020" y="213576"/>
                  </a:lnTo>
                  <a:lnTo>
                    <a:pt x="36068" y="216408"/>
                  </a:lnTo>
                  <a:lnTo>
                    <a:pt x="536955" y="216408"/>
                  </a:lnTo>
                  <a:lnTo>
                    <a:pt x="551003" y="213576"/>
                  </a:lnTo>
                  <a:lnTo>
                    <a:pt x="562467" y="205851"/>
                  </a:lnTo>
                  <a:lnTo>
                    <a:pt x="570192" y="194387"/>
                  </a:lnTo>
                  <a:lnTo>
                    <a:pt x="573024" y="180339"/>
                  </a:lnTo>
                  <a:lnTo>
                    <a:pt x="573024" y="36068"/>
                  </a:lnTo>
                  <a:lnTo>
                    <a:pt x="570192" y="22020"/>
                  </a:lnTo>
                  <a:lnTo>
                    <a:pt x="562467" y="10556"/>
                  </a:lnTo>
                  <a:lnTo>
                    <a:pt x="551003" y="2831"/>
                  </a:lnTo>
                  <a:lnTo>
                    <a:pt x="536955" y="0"/>
                  </a:lnTo>
                  <a:close/>
                </a:path>
              </a:pathLst>
            </a:custGeom>
            <a:solidFill>
              <a:srgbClr val="0D80B8"/>
            </a:solidFill>
          </p:spPr>
          <p:txBody>
            <a:bodyPr wrap="square" lIns="0" tIns="0" rIns="0" bIns="0" rtlCol="0"/>
            <a:lstStyle/>
            <a:p>
              <a:endParaRPr/>
            </a:p>
          </p:txBody>
        </p:sp>
        <p:pic>
          <p:nvPicPr>
            <p:cNvPr id="24" name="object 24"/>
            <p:cNvPicPr/>
            <p:nvPr/>
          </p:nvPicPr>
          <p:blipFill>
            <a:blip r:embed="rId6" cstate="print"/>
            <a:stretch>
              <a:fillRect/>
            </a:stretch>
          </p:blipFill>
          <p:spPr>
            <a:xfrm>
              <a:off x="6509004" y="2481046"/>
              <a:ext cx="653796" cy="295681"/>
            </a:xfrm>
            <a:prstGeom prst="rect">
              <a:avLst/>
            </a:prstGeom>
          </p:spPr>
        </p:pic>
        <p:sp>
          <p:nvSpPr>
            <p:cNvPr id="25" name="object 25"/>
            <p:cNvSpPr/>
            <p:nvPr/>
          </p:nvSpPr>
          <p:spPr>
            <a:xfrm>
              <a:off x="6551676" y="2503931"/>
              <a:ext cx="573405" cy="215265"/>
            </a:xfrm>
            <a:custGeom>
              <a:avLst/>
              <a:gdLst/>
              <a:ahLst/>
              <a:cxnLst/>
              <a:rect l="l" t="t" r="r" b="b"/>
              <a:pathLst>
                <a:path w="573404" h="215264">
                  <a:moveTo>
                    <a:pt x="537209" y="0"/>
                  </a:moveTo>
                  <a:lnTo>
                    <a:pt x="35814" y="0"/>
                  </a:lnTo>
                  <a:lnTo>
                    <a:pt x="21859" y="2809"/>
                  </a:lnTo>
                  <a:lnTo>
                    <a:pt x="10477" y="10477"/>
                  </a:lnTo>
                  <a:lnTo>
                    <a:pt x="2809" y="21859"/>
                  </a:lnTo>
                  <a:lnTo>
                    <a:pt x="0" y="35813"/>
                  </a:lnTo>
                  <a:lnTo>
                    <a:pt x="0" y="179069"/>
                  </a:lnTo>
                  <a:lnTo>
                    <a:pt x="2809" y="193024"/>
                  </a:lnTo>
                  <a:lnTo>
                    <a:pt x="10477" y="204406"/>
                  </a:lnTo>
                  <a:lnTo>
                    <a:pt x="21859" y="212074"/>
                  </a:lnTo>
                  <a:lnTo>
                    <a:pt x="35814" y="214884"/>
                  </a:lnTo>
                  <a:lnTo>
                    <a:pt x="537209" y="214884"/>
                  </a:lnTo>
                  <a:lnTo>
                    <a:pt x="551164" y="212074"/>
                  </a:lnTo>
                  <a:lnTo>
                    <a:pt x="562546" y="204406"/>
                  </a:lnTo>
                  <a:lnTo>
                    <a:pt x="570214" y="193024"/>
                  </a:lnTo>
                  <a:lnTo>
                    <a:pt x="573024" y="179069"/>
                  </a:lnTo>
                  <a:lnTo>
                    <a:pt x="573024" y="35813"/>
                  </a:lnTo>
                  <a:lnTo>
                    <a:pt x="570214" y="21859"/>
                  </a:lnTo>
                  <a:lnTo>
                    <a:pt x="562546" y="10477"/>
                  </a:lnTo>
                  <a:lnTo>
                    <a:pt x="551164" y="2809"/>
                  </a:lnTo>
                  <a:lnTo>
                    <a:pt x="537209" y="0"/>
                  </a:lnTo>
                  <a:close/>
                </a:path>
              </a:pathLst>
            </a:custGeom>
            <a:solidFill>
              <a:srgbClr val="0D80B8"/>
            </a:solidFill>
          </p:spPr>
          <p:txBody>
            <a:bodyPr wrap="square" lIns="0" tIns="0" rIns="0" bIns="0" rtlCol="0"/>
            <a:lstStyle/>
            <a:p>
              <a:endParaRPr/>
            </a:p>
          </p:txBody>
        </p:sp>
        <p:pic>
          <p:nvPicPr>
            <p:cNvPr id="26" name="object 26"/>
            <p:cNvPicPr/>
            <p:nvPr/>
          </p:nvPicPr>
          <p:blipFill>
            <a:blip r:embed="rId7" cstate="print"/>
            <a:stretch>
              <a:fillRect/>
            </a:stretch>
          </p:blipFill>
          <p:spPr>
            <a:xfrm>
              <a:off x="6509004" y="2007133"/>
              <a:ext cx="653796" cy="326110"/>
            </a:xfrm>
            <a:prstGeom prst="rect">
              <a:avLst/>
            </a:prstGeom>
          </p:spPr>
        </p:pic>
        <p:pic>
          <p:nvPicPr>
            <p:cNvPr id="27" name="object 27"/>
            <p:cNvPicPr/>
            <p:nvPr/>
          </p:nvPicPr>
          <p:blipFill>
            <a:blip r:embed="rId11" cstate="print"/>
            <a:stretch>
              <a:fillRect/>
            </a:stretch>
          </p:blipFill>
          <p:spPr>
            <a:xfrm>
              <a:off x="6562344" y="1994954"/>
              <a:ext cx="548678" cy="400773"/>
            </a:xfrm>
            <a:prstGeom prst="rect">
              <a:avLst/>
            </a:prstGeom>
          </p:spPr>
        </p:pic>
      </p:grpSp>
      <p:sp>
        <p:nvSpPr>
          <p:cNvPr id="28" name="object 28"/>
          <p:cNvSpPr txBox="1"/>
          <p:nvPr/>
        </p:nvSpPr>
        <p:spPr>
          <a:xfrm>
            <a:off x="6551676" y="2029967"/>
            <a:ext cx="573405" cy="245745"/>
          </a:xfrm>
          <a:prstGeom prst="rect">
            <a:avLst/>
          </a:prstGeom>
          <a:solidFill>
            <a:srgbClr val="F19C13"/>
          </a:solidFill>
        </p:spPr>
        <p:txBody>
          <a:bodyPr vert="horz" wrap="square" lIns="0" tIns="22225" rIns="0" bIns="0" rtlCol="0">
            <a:spAutoFit/>
          </a:bodyPr>
          <a:lstStyle/>
          <a:p>
            <a:pPr marL="145415">
              <a:lnSpc>
                <a:spcPct val="100000"/>
              </a:lnSpc>
              <a:spcBef>
                <a:spcPts val="175"/>
              </a:spcBef>
            </a:pPr>
            <a:r>
              <a:rPr sz="1200" dirty="0">
                <a:solidFill>
                  <a:srgbClr val="252525"/>
                </a:solidFill>
                <a:latin typeface="Calibri"/>
                <a:cs typeface="Calibri"/>
              </a:rPr>
              <a:t>Map</a:t>
            </a:r>
            <a:endParaRPr sz="1200">
              <a:latin typeface="Calibri"/>
              <a:cs typeface="Calibri"/>
            </a:endParaRPr>
          </a:p>
        </p:txBody>
      </p:sp>
      <p:grpSp>
        <p:nvGrpSpPr>
          <p:cNvPr id="29" name="object 29"/>
          <p:cNvGrpSpPr/>
          <p:nvPr/>
        </p:nvGrpSpPr>
        <p:grpSpPr>
          <a:xfrm>
            <a:off x="5536691" y="1830070"/>
            <a:ext cx="1343660" cy="2708910"/>
            <a:chOff x="5536691" y="1830070"/>
            <a:chExt cx="1343660" cy="2708910"/>
          </a:xfrm>
        </p:grpSpPr>
        <p:pic>
          <p:nvPicPr>
            <p:cNvPr id="30" name="object 30"/>
            <p:cNvPicPr/>
            <p:nvPr/>
          </p:nvPicPr>
          <p:blipFill>
            <a:blip r:embed="rId5" cstate="print"/>
            <a:stretch>
              <a:fillRect/>
            </a:stretch>
          </p:blipFill>
          <p:spPr>
            <a:xfrm>
              <a:off x="5573267" y="4241292"/>
              <a:ext cx="653796" cy="297179"/>
            </a:xfrm>
            <a:prstGeom prst="rect">
              <a:avLst/>
            </a:prstGeom>
          </p:spPr>
        </p:pic>
        <p:sp>
          <p:nvSpPr>
            <p:cNvPr id="31" name="object 31"/>
            <p:cNvSpPr/>
            <p:nvPr/>
          </p:nvSpPr>
          <p:spPr>
            <a:xfrm>
              <a:off x="5615939" y="4264152"/>
              <a:ext cx="573405" cy="216535"/>
            </a:xfrm>
            <a:custGeom>
              <a:avLst/>
              <a:gdLst/>
              <a:ahLst/>
              <a:cxnLst/>
              <a:rect l="l" t="t" r="r" b="b"/>
              <a:pathLst>
                <a:path w="573404" h="216535">
                  <a:moveTo>
                    <a:pt x="536956" y="0"/>
                  </a:moveTo>
                  <a:lnTo>
                    <a:pt x="36068" y="0"/>
                  </a:lnTo>
                  <a:lnTo>
                    <a:pt x="22020" y="2833"/>
                  </a:lnTo>
                  <a:lnTo>
                    <a:pt x="10556" y="10561"/>
                  </a:lnTo>
                  <a:lnTo>
                    <a:pt x="2831" y="22025"/>
                  </a:lnTo>
                  <a:lnTo>
                    <a:pt x="0" y="36068"/>
                  </a:lnTo>
                  <a:lnTo>
                    <a:pt x="0" y="180340"/>
                  </a:lnTo>
                  <a:lnTo>
                    <a:pt x="2831" y="194376"/>
                  </a:lnTo>
                  <a:lnTo>
                    <a:pt x="10556" y="205841"/>
                  </a:lnTo>
                  <a:lnTo>
                    <a:pt x="22020" y="213572"/>
                  </a:lnTo>
                  <a:lnTo>
                    <a:pt x="36068" y="216408"/>
                  </a:lnTo>
                  <a:lnTo>
                    <a:pt x="536956" y="216408"/>
                  </a:lnTo>
                  <a:lnTo>
                    <a:pt x="551003" y="213572"/>
                  </a:lnTo>
                  <a:lnTo>
                    <a:pt x="562467" y="205841"/>
                  </a:lnTo>
                  <a:lnTo>
                    <a:pt x="570192" y="194376"/>
                  </a:lnTo>
                  <a:lnTo>
                    <a:pt x="573024" y="180340"/>
                  </a:lnTo>
                  <a:lnTo>
                    <a:pt x="573024" y="36068"/>
                  </a:lnTo>
                  <a:lnTo>
                    <a:pt x="570192" y="22025"/>
                  </a:lnTo>
                  <a:lnTo>
                    <a:pt x="562467" y="10561"/>
                  </a:lnTo>
                  <a:lnTo>
                    <a:pt x="551003" y="2833"/>
                  </a:lnTo>
                  <a:lnTo>
                    <a:pt x="536956" y="0"/>
                  </a:lnTo>
                  <a:close/>
                </a:path>
              </a:pathLst>
            </a:custGeom>
            <a:solidFill>
              <a:srgbClr val="0D80B8"/>
            </a:solidFill>
          </p:spPr>
          <p:txBody>
            <a:bodyPr wrap="square" lIns="0" tIns="0" rIns="0" bIns="0" rtlCol="0"/>
            <a:lstStyle/>
            <a:p>
              <a:endParaRPr/>
            </a:p>
          </p:txBody>
        </p:sp>
        <p:pic>
          <p:nvPicPr>
            <p:cNvPr id="32" name="object 32"/>
            <p:cNvPicPr/>
            <p:nvPr/>
          </p:nvPicPr>
          <p:blipFill>
            <a:blip r:embed="rId12" cstate="print"/>
            <a:stretch>
              <a:fillRect/>
            </a:stretch>
          </p:blipFill>
          <p:spPr>
            <a:xfrm>
              <a:off x="5568695" y="3745992"/>
              <a:ext cx="662939" cy="335254"/>
            </a:xfrm>
            <a:prstGeom prst="rect">
              <a:avLst/>
            </a:prstGeom>
          </p:spPr>
        </p:pic>
        <p:sp>
          <p:nvSpPr>
            <p:cNvPr id="33" name="object 33"/>
            <p:cNvSpPr/>
            <p:nvPr/>
          </p:nvSpPr>
          <p:spPr>
            <a:xfrm>
              <a:off x="5615939" y="3773424"/>
              <a:ext cx="573405" cy="245745"/>
            </a:xfrm>
            <a:custGeom>
              <a:avLst/>
              <a:gdLst/>
              <a:ahLst/>
              <a:cxnLst/>
              <a:rect l="l" t="t" r="r" b="b"/>
              <a:pathLst>
                <a:path w="573404" h="245745">
                  <a:moveTo>
                    <a:pt x="0" y="245363"/>
                  </a:moveTo>
                  <a:lnTo>
                    <a:pt x="573024" y="245363"/>
                  </a:lnTo>
                  <a:lnTo>
                    <a:pt x="573024" y="0"/>
                  </a:lnTo>
                  <a:lnTo>
                    <a:pt x="0" y="0"/>
                  </a:lnTo>
                  <a:lnTo>
                    <a:pt x="0" y="245363"/>
                  </a:lnTo>
                  <a:close/>
                </a:path>
              </a:pathLst>
            </a:custGeom>
            <a:ln w="9144">
              <a:solidFill>
                <a:srgbClr val="99B851"/>
              </a:solidFill>
            </a:ln>
          </p:spPr>
          <p:txBody>
            <a:bodyPr wrap="square" lIns="0" tIns="0" rIns="0" bIns="0" rtlCol="0"/>
            <a:lstStyle/>
            <a:p>
              <a:endParaRPr/>
            </a:p>
          </p:txBody>
        </p:sp>
        <p:pic>
          <p:nvPicPr>
            <p:cNvPr id="34" name="object 34"/>
            <p:cNvPicPr/>
            <p:nvPr/>
          </p:nvPicPr>
          <p:blipFill>
            <a:blip r:embed="rId13" cstate="print"/>
            <a:stretch>
              <a:fillRect/>
            </a:stretch>
          </p:blipFill>
          <p:spPr>
            <a:xfrm>
              <a:off x="5864351" y="4047744"/>
              <a:ext cx="76200" cy="187325"/>
            </a:xfrm>
            <a:prstGeom prst="rect">
              <a:avLst/>
            </a:prstGeom>
          </p:spPr>
        </p:pic>
        <p:pic>
          <p:nvPicPr>
            <p:cNvPr id="35" name="object 35"/>
            <p:cNvPicPr/>
            <p:nvPr/>
          </p:nvPicPr>
          <p:blipFill>
            <a:blip r:embed="rId14" cstate="print"/>
            <a:stretch>
              <a:fillRect/>
            </a:stretch>
          </p:blipFill>
          <p:spPr>
            <a:xfrm>
              <a:off x="5536691" y="3750564"/>
              <a:ext cx="725436" cy="358178"/>
            </a:xfrm>
            <a:prstGeom prst="rect">
              <a:avLst/>
            </a:prstGeom>
          </p:spPr>
        </p:pic>
        <p:pic>
          <p:nvPicPr>
            <p:cNvPr id="36" name="object 36"/>
            <p:cNvPicPr/>
            <p:nvPr/>
          </p:nvPicPr>
          <p:blipFill>
            <a:blip r:embed="rId15" cstate="print"/>
            <a:stretch>
              <a:fillRect/>
            </a:stretch>
          </p:blipFill>
          <p:spPr>
            <a:xfrm>
              <a:off x="5536691" y="3752088"/>
              <a:ext cx="720826" cy="400773"/>
            </a:xfrm>
            <a:prstGeom prst="rect">
              <a:avLst/>
            </a:prstGeom>
          </p:spPr>
        </p:pic>
        <p:sp>
          <p:nvSpPr>
            <p:cNvPr id="37" name="object 37"/>
            <p:cNvSpPr/>
            <p:nvPr/>
          </p:nvSpPr>
          <p:spPr>
            <a:xfrm>
              <a:off x="5579363" y="3773424"/>
              <a:ext cx="645160" cy="277495"/>
            </a:xfrm>
            <a:custGeom>
              <a:avLst/>
              <a:gdLst/>
              <a:ahLst/>
              <a:cxnLst/>
              <a:rect l="l" t="t" r="r" b="b"/>
              <a:pathLst>
                <a:path w="645160" h="277495">
                  <a:moveTo>
                    <a:pt x="644651" y="0"/>
                  </a:moveTo>
                  <a:lnTo>
                    <a:pt x="0" y="0"/>
                  </a:lnTo>
                  <a:lnTo>
                    <a:pt x="0" y="277367"/>
                  </a:lnTo>
                  <a:lnTo>
                    <a:pt x="644651" y="277367"/>
                  </a:lnTo>
                  <a:lnTo>
                    <a:pt x="644651" y="0"/>
                  </a:lnTo>
                  <a:close/>
                </a:path>
              </a:pathLst>
            </a:custGeom>
            <a:solidFill>
              <a:srgbClr val="F19C13"/>
            </a:solidFill>
          </p:spPr>
          <p:txBody>
            <a:bodyPr wrap="square" lIns="0" tIns="0" rIns="0" bIns="0" rtlCol="0"/>
            <a:lstStyle/>
            <a:p>
              <a:endParaRPr/>
            </a:p>
          </p:txBody>
        </p:sp>
        <p:pic>
          <p:nvPicPr>
            <p:cNvPr id="38" name="object 38"/>
            <p:cNvPicPr/>
            <p:nvPr/>
          </p:nvPicPr>
          <p:blipFill>
            <a:blip r:embed="rId9" cstate="print"/>
            <a:stretch>
              <a:fillRect/>
            </a:stretch>
          </p:blipFill>
          <p:spPr>
            <a:xfrm>
              <a:off x="6804024" y="1830070"/>
              <a:ext cx="76200" cy="200278"/>
            </a:xfrm>
            <a:prstGeom prst="rect">
              <a:avLst/>
            </a:prstGeom>
          </p:spPr>
        </p:pic>
        <p:pic>
          <p:nvPicPr>
            <p:cNvPr id="39" name="object 39"/>
            <p:cNvPicPr/>
            <p:nvPr/>
          </p:nvPicPr>
          <p:blipFill>
            <a:blip r:embed="rId10" cstate="print"/>
            <a:stretch>
              <a:fillRect/>
            </a:stretch>
          </p:blipFill>
          <p:spPr>
            <a:xfrm>
              <a:off x="6801611" y="2287524"/>
              <a:ext cx="76200" cy="187325"/>
            </a:xfrm>
            <a:prstGeom prst="rect">
              <a:avLst/>
            </a:prstGeom>
          </p:spPr>
        </p:pic>
      </p:grpSp>
      <p:sp>
        <p:nvSpPr>
          <p:cNvPr id="40" name="object 40"/>
          <p:cNvSpPr txBox="1"/>
          <p:nvPr/>
        </p:nvSpPr>
        <p:spPr>
          <a:xfrm>
            <a:off x="5579364" y="3798519"/>
            <a:ext cx="645160" cy="208279"/>
          </a:xfrm>
          <a:prstGeom prst="rect">
            <a:avLst/>
          </a:prstGeom>
        </p:spPr>
        <p:txBody>
          <a:bodyPr vert="horz" wrap="square" lIns="0" tIns="12700" rIns="0" bIns="0" rtlCol="0">
            <a:spAutoFit/>
          </a:bodyPr>
          <a:lstStyle/>
          <a:p>
            <a:pPr marL="92075">
              <a:lnSpc>
                <a:spcPct val="100000"/>
              </a:lnSpc>
              <a:spcBef>
                <a:spcPts val="100"/>
              </a:spcBef>
            </a:pPr>
            <a:r>
              <a:rPr sz="1200" spc="-5" dirty="0">
                <a:solidFill>
                  <a:srgbClr val="252525"/>
                </a:solidFill>
                <a:latin typeface="Calibri"/>
                <a:cs typeface="Calibri"/>
              </a:rPr>
              <a:t>Reduce</a:t>
            </a:r>
            <a:endParaRPr sz="1200">
              <a:latin typeface="Calibri"/>
              <a:cs typeface="Calibri"/>
            </a:endParaRPr>
          </a:p>
        </p:txBody>
      </p:sp>
      <p:grpSp>
        <p:nvGrpSpPr>
          <p:cNvPr id="41" name="object 41"/>
          <p:cNvGrpSpPr/>
          <p:nvPr/>
        </p:nvGrpSpPr>
        <p:grpSpPr>
          <a:xfrm>
            <a:off x="6525768" y="3747515"/>
            <a:ext cx="725805" cy="792480"/>
            <a:chOff x="6525768" y="3747515"/>
            <a:chExt cx="725805" cy="792480"/>
          </a:xfrm>
        </p:grpSpPr>
        <p:pic>
          <p:nvPicPr>
            <p:cNvPr id="42" name="object 42"/>
            <p:cNvPicPr/>
            <p:nvPr/>
          </p:nvPicPr>
          <p:blipFill>
            <a:blip r:embed="rId5" cstate="print"/>
            <a:stretch>
              <a:fillRect/>
            </a:stretch>
          </p:blipFill>
          <p:spPr>
            <a:xfrm>
              <a:off x="6562344" y="4242815"/>
              <a:ext cx="653796" cy="297180"/>
            </a:xfrm>
            <a:prstGeom prst="rect">
              <a:avLst/>
            </a:prstGeom>
          </p:spPr>
        </p:pic>
        <p:sp>
          <p:nvSpPr>
            <p:cNvPr id="43" name="object 43"/>
            <p:cNvSpPr/>
            <p:nvPr/>
          </p:nvSpPr>
          <p:spPr>
            <a:xfrm>
              <a:off x="6605016" y="4265675"/>
              <a:ext cx="573405" cy="216535"/>
            </a:xfrm>
            <a:custGeom>
              <a:avLst/>
              <a:gdLst/>
              <a:ahLst/>
              <a:cxnLst/>
              <a:rect l="l" t="t" r="r" b="b"/>
              <a:pathLst>
                <a:path w="573404" h="216535">
                  <a:moveTo>
                    <a:pt x="536955" y="0"/>
                  </a:moveTo>
                  <a:lnTo>
                    <a:pt x="36067" y="0"/>
                  </a:lnTo>
                  <a:lnTo>
                    <a:pt x="22020" y="2833"/>
                  </a:lnTo>
                  <a:lnTo>
                    <a:pt x="10556" y="10561"/>
                  </a:lnTo>
                  <a:lnTo>
                    <a:pt x="2831" y="22025"/>
                  </a:lnTo>
                  <a:lnTo>
                    <a:pt x="0" y="36068"/>
                  </a:lnTo>
                  <a:lnTo>
                    <a:pt x="0" y="180340"/>
                  </a:lnTo>
                  <a:lnTo>
                    <a:pt x="2831" y="194376"/>
                  </a:lnTo>
                  <a:lnTo>
                    <a:pt x="10556" y="205841"/>
                  </a:lnTo>
                  <a:lnTo>
                    <a:pt x="22020" y="213572"/>
                  </a:lnTo>
                  <a:lnTo>
                    <a:pt x="36067" y="216408"/>
                  </a:lnTo>
                  <a:lnTo>
                    <a:pt x="536955" y="216408"/>
                  </a:lnTo>
                  <a:lnTo>
                    <a:pt x="551003" y="213572"/>
                  </a:lnTo>
                  <a:lnTo>
                    <a:pt x="562467" y="205841"/>
                  </a:lnTo>
                  <a:lnTo>
                    <a:pt x="570192" y="194376"/>
                  </a:lnTo>
                  <a:lnTo>
                    <a:pt x="573024" y="180340"/>
                  </a:lnTo>
                  <a:lnTo>
                    <a:pt x="573024" y="36068"/>
                  </a:lnTo>
                  <a:lnTo>
                    <a:pt x="570192" y="22025"/>
                  </a:lnTo>
                  <a:lnTo>
                    <a:pt x="562467" y="10561"/>
                  </a:lnTo>
                  <a:lnTo>
                    <a:pt x="551003" y="2833"/>
                  </a:lnTo>
                  <a:lnTo>
                    <a:pt x="536955" y="0"/>
                  </a:lnTo>
                  <a:close/>
                </a:path>
              </a:pathLst>
            </a:custGeom>
            <a:solidFill>
              <a:srgbClr val="0D80B8"/>
            </a:solidFill>
          </p:spPr>
          <p:txBody>
            <a:bodyPr wrap="square" lIns="0" tIns="0" rIns="0" bIns="0" rtlCol="0"/>
            <a:lstStyle/>
            <a:p>
              <a:endParaRPr/>
            </a:p>
          </p:txBody>
        </p:sp>
        <p:pic>
          <p:nvPicPr>
            <p:cNvPr id="44" name="object 44"/>
            <p:cNvPicPr/>
            <p:nvPr/>
          </p:nvPicPr>
          <p:blipFill>
            <a:blip r:embed="rId16" cstate="print"/>
            <a:stretch>
              <a:fillRect/>
            </a:stretch>
          </p:blipFill>
          <p:spPr>
            <a:xfrm>
              <a:off x="6557772" y="3747515"/>
              <a:ext cx="662940" cy="333756"/>
            </a:xfrm>
            <a:prstGeom prst="rect">
              <a:avLst/>
            </a:prstGeom>
          </p:spPr>
        </p:pic>
        <p:sp>
          <p:nvSpPr>
            <p:cNvPr id="45" name="object 45"/>
            <p:cNvSpPr/>
            <p:nvPr/>
          </p:nvSpPr>
          <p:spPr>
            <a:xfrm>
              <a:off x="6605016" y="3774947"/>
              <a:ext cx="573405" cy="243840"/>
            </a:xfrm>
            <a:custGeom>
              <a:avLst/>
              <a:gdLst/>
              <a:ahLst/>
              <a:cxnLst/>
              <a:rect l="l" t="t" r="r" b="b"/>
              <a:pathLst>
                <a:path w="573404" h="243839">
                  <a:moveTo>
                    <a:pt x="0" y="243839"/>
                  </a:moveTo>
                  <a:lnTo>
                    <a:pt x="573024" y="243839"/>
                  </a:lnTo>
                  <a:lnTo>
                    <a:pt x="573024" y="0"/>
                  </a:lnTo>
                  <a:lnTo>
                    <a:pt x="0" y="0"/>
                  </a:lnTo>
                  <a:lnTo>
                    <a:pt x="0" y="243839"/>
                  </a:lnTo>
                  <a:close/>
                </a:path>
              </a:pathLst>
            </a:custGeom>
            <a:ln w="9144">
              <a:solidFill>
                <a:srgbClr val="99B851"/>
              </a:solidFill>
            </a:ln>
          </p:spPr>
          <p:txBody>
            <a:bodyPr wrap="square" lIns="0" tIns="0" rIns="0" bIns="0" rtlCol="0"/>
            <a:lstStyle/>
            <a:p>
              <a:endParaRPr/>
            </a:p>
          </p:txBody>
        </p:sp>
        <p:pic>
          <p:nvPicPr>
            <p:cNvPr id="46" name="object 46"/>
            <p:cNvPicPr/>
            <p:nvPr/>
          </p:nvPicPr>
          <p:blipFill>
            <a:blip r:embed="rId10" cstate="print"/>
            <a:stretch>
              <a:fillRect/>
            </a:stretch>
          </p:blipFill>
          <p:spPr>
            <a:xfrm>
              <a:off x="6853428" y="4049267"/>
              <a:ext cx="76200" cy="187325"/>
            </a:xfrm>
            <a:prstGeom prst="rect">
              <a:avLst/>
            </a:prstGeom>
          </p:spPr>
        </p:pic>
        <p:pic>
          <p:nvPicPr>
            <p:cNvPr id="47" name="object 47"/>
            <p:cNvPicPr/>
            <p:nvPr/>
          </p:nvPicPr>
          <p:blipFill>
            <a:blip r:embed="rId14" cstate="print"/>
            <a:stretch>
              <a:fillRect/>
            </a:stretch>
          </p:blipFill>
          <p:spPr>
            <a:xfrm>
              <a:off x="6525768" y="3752087"/>
              <a:ext cx="725436" cy="358178"/>
            </a:xfrm>
            <a:prstGeom prst="rect">
              <a:avLst/>
            </a:prstGeom>
          </p:spPr>
        </p:pic>
        <p:pic>
          <p:nvPicPr>
            <p:cNvPr id="48" name="object 48"/>
            <p:cNvPicPr/>
            <p:nvPr/>
          </p:nvPicPr>
          <p:blipFill>
            <a:blip r:embed="rId17" cstate="print"/>
            <a:stretch>
              <a:fillRect/>
            </a:stretch>
          </p:blipFill>
          <p:spPr>
            <a:xfrm>
              <a:off x="6525768" y="3753611"/>
              <a:ext cx="720826" cy="400773"/>
            </a:xfrm>
            <a:prstGeom prst="rect">
              <a:avLst/>
            </a:prstGeom>
          </p:spPr>
        </p:pic>
        <p:sp>
          <p:nvSpPr>
            <p:cNvPr id="49" name="object 49"/>
            <p:cNvSpPr/>
            <p:nvPr/>
          </p:nvSpPr>
          <p:spPr>
            <a:xfrm>
              <a:off x="6568440" y="3774947"/>
              <a:ext cx="645160" cy="277495"/>
            </a:xfrm>
            <a:custGeom>
              <a:avLst/>
              <a:gdLst/>
              <a:ahLst/>
              <a:cxnLst/>
              <a:rect l="l" t="t" r="r" b="b"/>
              <a:pathLst>
                <a:path w="645159" h="277495">
                  <a:moveTo>
                    <a:pt x="644651" y="0"/>
                  </a:moveTo>
                  <a:lnTo>
                    <a:pt x="0" y="0"/>
                  </a:lnTo>
                  <a:lnTo>
                    <a:pt x="0" y="277367"/>
                  </a:lnTo>
                  <a:lnTo>
                    <a:pt x="644651" y="277367"/>
                  </a:lnTo>
                  <a:lnTo>
                    <a:pt x="644651" y="0"/>
                  </a:lnTo>
                  <a:close/>
                </a:path>
              </a:pathLst>
            </a:custGeom>
            <a:solidFill>
              <a:srgbClr val="F19C13"/>
            </a:solidFill>
          </p:spPr>
          <p:txBody>
            <a:bodyPr wrap="square" lIns="0" tIns="0" rIns="0" bIns="0" rtlCol="0"/>
            <a:lstStyle/>
            <a:p>
              <a:endParaRPr/>
            </a:p>
          </p:txBody>
        </p:sp>
      </p:grpSp>
      <p:sp>
        <p:nvSpPr>
          <p:cNvPr id="50" name="object 50"/>
          <p:cNvSpPr txBox="1"/>
          <p:nvPr/>
        </p:nvSpPr>
        <p:spPr>
          <a:xfrm>
            <a:off x="6568440" y="3800043"/>
            <a:ext cx="645160" cy="208279"/>
          </a:xfrm>
          <a:prstGeom prst="rect">
            <a:avLst/>
          </a:prstGeom>
        </p:spPr>
        <p:txBody>
          <a:bodyPr vert="horz" wrap="square" lIns="0" tIns="12700" rIns="0" bIns="0" rtlCol="0">
            <a:spAutoFit/>
          </a:bodyPr>
          <a:lstStyle/>
          <a:p>
            <a:pPr marL="92075">
              <a:lnSpc>
                <a:spcPct val="100000"/>
              </a:lnSpc>
              <a:spcBef>
                <a:spcPts val="100"/>
              </a:spcBef>
            </a:pPr>
            <a:r>
              <a:rPr sz="1200" spc="-5" dirty="0">
                <a:solidFill>
                  <a:srgbClr val="252525"/>
                </a:solidFill>
                <a:latin typeface="Calibri"/>
                <a:cs typeface="Calibri"/>
              </a:rPr>
              <a:t>Reduce</a:t>
            </a:r>
            <a:endParaRPr sz="1200">
              <a:latin typeface="Calibri"/>
              <a:cs typeface="Calibri"/>
            </a:endParaRPr>
          </a:p>
        </p:txBody>
      </p:sp>
      <p:grpSp>
        <p:nvGrpSpPr>
          <p:cNvPr id="51" name="object 51"/>
          <p:cNvGrpSpPr/>
          <p:nvPr/>
        </p:nvGrpSpPr>
        <p:grpSpPr>
          <a:xfrm>
            <a:off x="5483352" y="880872"/>
            <a:ext cx="1792605" cy="2896870"/>
            <a:chOff x="5483352" y="880872"/>
            <a:chExt cx="1792605" cy="2896870"/>
          </a:xfrm>
        </p:grpSpPr>
        <p:sp>
          <p:nvSpPr>
            <p:cNvPr id="52" name="object 52"/>
            <p:cNvSpPr/>
            <p:nvPr/>
          </p:nvSpPr>
          <p:spPr>
            <a:xfrm>
              <a:off x="5484495" y="994790"/>
              <a:ext cx="1783080" cy="2783205"/>
            </a:xfrm>
            <a:custGeom>
              <a:avLst/>
              <a:gdLst/>
              <a:ahLst/>
              <a:cxnLst/>
              <a:rect l="l" t="t" r="r" b="b"/>
              <a:pathLst>
                <a:path w="1783079" h="2783204">
                  <a:moveTo>
                    <a:pt x="397002" y="2780030"/>
                  </a:moveTo>
                  <a:lnTo>
                    <a:pt x="387375" y="2734310"/>
                  </a:lnTo>
                  <a:lnTo>
                    <a:pt x="379476" y="2696718"/>
                  </a:lnTo>
                  <a:lnTo>
                    <a:pt x="354634" y="2716441"/>
                  </a:lnTo>
                  <a:lnTo>
                    <a:pt x="9906" y="2282444"/>
                  </a:lnTo>
                  <a:lnTo>
                    <a:pt x="0" y="2290318"/>
                  </a:lnTo>
                  <a:lnTo>
                    <a:pt x="344639" y="2724366"/>
                  </a:lnTo>
                  <a:lnTo>
                    <a:pt x="319786" y="2744089"/>
                  </a:lnTo>
                  <a:lnTo>
                    <a:pt x="397002" y="2780030"/>
                  </a:lnTo>
                  <a:close/>
                </a:path>
                <a:path w="1783079" h="2783204">
                  <a:moveTo>
                    <a:pt x="902335" y="6858"/>
                  </a:moveTo>
                  <a:lnTo>
                    <a:pt x="891667" y="0"/>
                  </a:lnTo>
                  <a:lnTo>
                    <a:pt x="539127" y="548627"/>
                  </a:lnTo>
                  <a:lnTo>
                    <a:pt x="512445" y="531495"/>
                  </a:lnTo>
                  <a:lnTo>
                    <a:pt x="503301" y="616204"/>
                  </a:lnTo>
                  <a:lnTo>
                    <a:pt x="576580" y="572643"/>
                  </a:lnTo>
                  <a:lnTo>
                    <a:pt x="566483" y="566166"/>
                  </a:lnTo>
                  <a:lnTo>
                    <a:pt x="549795" y="555472"/>
                  </a:lnTo>
                  <a:lnTo>
                    <a:pt x="902335" y="6858"/>
                  </a:lnTo>
                  <a:close/>
                </a:path>
                <a:path w="1783079" h="2783204">
                  <a:moveTo>
                    <a:pt x="1392555" y="2704211"/>
                  </a:moveTo>
                  <a:lnTo>
                    <a:pt x="1364361" y="2704211"/>
                  </a:lnTo>
                  <a:lnTo>
                    <a:pt x="1364361" y="1724787"/>
                  </a:lnTo>
                  <a:lnTo>
                    <a:pt x="1355432" y="1724787"/>
                  </a:lnTo>
                  <a:lnTo>
                    <a:pt x="1349883" y="1719834"/>
                  </a:lnTo>
                  <a:lnTo>
                    <a:pt x="1345476" y="1724787"/>
                  </a:lnTo>
                  <a:lnTo>
                    <a:pt x="1344549" y="1724787"/>
                  </a:lnTo>
                  <a:lnTo>
                    <a:pt x="1344549" y="1725853"/>
                  </a:lnTo>
                  <a:lnTo>
                    <a:pt x="880681" y="2248585"/>
                  </a:lnTo>
                  <a:lnTo>
                    <a:pt x="872185" y="2238781"/>
                  </a:lnTo>
                  <a:lnTo>
                    <a:pt x="872185" y="2258161"/>
                  </a:lnTo>
                  <a:lnTo>
                    <a:pt x="463715" y="2718473"/>
                  </a:lnTo>
                  <a:lnTo>
                    <a:pt x="443738" y="2700769"/>
                  </a:lnTo>
                  <a:lnTo>
                    <a:pt x="444373" y="2699512"/>
                  </a:lnTo>
                  <a:lnTo>
                    <a:pt x="450723" y="2686812"/>
                  </a:lnTo>
                  <a:lnTo>
                    <a:pt x="422529" y="2686812"/>
                  </a:lnTo>
                  <a:lnTo>
                    <a:pt x="422529" y="1739074"/>
                  </a:lnTo>
                  <a:lnTo>
                    <a:pt x="872185" y="2258161"/>
                  </a:lnTo>
                  <a:lnTo>
                    <a:pt x="872185" y="2238781"/>
                  </a:lnTo>
                  <a:lnTo>
                    <a:pt x="422783" y="1719834"/>
                  </a:lnTo>
                  <a:lnTo>
                    <a:pt x="417068" y="1724787"/>
                  </a:lnTo>
                  <a:lnTo>
                    <a:pt x="402717" y="1724787"/>
                  </a:lnTo>
                  <a:lnTo>
                    <a:pt x="402717" y="2686812"/>
                  </a:lnTo>
                  <a:lnTo>
                    <a:pt x="374523" y="2686812"/>
                  </a:lnTo>
                  <a:lnTo>
                    <a:pt x="379476" y="2696718"/>
                  </a:lnTo>
                  <a:lnTo>
                    <a:pt x="412623" y="2763012"/>
                  </a:lnTo>
                  <a:lnTo>
                    <a:pt x="433844" y="2720568"/>
                  </a:lnTo>
                  <a:lnTo>
                    <a:pt x="417957" y="2779649"/>
                  </a:lnTo>
                  <a:lnTo>
                    <a:pt x="497078" y="2748026"/>
                  </a:lnTo>
                  <a:lnTo>
                    <a:pt x="484035" y="2736469"/>
                  </a:lnTo>
                  <a:lnTo>
                    <a:pt x="473278" y="2726944"/>
                  </a:lnTo>
                  <a:lnTo>
                    <a:pt x="880567" y="2267839"/>
                  </a:lnTo>
                  <a:lnTo>
                    <a:pt x="1277670" y="2726232"/>
                  </a:lnTo>
                  <a:lnTo>
                    <a:pt x="1253617" y="2747010"/>
                  </a:lnTo>
                  <a:lnTo>
                    <a:pt x="1332357" y="2779649"/>
                  </a:lnTo>
                  <a:lnTo>
                    <a:pt x="1321142" y="2735834"/>
                  </a:lnTo>
                  <a:lnTo>
                    <a:pt x="1311275" y="2697226"/>
                  </a:lnTo>
                  <a:lnTo>
                    <a:pt x="1287221" y="2718003"/>
                  </a:lnTo>
                  <a:lnTo>
                    <a:pt x="889063" y="2258263"/>
                  </a:lnTo>
                  <a:lnTo>
                    <a:pt x="1344549" y="1744827"/>
                  </a:lnTo>
                  <a:lnTo>
                    <a:pt x="1344549" y="2704211"/>
                  </a:lnTo>
                  <a:lnTo>
                    <a:pt x="1316355" y="2704211"/>
                  </a:lnTo>
                  <a:lnTo>
                    <a:pt x="1354455" y="2780411"/>
                  </a:lnTo>
                  <a:lnTo>
                    <a:pt x="1386205" y="2716911"/>
                  </a:lnTo>
                  <a:lnTo>
                    <a:pt x="1392555" y="2704211"/>
                  </a:lnTo>
                  <a:close/>
                </a:path>
                <a:path w="1783079" h="2783204">
                  <a:moveTo>
                    <a:pt x="1782826" y="2264283"/>
                  </a:moveTo>
                  <a:lnTo>
                    <a:pt x="1772793" y="2256663"/>
                  </a:lnTo>
                  <a:lnTo>
                    <a:pt x="1426337" y="2718066"/>
                  </a:lnTo>
                  <a:lnTo>
                    <a:pt x="1400937" y="2699004"/>
                  </a:lnTo>
                  <a:lnTo>
                    <a:pt x="1385697" y="2782697"/>
                  </a:lnTo>
                  <a:lnTo>
                    <a:pt x="1461897" y="2744724"/>
                  </a:lnTo>
                  <a:lnTo>
                    <a:pt x="1450035" y="2735834"/>
                  </a:lnTo>
                  <a:lnTo>
                    <a:pt x="1436497" y="2725686"/>
                  </a:lnTo>
                  <a:lnTo>
                    <a:pt x="1782826" y="2264283"/>
                  </a:lnTo>
                  <a:close/>
                </a:path>
              </a:pathLst>
            </a:custGeom>
            <a:solidFill>
              <a:srgbClr val="5F5F5F"/>
            </a:solidFill>
          </p:spPr>
          <p:txBody>
            <a:bodyPr wrap="square" lIns="0" tIns="0" rIns="0" bIns="0" rtlCol="0"/>
            <a:lstStyle/>
            <a:p>
              <a:endParaRPr/>
            </a:p>
          </p:txBody>
        </p:sp>
        <p:sp>
          <p:nvSpPr>
            <p:cNvPr id="53" name="object 53"/>
            <p:cNvSpPr/>
            <p:nvPr/>
          </p:nvSpPr>
          <p:spPr>
            <a:xfrm>
              <a:off x="5489448" y="2714244"/>
              <a:ext cx="1780539" cy="567055"/>
            </a:xfrm>
            <a:custGeom>
              <a:avLst/>
              <a:gdLst/>
              <a:ahLst/>
              <a:cxnLst/>
              <a:rect l="l" t="t" r="r" b="b"/>
              <a:pathLst>
                <a:path w="1780540" h="567054">
                  <a:moveTo>
                    <a:pt x="0" y="566547"/>
                  </a:moveTo>
                  <a:lnTo>
                    <a:pt x="412750" y="4572"/>
                  </a:lnTo>
                </a:path>
                <a:path w="1780540" h="567054">
                  <a:moveTo>
                    <a:pt x="1780285" y="541274"/>
                  </a:moveTo>
                  <a:lnTo>
                    <a:pt x="1356359" y="0"/>
                  </a:lnTo>
                </a:path>
              </a:pathLst>
            </a:custGeom>
            <a:ln w="12192">
              <a:solidFill>
                <a:srgbClr val="5F5F5F"/>
              </a:solidFill>
              <a:prstDash val="sysDash"/>
            </a:ln>
          </p:spPr>
          <p:txBody>
            <a:bodyPr wrap="square" lIns="0" tIns="0" rIns="0" bIns="0" rtlCol="0"/>
            <a:lstStyle/>
            <a:p>
              <a:endParaRPr/>
            </a:p>
          </p:txBody>
        </p:sp>
        <p:sp>
          <p:nvSpPr>
            <p:cNvPr id="54" name="object 54"/>
            <p:cNvSpPr/>
            <p:nvPr/>
          </p:nvSpPr>
          <p:spPr>
            <a:xfrm>
              <a:off x="6340602" y="999363"/>
              <a:ext cx="399415" cy="616585"/>
            </a:xfrm>
            <a:custGeom>
              <a:avLst/>
              <a:gdLst/>
              <a:ahLst/>
              <a:cxnLst/>
              <a:rect l="l" t="t" r="r" b="b"/>
              <a:pathLst>
                <a:path w="399415" h="616585">
                  <a:moveTo>
                    <a:pt x="352532" y="555463"/>
                  </a:moveTo>
                  <a:lnTo>
                    <a:pt x="325754" y="572642"/>
                  </a:lnTo>
                  <a:lnTo>
                    <a:pt x="399033" y="616203"/>
                  </a:lnTo>
                  <a:lnTo>
                    <a:pt x="393632" y="566165"/>
                  </a:lnTo>
                  <a:lnTo>
                    <a:pt x="359409" y="566165"/>
                  </a:lnTo>
                  <a:lnTo>
                    <a:pt x="352532" y="555463"/>
                  </a:lnTo>
                  <a:close/>
                </a:path>
                <a:path w="399415" h="616585">
                  <a:moveTo>
                    <a:pt x="363206" y="548614"/>
                  </a:moveTo>
                  <a:lnTo>
                    <a:pt x="352532" y="555463"/>
                  </a:lnTo>
                  <a:lnTo>
                    <a:pt x="359409" y="566165"/>
                  </a:lnTo>
                  <a:lnTo>
                    <a:pt x="370077" y="559308"/>
                  </a:lnTo>
                  <a:lnTo>
                    <a:pt x="363206" y="548614"/>
                  </a:lnTo>
                  <a:close/>
                </a:path>
                <a:path w="399415" h="616585">
                  <a:moveTo>
                    <a:pt x="389890" y="531495"/>
                  </a:moveTo>
                  <a:lnTo>
                    <a:pt x="363206" y="548614"/>
                  </a:lnTo>
                  <a:lnTo>
                    <a:pt x="370077" y="559308"/>
                  </a:lnTo>
                  <a:lnTo>
                    <a:pt x="359409" y="566165"/>
                  </a:lnTo>
                  <a:lnTo>
                    <a:pt x="393632" y="566165"/>
                  </a:lnTo>
                  <a:lnTo>
                    <a:pt x="389890" y="531495"/>
                  </a:lnTo>
                  <a:close/>
                </a:path>
                <a:path w="399415" h="616585">
                  <a:moveTo>
                    <a:pt x="10668" y="0"/>
                  </a:moveTo>
                  <a:lnTo>
                    <a:pt x="0" y="6858"/>
                  </a:lnTo>
                  <a:lnTo>
                    <a:pt x="352532" y="555463"/>
                  </a:lnTo>
                  <a:lnTo>
                    <a:pt x="363206" y="548614"/>
                  </a:lnTo>
                  <a:lnTo>
                    <a:pt x="10668" y="0"/>
                  </a:lnTo>
                  <a:close/>
                </a:path>
              </a:pathLst>
            </a:custGeom>
            <a:solidFill>
              <a:srgbClr val="5F5F5F"/>
            </a:solidFill>
          </p:spPr>
          <p:txBody>
            <a:bodyPr wrap="square" lIns="0" tIns="0" rIns="0" bIns="0" rtlCol="0"/>
            <a:lstStyle/>
            <a:p>
              <a:endParaRPr/>
            </a:p>
          </p:txBody>
        </p:sp>
        <p:sp>
          <p:nvSpPr>
            <p:cNvPr id="55" name="object 55"/>
            <p:cNvSpPr/>
            <p:nvPr/>
          </p:nvSpPr>
          <p:spPr>
            <a:xfrm>
              <a:off x="5614416" y="880872"/>
              <a:ext cx="1449705" cy="292735"/>
            </a:xfrm>
            <a:custGeom>
              <a:avLst/>
              <a:gdLst/>
              <a:ahLst/>
              <a:cxnLst/>
              <a:rect l="l" t="t" r="r" b="b"/>
              <a:pathLst>
                <a:path w="1449704" h="292734">
                  <a:moveTo>
                    <a:pt x="1400556" y="0"/>
                  </a:moveTo>
                  <a:lnTo>
                    <a:pt x="48768" y="0"/>
                  </a:lnTo>
                  <a:lnTo>
                    <a:pt x="29789" y="3833"/>
                  </a:lnTo>
                  <a:lnTo>
                    <a:pt x="14287" y="14287"/>
                  </a:lnTo>
                  <a:lnTo>
                    <a:pt x="3833" y="29789"/>
                  </a:lnTo>
                  <a:lnTo>
                    <a:pt x="0" y="48767"/>
                  </a:lnTo>
                  <a:lnTo>
                    <a:pt x="0" y="243839"/>
                  </a:lnTo>
                  <a:lnTo>
                    <a:pt x="3833" y="262818"/>
                  </a:lnTo>
                  <a:lnTo>
                    <a:pt x="14287" y="278320"/>
                  </a:lnTo>
                  <a:lnTo>
                    <a:pt x="29789" y="288774"/>
                  </a:lnTo>
                  <a:lnTo>
                    <a:pt x="48768" y="292607"/>
                  </a:lnTo>
                  <a:lnTo>
                    <a:pt x="1400556" y="292607"/>
                  </a:lnTo>
                  <a:lnTo>
                    <a:pt x="1419534" y="288774"/>
                  </a:lnTo>
                  <a:lnTo>
                    <a:pt x="1435036" y="278320"/>
                  </a:lnTo>
                  <a:lnTo>
                    <a:pt x="1445490" y="262818"/>
                  </a:lnTo>
                  <a:lnTo>
                    <a:pt x="1449324" y="243839"/>
                  </a:lnTo>
                  <a:lnTo>
                    <a:pt x="1449324" y="48767"/>
                  </a:lnTo>
                  <a:lnTo>
                    <a:pt x="1445490" y="29789"/>
                  </a:lnTo>
                  <a:lnTo>
                    <a:pt x="1435036" y="14287"/>
                  </a:lnTo>
                  <a:lnTo>
                    <a:pt x="1419534" y="3833"/>
                  </a:lnTo>
                  <a:lnTo>
                    <a:pt x="1400556" y="0"/>
                  </a:lnTo>
                  <a:close/>
                </a:path>
              </a:pathLst>
            </a:custGeom>
            <a:solidFill>
              <a:srgbClr val="9CB955"/>
            </a:solidFill>
          </p:spPr>
          <p:txBody>
            <a:bodyPr wrap="square" lIns="0" tIns="0" rIns="0" bIns="0" rtlCol="0"/>
            <a:lstStyle/>
            <a:p>
              <a:endParaRPr/>
            </a:p>
          </p:txBody>
        </p:sp>
      </p:grpSp>
      <p:sp>
        <p:nvSpPr>
          <p:cNvPr id="56" name="object 56"/>
          <p:cNvSpPr txBox="1"/>
          <p:nvPr/>
        </p:nvSpPr>
        <p:spPr>
          <a:xfrm>
            <a:off x="5892800" y="895857"/>
            <a:ext cx="890905" cy="239395"/>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252525"/>
                </a:solidFill>
                <a:latin typeface="Calibri"/>
                <a:cs typeface="Calibri"/>
              </a:rPr>
              <a:t>INPUT</a:t>
            </a:r>
            <a:r>
              <a:rPr sz="1400" spc="-65" dirty="0">
                <a:solidFill>
                  <a:srgbClr val="252525"/>
                </a:solidFill>
                <a:latin typeface="Calibri"/>
                <a:cs typeface="Calibri"/>
              </a:rPr>
              <a:t> </a:t>
            </a:r>
            <a:r>
              <a:rPr sz="1400" spc="-60" dirty="0">
                <a:solidFill>
                  <a:srgbClr val="252525"/>
                </a:solidFill>
                <a:latin typeface="Calibri"/>
                <a:cs typeface="Calibri"/>
              </a:rPr>
              <a:t>DATA</a:t>
            </a:r>
            <a:endParaRPr sz="1400">
              <a:latin typeface="Calibri"/>
              <a:cs typeface="Calibri"/>
            </a:endParaRPr>
          </a:p>
        </p:txBody>
      </p:sp>
      <p:sp>
        <p:nvSpPr>
          <p:cNvPr id="64" name="object 64"/>
          <p:cNvSpPr txBox="1"/>
          <p:nvPr/>
        </p:nvSpPr>
        <p:spPr>
          <a:xfrm>
            <a:off x="5461761" y="4539488"/>
            <a:ext cx="473075" cy="177800"/>
          </a:xfrm>
          <a:prstGeom prst="rect">
            <a:avLst/>
          </a:prstGeom>
        </p:spPr>
        <p:txBody>
          <a:bodyPr vert="horz" wrap="square" lIns="0" tIns="0" rIns="0" bIns="0" rtlCol="0">
            <a:spAutoFit/>
          </a:bodyPr>
          <a:lstStyle/>
          <a:p>
            <a:pPr marL="12700">
              <a:lnSpc>
                <a:spcPts val="1240"/>
              </a:lnSpc>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1</a:t>
            </a:r>
            <a:endParaRPr sz="1200">
              <a:latin typeface="Calibri"/>
              <a:cs typeface="Calibri"/>
            </a:endParaRPr>
          </a:p>
        </p:txBody>
      </p:sp>
      <p:sp>
        <p:nvSpPr>
          <p:cNvPr id="65" name="object 65"/>
          <p:cNvSpPr txBox="1"/>
          <p:nvPr/>
        </p:nvSpPr>
        <p:spPr>
          <a:xfrm>
            <a:off x="6538341" y="4539488"/>
            <a:ext cx="473075" cy="177800"/>
          </a:xfrm>
          <a:prstGeom prst="rect">
            <a:avLst/>
          </a:prstGeom>
        </p:spPr>
        <p:txBody>
          <a:bodyPr vert="horz" wrap="square" lIns="0" tIns="0" rIns="0" bIns="0" rtlCol="0">
            <a:spAutoFit/>
          </a:bodyPr>
          <a:lstStyle/>
          <a:p>
            <a:pPr marL="12700">
              <a:lnSpc>
                <a:spcPts val="1240"/>
              </a:lnSpc>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2</a:t>
            </a:r>
            <a:endParaRPr sz="1200">
              <a:latin typeface="Calibri"/>
              <a:cs typeface="Calibri"/>
            </a:endParaRPr>
          </a:p>
        </p:txBody>
      </p:sp>
      <p:sp>
        <p:nvSpPr>
          <p:cNvPr id="66" name="object 66"/>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57" name="object 57"/>
          <p:cNvSpPr txBox="1"/>
          <p:nvPr/>
        </p:nvSpPr>
        <p:spPr>
          <a:xfrm>
            <a:off x="397256" y="1626870"/>
            <a:ext cx="2363470" cy="208279"/>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dirty="0">
                <a:solidFill>
                  <a:srgbClr val="252525"/>
                </a:solidFill>
                <a:latin typeface="Calibri"/>
                <a:cs typeface="Calibri"/>
              </a:rPr>
              <a:t>Input</a:t>
            </a:r>
            <a:r>
              <a:rPr sz="1200" spc="-55" dirty="0">
                <a:solidFill>
                  <a:srgbClr val="252525"/>
                </a:solidFill>
                <a:latin typeface="Calibri"/>
                <a:cs typeface="Calibri"/>
              </a:rPr>
              <a:t> </a:t>
            </a:r>
            <a:r>
              <a:rPr sz="1200" spc="-10" dirty="0">
                <a:solidFill>
                  <a:srgbClr val="252525"/>
                </a:solidFill>
                <a:latin typeface="Calibri"/>
                <a:cs typeface="Calibri"/>
              </a:rPr>
              <a:t>data</a:t>
            </a:r>
            <a:r>
              <a:rPr sz="1200" spc="-20" dirty="0">
                <a:solidFill>
                  <a:srgbClr val="252525"/>
                </a:solidFill>
                <a:latin typeface="Calibri"/>
                <a:cs typeface="Calibri"/>
              </a:rPr>
              <a:t> </a:t>
            </a:r>
            <a:r>
              <a:rPr sz="1200" dirty="0">
                <a:solidFill>
                  <a:srgbClr val="252525"/>
                </a:solidFill>
                <a:latin typeface="Calibri"/>
                <a:cs typeface="Calibri"/>
              </a:rPr>
              <a:t>is</a:t>
            </a:r>
            <a:r>
              <a:rPr sz="1200" spc="-15" dirty="0">
                <a:solidFill>
                  <a:srgbClr val="252525"/>
                </a:solidFill>
                <a:latin typeface="Calibri"/>
                <a:cs typeface="Calibri"/>
              </a:rPr>
              <a:t> </a:t>
            </a:r>
            <a:r>
              <a:rPr sz="1200" spc="-5" dirty="0">
                <a:solidFill>
                  <a:srgbClr val="252525"/>
                </a:solidFill>
                <a:latin typeface="Calibri"/>
                <a:cs typeface="Calibri"/>
              </a:rPr>
              <a:t>distributed</a:t>
            </a:r>
            <a:r>
              <a:rPr sz="1200" spc="-50" dirty="0">
                <a:solidFill>
                  <a:srgbClr val="252525"/>
                </a:solidFill>
                <a:latin typeface="Calibri"/>
                <a:cs typeface="Calibri"/>
              </a:rPr>
              <a:t> </a:t>
            </a:r>
            <a:r>
              <a:rPr sz="1200" spc="-5" dirty="0">
                <a:solidFill>
                  <a:srgbClr val="252525"/>
                </a:solidFill>
                <a:latin typeface="Calibri"/>
                <a:cs typeface="Calibri"/>
              </a:rPr>
              <a:t>to</a:t>
            </a:r>
            <a:r>
              <a:rPr sz="1200" spc="-10" dirty="0">
                <a:solidFill>
                  <a:srgbClr val="252525"/>
                </a:solidFill>
                <a:latin typeface="Calibri"/>
                <a:cs typeface="Calibri"/>
              </a:rPr>
              <a:t> </a:t>
            </a:r>
            <a:r>
              <a:rPr sz="1200" dirty="0">
                <a:solidFill>
                  <a:srgbClr val="252525"/>
                </a:solidFill>
                <a:latin typeface="Calibri"/>
                <a:cs typeface="Calibri"/>
              </a:rPr>
              <a:t>nodes</a:t>
            </a:r>
            <a:endParaRPr sz="1200">
              <a:latin typeface="Calibri"/>
              <a:cs typeface="Calibri"/>
            </a:endParaRPr>
          </a:p>
        </p:txBody>
      </p:sp>
      <p:sp>
        <p:nvSpPr>
          <p:cNvPr id="58" name="object 58"/>
          <p:cNvSpPr txBox="1"/>
          <p:nvPr/>
        </p:nvSpPr>
        <p:spPr>
          <a:xfrm>
            <a:off x="397256" y="1992629"/>
            <a:ext cx="2802255" cy="208279"/>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spc="-10" dirty="0">
                <a:solidFill>
                  <a:srgbClr val="252525"/>
                </a:solidFill>
                <a:latin typeface="Calibri"/>
                <a:cs typeface="Calibri"/>
              </a:rPr>
              <a:t>Each</a:t>
            </a:r>
            <a:r>
              <a:rPr sz="1200" dirty="0">
                <a:solidFill>
                  <a:srgbClr val="252525"/>
                </a:solidFill>
                <a:latin typeface="Calibri"/>
                <a:cs typeface="Calibri"/>
              </a:rPr>
              <a:t> map</a:t>
            </a:r>
            <a:r>
              <a:rPr sz="1200" spc="-5" dirty="0">
                <a:solidFill>
                  <a:srgbClr val="252525"/>
                </a:solidFill>
                <a:latin typeface="Calibri"/>
                <a:cs typeface="Calibri"/>
              </a:rPr>
              <a:t> task</a:t>
            </a:r>
            <a:r>
              <a:rPr sz="1200" spc="-10" dirty="0">
                <a:solidFill>
                  <a:srgbClr val="252525"/>
                </a:solidFill>
                <a:latin typeface="Calibri"/>
                <a:cs typeface="Calibri"/>
              </a:rPr>
              <a:t> works</a:t>
            </a:r>
            <a:r>
              <a:rPr sz="1200" spc="20" dirty="0">
                <a:solidFill>
                  <a:srgbClr val="252525"/>
                </a:solidFill>
                <a:latin typeface="Calibri"/>
                <a:cs typeface="Calibri"/>
              </a:rPr>
              <a:t> </a:t>
            </a:r>
            <a:r>
              <a:rPr sz="1200" spc="-5" dirty="0">
                <a:solidFill>
                  <a:srgbClr val="252525"/>
                </a:solidFill>
                <a:latin typeface="Calibri"/>
                <a:cs typeface="Calibri"/>
              </a:rPr>
              <a:t>on </a:t>
            </a:r>
            <a:r>
              <a:rPr sz="1200" dirty="0">
                <a:solidFill>
                  <a:srgbClr val="252525"/>
                </a:solidFill>
                <a:latin typeface="Calibri"/>
                <a:cs typeface="Calibri"/>
              </a:rPr>
              <a:t>a “split”</a:t>
            </a:r>
            <a:r>
              <a:rPr sz="1200" spc="-15" dirty="0">
                <a:solidFill>
                  <a:srgbClr val="252525"/>
                </a:solidFill>
                <a:latin typeface="Calibri"/>
                <a:cs typeface="Calibri"/>
              </a:rPr>
              <a:t> </a:t>
            </a:r>
            <a:r>
              <a:rPr sz="1200" spc="-5" dirty="0">
                <a:solidFill>
                  <a:srgbClr val="252525"/>
                </a:solidFill>
                <a:latin typeface="Calibri"/>
                <a:cs typeface="Calibri"/>
              </a:rPr>
              <a:t>of </a:t>
            </a:r>
            <a:r>
              <a:rPr sz="1200" spc="-10" dirty="0">
                <a:solidFill>
                  <a:srgbClr val="252525"/>
                </a:solidFill>
                <a:latin typeface="Calibri"/>
                <a:cs typeface="Calibri"/>
              </a:rPr>
              <a:t>data</a:t>
            </a:r>
            <a:endParaRPr sz="1200">
              <a:latin typeface="Calibri"/>
              <a:cs typeface="Calibri"/>
            </a:endParaRPr>
          </a:p>
        </p:txBody>
      </p:sp>
      <p:sp>
        <p:nvSpPr>
          <p:cNvPr id="59" name="object 59"/>
          <p:cNvSpPr txBox="1"/>
          <p:nvPr/>
        </p:nvSpPr>
        <p:spPr>
          <a:xfrm>
            <a:off x="397256" y="2358644"/>
            <a:ext cx="4371340" cy="1306195"/>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dirty="0">
                <a:solidFill>
                  <a:srgbClr val="252525"/>
                </a:solidFill>
                <a:latin typeface="Calibri"/>
                <a:cs typeface="Calibri"/>
              </a:rPr>
              <a:t>Mapper</a:t>
            </a:r>
            <a:r>
              <a:rPr sz="1200" spc="-40" dirty="0">
                <a:solidFill>
                  <a:srgbClr val="252525"/>
                </a:solidFill>
                <a:latin typeface="Calibri"/>
                <a:cs typeface="Calibri"/>
              </a:rPr>
              <a:t> </a:t>
            </a:r>
            <a:r>
              <a:rPr sz="1200" spc="-5" dirty="0">
                <a:solidFill>
                  <a:srgbClr val="252525"/>
                </a:solidFill>
                <a:latin typeface="Calibri"/>
                <a:cs typeface="Calibri"/>
              </a:rPr>
              <a:t>outputs</a:t>
            </a:r>
            <a:r>
              <a:rPr sz="1200" spc="-45" dirty="0">
                <a:solidFill>
                  <a:srgbClr val="252525"/>
                </a:solidFill>
                <a:latin typeface="Calibri"/>
                <a:cs typeface="Calibri"/>
              </a:rPr>
              <a:t> </a:t>
            </a:r>
            <a:r>
              <a:rPr sz="1200" spc="-5" dirty="0">
                <a:solidFill>
                  <a:srgbClr val="252525"/>
                </a:solidFill>
                <a:latin typeface="Calibri"/>
                <a:cs typeface="Calibri"/>
              </a:rPr>
              <a:t>intermediate</a:t>
            </a:r>
            <a:r>
              <a:rPr sz="1200" spc="-45" dirty="0">
                <a:solidFill>
                  <a:srgbClr val="252525"/>
                </a:solidFill>
                <a:latin typeface="Calibri"/>
                <a:cs typeface="Calibri"/>
              </a:rPr>
              <a:t> </a:t>
            </a:r>
            <a:r>
              <a:rPr sz="1200" spc="-10" dirty="0">
                <a:solidFill>
                  <a:srgbClr val="252525"/>
                </a:solidFill>
                <a:latin typeface="Calibri"/>
                <a:cs typeface="Calibri"/>
              </a:rPr>
              <a:t>data</a:t>
            </a:r>
            <a:endParaRPr sz="1200">
              <a:latin typeface="Calibri"/>
              <a:cs typeface="Calibri"/>
            </a:endParaRPr>
          </a:p>
          <a:p>
            <a:pPr>
              <a:lnSpc>
                <a:spcPct val="100000"/>
              </a:lnSpc>
              <a:spcBef>
                <a:spcPts val="35"/>
              </a:spcBef>
              <a:buClr>
                <a:srgbClr val="252525"/>
              </a:buClr>
              <a:buFont typeface="Wingdings"/>
              <a:buChar char=""/>
            </a:pPr>
            <a:endParaRPr sz="1150">
              <a:latin typeface="Calibri"/>
              <a:cs typeface="Calibri"/>
            </a:endParaRPr>
          </a:p>
          <a:p>
            <a:pPr marL="299085" marR="5080" indent="-287020" algn="just">
              <a:lnSpc>
                <a:spcPct val="100000"/>
              </a:lnSpc>
              <a:buFont typeface="Wingdings"/>
              <a:buChar char=""/>
              <a:tabLst>
                <a:tab pos="299720" algn="l"/>
              </a:tabLst>
            </a:pPr>
            <a:r>
              <a:rPr sz="1200" spc="-10" dirty="0">
                <a:solidFill>
                  <a:srgbClr val="252525"/>
                </a:solidFill>
                <a:latin typeface="Calibri"/>
                <a:cs typeface="Calibri"/>
              </a:rPr>
              <a:t>Data </a:t>
            </a:r>
            <a:r>
              <a:rPr sz="1200" spc="-5" dirty="0">
                <a:solidFill>
                  <a:srgbClr val="252525"/>
                </a:solidFill>
                <a:latin typeface="Calibri"/>
                <a:cs typeface="Calibri"/>
              </a:rPr>
              <a:t>will </a:t>
            </a:r>
            <a:r>
              <a:rPr sz="1200" dirty="0">
                <a:solidFill>
                  <a:srgbClr val="252525"/>
                </a:solidFill>
                <a:latin typeface="Calibri"/>
                <a:cs typeface="Calibri"/>
              </a:rPr>
              <a:t>be </a:t>
            </a:r>
            <a:r>
              <a:rPr sz="1200" spc="-5" dirty="0">
                <a:solidFill>
                  <a:srgbClr val="252525"/>
                </a:solidFill>
                <a:latin typeface="Calibri"/>
                <a:cs typeface="Calibri"/>
              </a:rPr>
              <a:t>copied </a:t>
            </a:r>
            <a:r>
              <a:rPr sz="1200" dirty="0">
                <a:solidFill>
                  <a:srgbClr val="252525"/>
                </a:solidFill>
                <a:latin typeface="Calibri"/>
                <a:cs typeface="Calibri"/>
              </a:rPr>
              <a:t>by the </a:t>
            </a:r>
            <a:r>
              <a:rPr sz="1200" spc="-5" dirty="0">
                <a:solidFill>
                  <a:srgbClr val="252525"/>
                </a:solidFill>
                <a:latin typeface="Calibri"/>
                <a:cs typeface="Calibri"/>
              </a:rPr>
              <a:t>reducer </a:t>
            </a:r>
            <a:r>
              <a:rPr sz="1200" spc="-10" dirty="0">
                <a:solidFill>
                  <a:srgbClr val="252525"/>
                </a:solidFill>
                <a:latin typeface="Calibri"/>
                <a:cs typeface="Calibri"/>
              </a:rPr>
              <a:t>processor </a:t>
            </a:r>
            <a:r>
              <a:rPr sz="1200" spc="-5" dirty="0">
                <a:solidFill>
                  <a:srgbClr val="252525"/>
                </a:solidFill>
                <a:latin typeface="Calibri"/>
                <a:cs typeface="Calibri"/>
              </a:rPr>
              <a:t>once </a:t>
            </a:r>
            <a:r>
              <a:rPr sz="1200" dirty="0">
                <a:solidFill>
                  <a:srgbClr val="252525"/>
                </a:solidFill>
                <a:latin typeface="Calibri"/>
                <a:cs typeface="Calibri"/>
              </a:rPr>
              <a:t>it identifies the </a:t>
            </a:r>
            <a:r>
              <a:rPr sz="1200" spc="-260" dirty="0">
                <a:solidFill>
                  <a:srgbClr val="252525"/>
                </a:solidFill>
                <a:latin typeface="Calibri"/>
                <a:cs typeface="Calibri"/>
              </a:rPr>
              <a:t> </a:t>
            </a:r>
            <a:r>
              <a:rPr sz="1200" spc="-5" dirty="0">
                <a:solidFill>
                  <a:srgbClr val="252525"/>
                </a:solidFill>
                <a:latin typeface="Calibri"/>
                <a:cs typeface="Calibri"/>
              </a:rPr>
              <a:t>respective task using application master </a:t>
            </a:r>
            <a:r>
              <a:rPr sz="1200" spc="-10" dirty="0">
                <a:solidFill>
                  <a:srgbClr val="252525"/>
                </a:solidFill>
                <a:latin typeface="Calibri"/>
                <a:cs typeface="Calibri"/>
              </a:rPr>
              <a:t>for </a:t>
            </a:r>
            <a:r>
              <a:rPr sz="1200" dirty="0">
                <a:solidFill>
                  <a:srgbClr val="252525"/>
                </a:solidFill>
                <a:latin typeface="Calibri"/>
                <a:cs typeface="Calibri"/>
              </a:rPr>
              <a:t>all </a:t>
            </a:r>
            <a:r>
              <a:rPr sz="1200" spc="-10" dirty="0">
                <a:solidFill>
                  <a:srgbClr val="252525"/>
                </a:solidFill>
                <a:latin typeface="Calibri"/>
                <a:cs typeface="Calibri"/>
              </a:rPr>
              <a:t>data </a:t>
            </a:r>
            <a:r>
              <a:rPr sz="1200" dirty="0">
                <a:solidFill>
                  <a:srgbClr val="252525"/>
                </a:solidFill>
                <a:latin typeface="Calibri"/>
                <a:cs typeface="Calibri"/>
              </a:rPr>
              <a:t>the </a:t>
            </a:r>
            <a:r>
              <a:rPr sz="1200" spc="-5" dirty="0">
                <a:solidFill>
                  <a:srgbClr val="252525"/>
                </a:solidFill>
                <a:latin typeface="Calibri"/>
                <a:cs typeface="Calibri"/>
              </a:rPr>
              <a:t>reducer </a:t>
            </a:r>
            <a:r>
              <a:rPr sz="1200" dirty="0">
                <a:solidFill>
                  <a:srgbClr val="252525"/>
                </a:solidFill>
                <a:latin typeface="Calibri"/>
                <a:cs typeface="Calibri"/>
              </a:rPr>
              <a:t>is </a:t>
            </a:r>
            <a:r>
              <a:rPr sz="1200" spc="-260" dirty="0">
                <a:solidFill>
                  <a:srgbClr val="252525"/>
                </a:solidFill>
                <a:latin typeface="Calibri"/>
                <a:cs typeface="Calibri"/>
              </a:rPr>
              <a:t> </a:t>
            </a:r>
            <a:r>
              <a:rPr sz="1200" spc="-5" dirty="0">
                <a:solidFill>
                  <a:srgbClr val="252525"/>
                </a:solidFill>
                <a:latin typeface="Calibri"/>
                <a:cs typeface="Calibri"/>
              </a:rPr>
              <a:t>responsible</a:t>
            </a:r>
            <a:r>
              <a:rPr sz="1200" spc="-35" dirty="0">
                <a:solidFill>
                  <a:srgbClr val="252525"/>
                </a:solidFill>
                <a:latin typeface="Calibri"/>
                <a:cs typeface="Calibri"/>
              </a:rPr>
              <a:t> </a:t>
            </a:r>
            <a:r>
              <a:rPr sz="1200" spc="-10" dirty="0">
                <a:solidFill>
                  <a:srgbClr val="252525"/>
                </a:solidFill>
                <a:latin typeface="Calibri"/>
                <a:cs typeface="Calibri"/>
              </a:rPr>
              <a:t>for</a:t>
            </a:r>
            <a:endParaRPr sz="1200">
              <a:latin typeface="Calibri"/>
              <a:cs typeface="Calibri"/>
            </a:endParaRPr>
          </a:p>
          <a:p>
            <a:pPr>
              <a:lnSpc>
                <a:spcPct val="100000"/>
              </a:lnSpc>
              <a:spcBef>
                <a:spcPts val="35"/>
              </a:spcBef>
              <a:buClr>
                <a:srgbClr val="252525"/>
              </a:buClr>
              <a:buFont typeface="Wingdings"/>
              <a:buChar char=""/>
            </a:pPr>
            <a:endParaRPr sz="1150">
              <a:latin typeface="Calibri"/>
              <a:cs typeface="Calibri"/>
            </a:endParaRPr>
          </a:p>
          <a:p>
            <a:pPr marL="299085" indent="-287020">
              <a:lnSpc>
                <a:spcPct val="100000"/>
              </a:lnSpc>
              <a:spcBef>
                <a:spcPts val="5"/>
              </a:spcBef>
              <a:buFont typeface="Wingdings"/>
              <a:buChar char=""/>
              <a:tabLst>
                <a:tab pos="299085" algn="l"/>
                <a:tab pos="299720" algn="l"/>
              </a:tabLst>
            </a:pPr>
            <a:r>
              <a:rPr sz="1200" spc="-5" dirty="0">
                <a:solidFill>
                  <a:srgbClr val="252525"/>
                </a:solidFill>
                <a:latin typeface="Calibri"/>
                <a:cs typeface="Calibri"/>
              </a:rPr>
              <a:t>Shuffle</a:t>
            </a:r>
            <a:r>
              <a:rPr sz="1200" spc="-30" dirty="0">
                <a:solidFill>
                  <a:srgbClr val="252525"/>
                </a:solidFill>
                <a:latin typeface="Calibri"/>
                <a:cs typeface="Calibri"/>
              </a:rPr>
              <a:t> </a:t>
            </a:r>
            <a:r>
              <a:rPr sz="1200" spc="-10" dirty="0">
                <a:solidFill>
                  <a:srgbClr val="252525"/>
                </a:solidFill>
                <a:latin typeface="Calibri"/>
                <a:cs typeface="Calibri"/>
              </a:rPr>
              <a:t>processor</a:t>
            </a:r>
            <a:r>
              <a:rPr sz="1200" spc="15" dirty="0">
                <a:solidFill>
                  <a:srgbClr val="252525"/>
                </a:solidFill>
                <a:latin typeface="Calibri"/>
                <a:cs typeface="Calibri"/>
              </a:rPr>
              <a:t> </a:t>
            </a:r>
            <a:r>
              <a:rPr sz="1200" spc="-5" dirty="0">
                <a:solidFill>
                  <a:srgbClr val="252525"/>
                </a:solidFill>
                <a:latin typeface="Calibri"/>
                <a:cs typeface="Calibri"/>
              </a:rPr>
              <a:t>will</a:t>
            </a:r>
            <a:r>
              <a:rPr sz="1200" dirty="0">
                <a:solidFill>
                  <a:srgbClr val="252525"/>
                </a:solidFill>
                <a:latin typeface="Calibri"/>
                <a:cs typeface="Calibri"/>
              </a:rPr>
              <a:t> </a:t>
            </a:r>
            <a:r>
              <a:rPr sz="1200" spc="-5" dirty="0">
                <a:solidFill>
                  <a:srgbClr val="252525"/>
                </a:solidFill>
                <a:latin typeface="Calibri"/>
                <a:cs typeface="Calibri"/>
              </a:rPr>
              <a:t>sort </a:t>
            </a:r>
            <a:r>
              <a:rPr sz="1200" dirty="0">
                <a:solidFill>
                  <a:srgbClr val="252525"/>
                </a:solidFill>
                <a:latin typeface="Calibri"/>
                <a:cs typeface="Calibri"/>
              </a:rPr>
              <a:t>and</a:t>
            </a:r>
            <a:r>
              <a:rPr sz="1200" spc="-15" dirty="0">
                <a:solidFill>
                  <a:srgbClr val="252525"/>
                </a:solidFill>
                <a:latin typeface="Calibri"/>
                <a:cs typeface="Calibri"/>
              </a:rPr>
              <a:t> </a:t>
            </a:r>
            <a:r>
              <a:rPr sz="1200" spc="-5" dirty="0">
                <a:solidFill>
                  <a:srgbClr val="252525"/>
                </a:solidFill>
                <a:latin typeface="Calibri"/>
                <a:cs typeface="Calibri"/>
              </a:rPr>
              <a:t>merge</a:t>
            </a:r>
            <a:r>
              <a:rPr sz="1200" spc="5" dirty="0">
                <a:solidFill>
                  <a:srgbClr val="252525"/>
                </a:solidFill>
                <a:latin typeface="Calibri"/>
                <a:cs typeface="Calibri"/>
              </a:rPr>
              <a:t> </a:t>
            </a:r>
            <a:r>
              <a:rPr sz="1200" dirty="0">
                <a:solidFill>
                  <a:srgbClr val="252525"/>
                </a:solidFill>
                <a:latin typeface="Calibri"/>
                <a:cs typeface="Calibri"/>
              </a:rPr>
              <a:t>the</a:t>
            </a:r>
            <a:r>
              <a:rPr sz="1200" spc="-20" dirty="0">
                <a:solidFill>
                  <a:srgbClr val="252525"/>
                </a:solidFill>
                <a:latin typeface="Calibri"/>
                <a:cs typeface="Calibri"/>
              </a:rPr>
              <a:t> </a:t>
            </a:r>
            <a:r>
              <a:rPr sz="1200" spc="-10" dirty="0">
                <a:solidFill>
                  <a:srgbClr val="252525"/>
                </a:solidFill>
                <a:latin typeface="Calibri"/>
                <a:cs typeface="Calibri"/>
              </a:rPr>
              <a:t>data</a:t>
            </a:r>
            <a:r>
              <a:rPr sz="1200" spc="-20" dirty="0">
                <a:solidFill>
                  <a:srgbClr val="252525"/>
                </a:solidFill>
                <a:latin typeface="Calibri"/>
                <a:cs typeface="Calibri"/>
              </a:rPr>
              <a:t> </a:t>
            </a:r>
            <a:r>
              <a:rPr sz="1200" spc="-10" dirty="0">
                <a:solidFill>
                  <a:srgbClr val="252525"/>
                </a:solidFill>
                <a:latin typeface="Calibri"/>
                <a:cs typeface="Calibri"/>
              </a:rPr>
              <a:t>for</a:t>
            </a:r>
            <a:r>
              <a:rPr sz="1200" spc="-5" dirty="0">
                <a:solidFill>
                  <a:srgbClr val="252525"/>
                </a:solidFill>
                <a:latin typeface="Calibri"/>
                <a:cs typeface="Calibri"/>
              </a:rPr>
              <a:t> </a:t>
            </a:r>
            <a:r>
              <a:rPr sz="1200" dirty="0">
                <a:solidFill>
                  <a:srgbClr val="252525"/>
                </a:solidFill>
                <a:latin typeface="Calibri"/>
                <a:cs typeface="Calibri"/>
              </a:rPr>
              <a:t>a</a:t>
            </a:r>
            <a:r>
              <a:rPr sz="1200" spc="-10" dirty="0">
                <a:solidFill>
                  <a:srgbClr val="252525"/>
                </a:solidFill>
                <a:latin typeface="Calibri"/>
                <a:cs typeface="Calibri"/>
              </a:rPr>
              <a:t> </a:t>
            </a:r>
            <a:r>
              <a:rPr sz="1200" dirty="0">
                <a:solidFill>
                  <a:srgbClr val="252525"/>
                </a:solidFill>
                <a:latin typeface="Calibri"/>
                <a:cs typeface="Calibri"/>
              </a:rPr>
              <a:t>particular</a:t>
            </a:r>
            <a:r>
              <a:rPr sz="1200" spc="-30" dirty="0">
                <a:solidFill>
                  <a:srgbClr val="252525"/>
                </a:solidFill>
                <a:latin typeface="Calibri"/>
                <a:cs typeface="Calibri"/>
              </a:rPr>
              <a:t> </a:t>
            </a:r>
            <a:r>
              <a:rPr sz="1200" spc="-20" dirty="0">
                <a:solidFill>
                  <a:srgbClr val="252525"/>
                </a:solidFill>
                <a:latin typeface="Calibri"/>
                <a:cs typeface="Calibri"/>
              </a:rPr>
              <a:t>key</a:t>
            </a:r>
            <a:endParaRPr sz="1200">
              <a:latin typeface="Calibri"/>
              <a:cs typeface="Calibri"/>
            </a:endParaRPr>
          </a:p>
        </p:txBody>
      </p:sp>
      <p:sp>
        <p:nvSpPr>
          <p:cNvPr id="60" name="object 60"/>
          <p:cNvSpPr txBox="1"/>
          <p:nvPr/>
        </p:nvSpPr>
        <p:spPr>
          <a:xfrm>
            <a:off x="397256" y="3821988"/>
            <a:ext cx="1837689" cy="208279"/>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085" algn="l"/>
                <a:tab pos="299720" algn="l"/>
              </a:tabLst>
            </a:pPr>
            <a:r>
              <a:rPr sz="1200" spc="-5" dirty="0">
                <a:solidFill>
                  <a:srgbClr val="252525"/>
                </a:solidFill>
                <a:latin typeface="Calibri"/>
                <a:cs typeface="Calibri"/>
              </a:rPr>
              <a:t>Reducer</a:t>
            </a:r>
            <a:r>
              <a:rPr sz="1200" spc="-25" dirty="0">
                <a:solidFill>
                  <a:srgbClr val="252525"/>
                </a:solidFill>
                <a:latin typeface="Calibri"/>
                <a:cs typeface="Calibri"/>
              </a:rPr>
              <a:t> </a:t>
            </a:r>
            <a:r>
              <a:rPr sz="1200" spc="-5" dirty="0">
                <a:solidFill>
                  <a:srgbClr val="252525"/>
                </a:solidFill>
                <a:latin typeface="Calibri"/>
                <a:cs typeface="Calibri"/>
              </a:rPr>
              <a:t>output</a:t>
            </a:r>
            <a:r>
              <a:rPr sz="1200" spc="-40" dirty="0">
                <a:solidFill>
                  <a:srgbClr val="252525"/>
                </a:solidFill>
                <a:latin typeface="Calibri"/>
                <a:cs typeface="Calibri"/>
              </a:rPr>
              <a:t> </a:t>
            </a:r>
            <a:r>
              <a:rPr sz="1200" dirty="0">
                <a:solidFill>
                  <a:srgbClr val="252525"/>
                </a:solidFill>
                <a:latin typeface="Calibri"/>
                <a:cs typeface="Calibri"/>
              </a:rPr>
              <a:t>is</a:t>
            </a:r>
            <a:r>
              <a:rPr sz="1200" spc="-20" dirty="0">
                <a:solidFill>
                  <a:srgbClr val="252525"/>
                </a:solidFill>
                <a:latin typeface="Calibri"/>
                <a:cs typeface="Calibri"/>
              </a:rPr>
              <a:t> </a:t>
            </a:r>
            <a:r>
              <a:rPr sz="1200" spc="-10" dirty="0">
                <a:solidFill>
                  <a:srgbClr val="252525"/>
                </a:solidFill>
                <a:latin typeface="Calibri"/>
                <a:cs typeface="Calibri"/>
              </a:rPr>
              <a:t>stored</a:t>
            </a:r>
            <a:endParaRPr sz="1200">
              <a:latin typeface="Calibri"/>
              <a:cs typeface="Calibri"/>
            </a:endParaRPr>
          </a:p>
        </p:txBody>
      </p:sp>
      <p:sp>
        <p:nvSpPr>
          <p:cNvPr id="61" name="object 61"/>
          <p:cNvSpPr txBox="1">
            <a:spLocks noGrp="1"/>
          </p:cNvSpPr>
          <p:nvPr>
            <p:ph type="title"/>
          </p:nvPr>
        </p:nvSpPr>
        <p:spPr>
          <a:xfrm>
            <a:off x="471017" y="324053"/>
            <a:ext cx="4917440"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MapReduce</a:t>
            </a:r>
            <a:r>
              <a:rPr spc="15" dirty="0">
                <a:solidFill>
                  <a:srgbClr val="095A82"/>
                </a:solidFill>
              </a:rPr>
              <a:t> </a:t>
            </a:r>
            <a:r>
              <a:rPr spc="-5" dirty="0">
                <a:solidFill>
                  <a:srgbClr val="095A82"/>
                </a:solidFill>
              </a:rPr>
              <a:t>Job</a:t>
            </a:r>
            <a:r>
              <a:rPr spc="-35" dirty="0">
                <a:solidFill>
                  <a:srgbClr val="095A82"/>
                </a:solidFill>
              </a:rPr>
              <a:t> </a:t>
            </a:r>
            <a:r>
              <a:rPr spc="-5" dirty="0">
                <a:solidFill>
                  <a:srgbClr val="095A82"/>
                </a:solidFill>
              </a:rPr>
              <a:t>Submission</a:t>
            </a:r>
            <a:r>
              <a:rPr spc="-20" dirty="0">
                <a:solidFill>
                  <a:srgbClr val="095A82"/>
                </a:solidFill>
              </a:rPr>
              <a:t> </a:t>
            </a:r>
            <a:r>
              <a:rPr spc="-5" dirty="0">
                <a:solidFill>
                  <a:srgbClr val="095A82"/>
                </a:solidFill>
              </a:rPr>
              <a:t>Flow</a:t>
            </a:r>
          </a:p>
        </p:txBody>
      </p:sp>
      <p:sp>
        <p:nvSpPr>
          <p:cNvPr id="62" name="object 62"/>
          <p:cNvSpPr txBox="1"/>
          <p:nvPr/>
        </p:nvSpPr>
        <p:spPr>
          <a:xfrm>
            <a:off x="5520054" y="1392682"/>
            <a:ext cx="4730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1</a:t>
            </a:r>
            <a:endParaRPr sz="1200">
              <a:latin typeface="Calibri"/>
              <a:cs typeface="Calibri"/>
            </a:endParaRPr>
          </a:p>
        </p:txBody>
      </p:sp>
      <p:sp>
        <p:nvSpPr>
          <p:cNvPr id="63" name="object 63"/>
          <p:cNvSpPr txBox="1"/>
          <p:nvPr/>
        </p:nvSpPr>
        <p:spPr>
          <a:xfrm>
            <a:off x="6744081" y="1392682"/>
            <a:ext cx="4730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252525"/>
                </a:solidFill>
                <a:latin typeface="Calibri"/>
                <a:cs typeface="Calibri"/>
              </a:rPr>
              <a:t>N</a:t>
            </a:r>
            <a:r>
              <a:rPr sz="1200" spc="-5" dirty="0">
                <a:solidFill>
                  <a:srgbClr val="252525"/>
                </a:solidFill>
                <a:latin typeface="Calibri"/>
                <a:cs typeface="Calibri"/>
              </a:rPr>
              <a:t>o</a:t>
            </a:r>
            <a:r>
              <a:rPr sz="1200" spc="5" dirty="0">
                <a:solidFill>
                  <a:srgbClr val="252525"/>
                </a:solidFill>
                <a:latin typeface="Calibri"/>
                <a:cs typeface="Calibri"/>
              </a:rPr>
              <a:t>d</a:t>
            </a:r>
            <a:r>
              <a:rPr sz="1200" dirty="0">
                <a:solidFill>
                  <a:srgbClr val="252525"/>
                </a:solidFill>
                <a:latin typeface="Calibri"/>
                <a:cs typeface="Calibri"/>
              </a:rPr>
              <a:t>e</a:t>
            </a:r>
            <a:r>
              <a:rPr sz="1200" spc="-5" dirty="0">
                <a:solidFill>
                  <a:srgbClr val="252525"/>
                </a:solidFill>
                <a:latin typeface="Calibri"/>
                <a:cs typeface="Calibri"/>
              </a:rPr>
              <a:t> </a:t>
            </a:r>
            <a:r>
              <a:rPr sz="1200" dirty="0">
                <a:solidFill>
                  <a:srgbClr val="252525"/>
                </a:solidFill>
                <a:latin typeface="Calibri"/>
                <a:cs typeface="Calibri"/>
              </a:rPr>
              <a:t>2</a:t>
            </a:r>
            <a:endParaRPr sz="1200">
              <a:latin typeface="Calibri"/>
              <a:cs typeface="Calibri"/>
            </a:endParaRPr>
          </a:p>
        </p:txBody>
      </p:sp>
      <p:sp>
        <p:nvSpPr>
          <p:cNvPr id="67" name="object 3">
            <a:extLst>
              <a:ext uri="{FF2B5EF4-FFF2-40B4-BE49-F238E27FC236}">
                <a16:creationId xmlns:a16="http://schemas.microsoft.com/office/drawing/2014/main" id="{54E0F64E-805F-6372-91DF-5CB8BAB516F5}"/>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8" name="Rectangle 67">
            <a:extLst>
              <a:ext uri="{FF2B5EF4-FFF2-40B4-BE49-F238E27FC236}">
                <a16:creationId xmlns:a16="http://schemas.microsoft.com/office/drawing/2014/main" id="{57CEBE46-09FF-83B4-0A8E-D6CD7E1218E2}"/>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388846309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grpSp>
        <p:nvGrpSpPr>
          <p:cNvPr id="3" name="object 3"/>
          <p:cNvGrpSpPr/>
          <p:nvPr/>
        </p:nvGrpSpPr>
        <p:grpSpPr>
          <a:xfrm>
            <a:off x="1693153" y="961644"/>
            <a:ext cx="2614295" cy="3482975"/>
            <a:chOff x="1693153" y="961644"/>
            <a:chExt cx="2614295" cy="3482975"/>
          </a:xfrm>
        </p:grpSpPr>
        <p:pic>
          <p:nvPicPr>
            <p:cNvPr id="4" name="object 4"/>
            <p:cNvPicPr/>
            <p:nvPr/>
          </p:nvPicPr>
          <p:blipFill>
            <a:blip r:embed="rId2" cstate="print"/>
            <a:stretch>
              <a:fillRect/>
            </a:stretch>
          </p:blipFill>
          <p:spPr>
            <a:xfrm>
              <a:off x="1693153" y="964668"/>
              <a:ext cx="2613681" cy="3479339"/>
            </a:xfrm>
            <a:prstGeom prst="rect">
              <a:avLst/>
            </a:prstGeom>
          </p:spPr>
        </p:pic>
        <p:pic>
          <p:nvPicPr>
            <p:cNvPr id="5" name="object 5"/>
            <p:cNvPicPr/>
            <p:nvPr/>
          </p:nvPicPr>
          <p:blipFill>
            <a:blip r:embed="rId3" cstate="print"/>
            <a:stretch>
              <a:fillRect/>
            </a:stretch>
          </p:blipFill>
          <p:spPr>
            <a:xfrm>
              <a:off x="1728215" y="961644"/>
              <a:ext cx="2548128" cy="3413760"/>
            </a:xfrm>
            <a:prstGeom prst="rect">
              <a:avLst/>
            </a:prstGeom>
          </p:spPr>
        </p:pic>
      </p:grpSp>
      <p:grpSp>
        <p:nvGrpSpPr>
          <p:cNvPr id="6" name="object 6"/>
          <p:cNvGrpSpPr/>
          <p:nvPr/>
        </p:nvGrpSpPr>
        <p:grpSpPr>
          <a:xfrm>
            <a:off x="4837155" y="932688"/>
            <a:ext cx="2749550" cy="3529965"/>
            <a:chOff x="4837155" y="932688"/>
            <a:chExt cx="2749550" cy="3529965"/>
          </a:xfrm>
        </p:grpSpPr>
        <p:pic>
          <p:nvPicPr>
            <p:cNvPr id="7" name="object 7"/>
            <p:cNvPicPr/>
            <p:nvPr/>
          </p:nvPicPr>
          <p:blipFill>
            <a:blip r:embed="rId4" cstate="print"/>
            <a:stretch>
              <a:fillRect/>
            </a:stretch>
          </p:blipFill>
          <p:spPr>
            <a:xfrm>
              <a:off x="4837155" y="935720"/>
              <a:ext cx="2749335" cy="3526567"/>
            </a:xfrm>
            <a:prstGeom prst="rect">
              <a:avLst/>
            </a:prstGeom>
          </p:spPr>
        </p:pic>
        <p:pic>
          <p:nvPicPr>
            <p:cNvPr id="8" name="object 8"/>
            <p:cNvPicPr/>
            <p:nvPr/>
          </p:nvPicPr>
          <p:blipFill>
            <a:blip r:embed="rId5" cstate="print"/>
            <a:stretch>
              <a:fillRect/>
            </a:stretch>
          </p:blipFill>
          <p:spPr>
            <a:xfrm>
              <a:off x="4872227" y="932688"/>
              <a:ext cx="2683764" cy="3461004"/>
            </a:xfrm>
            <a:prstGeom prst="rect">
              <a:avLst/>
            </a:prstGeom>
          </p:spPr>
        </p:pic>
      </p:grpSp>
      <p:sp>
        <p:nvSpPr>
          <p:cNvPr id="9" name="object 9"/>
          <p:cNvSpPr txBox="1">
            <a:spLocks noGrp="1"/>
          </p:cNvSpPr>
          <p:nvPr>
            <p:ph type="title"/>
          </p:nvPr>
        </p:nvSpPr>
        <p:spPr>
          <a:xfrm>
            <a:off x="471017" y="324053"/>
            <a:ext cx="2103120"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Weather</a:t>
            </a:r>
            <a:r>
              <a:rPr spc="-35" dirty="0">
                <a:solidFill>
                  <a:srgbClr val="095A82"/>
                </a:solidFill>
              </a:rPr>
              <a:t> </a:t>
            </a:r>
            <a:r>
              <a:rPr spc="-10" dirty="0">
                <a:solidFill>
                  <a:srgbClr val="095A82"/>
                </a:solidFill>
              </a:rPr>
              <a:t>Data</a:t>
            </a: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10" name="object 10"/>
          <p:cNvSpPr txBox="1"/>
          <p:nvPr/>
        </p:nvSpPr>
        <p:spPr>
          <a:xfrm>
            <a:off x="2214752" y="4480966"/>
            <a:ext cx="4621530" cy="233045"/>
          </a:xfrm>
          <a:prstGeom prst="rect">
            <a:avLst/>
          </a:prstGeom>
        </p:spPr>
        <p:txBody>
          <a:bodyPr vert="horz" wrap="square" lIns="0" tIns="13335" rIns="0" bIns="0" rtlCol="0">
            <a:spAutoFit/>
          </a:bodyPr>
          <a:lstStyle/>
          <a:p>
            <a:pPr marL="12700">
              <a:lnSpc>
                <a:spcPct val="100000"/>
              </a:lnSpc>
              <a:spcBef>
                <a:spcPts val="105"/>
              </a:spcBef>
            </a:pPr>
            <a:r>
              <a:rPr sz="1350" b="1" dirty="0">
                <a:solidFill>
                  <a:srgbClr val="226B8F"/>
                </a:solidFill>
                <a:latin typeface="Calibri"/>
                <a:cs typeface="Calibri"/>
              </a:rPr>
              <a:t>D</a:t>
            </a:r>
            <a:r>
              <a:rPr sz="1350" b="1" spc="-20" dirty="0">
                <a:solidFill>
                  <a:srgbClr val="226B8F"/>
                </a:solidFill>
                <a:latin typeface="Calibri"/>
                <a:cs typeface="Calibri"/>
              </a:rPr>
              <a:t>a</a:t>
            </a:r>
            <a:r>
              <a:rPr sz="1350" b="1" spc="-15" dirty="0">
                <a:solidFill>
                  <a:srgbClr val="226B8F"/>
                </a:solidFill>
                <a:latin typeface="Calibri"/>
                <a:cs typeface="Calibri"/>
              </a:rPr>
              <a:t>t</a:t>
            </a:r>
            <a:r>
              <a:rPr sz="1350" b="1" dirty="0">
                <a:solidFill>
                  <a:srgbClr val="226B8F"/>
                </a:solidFill>
                <a:latin typeface="Calibri"/>
                <a:cs typeface="Calibri"/>
              </a:rPr>
              <a:t>as</a:t>
            </a:r>
            <a:r>
              <a:rPr sz="1350" b="1" spc="-15" dirty="0">
                <a:solidFill>
                  <a:srgbClr val="226B8F"/>
                </a:solidFill>
                <a:latin typeface="Calibri"/>
                <a:cs typeface="Calibri"/>
              </a:rPr>
              <a:t>e</a:t>
            </a:r>
            <a:r>
              <a:rPr sz="1350" b="1" dirty="0">
                <a:solidFill>
                  <a:srgbClr val="226B8F"/>
                </a:solidFill>
                <a:latin typeface="Calibri"/>
                <a:cs typeface="Calibri"/>
              </a:rPr>
              <a:t>t</a:t>
            </a:r>
            <a:r>
              <a:rPr sz="1350" b="1" spc="-60" dirty="0">
                <a:solidFill>
                  <a:srgbClr val="226B8F"/>
                </a:solidFill>
                <a:latin typeface="Calibri"/>
                <a:cs typeface="Calibri"/>
              </a:rPr>
              <a:t> </a:t>
            </a:r>
            <a:r>
              <a:rPr sz="1350" b="1" dirty="0">
                <a:solidFill>
                  <a:srgbClr val="226B8F"/>
                </a:solidFill>
                <a:latin typeface="Calibri"/>
                <a:cs typeface="Calibri"/>
              </a:rPr>
              <a:t>Link:</a:t>
            </a:r>
            <a:r>
              <a:rPr sz="1350" b="1" spc="15" dirty="0">
                <a:solidFill>
                  <a:srgbClr val="226B8F"/>
                </a:solidFill>
                <a:latin typeface="Calibri"/>
                <a:cs typeface="Calibri"/>
              </a:rPr>
              <a:t> </a:t>
            </a:r>
            <a:r>
              <a:rPr sz="1800" u="sng" baseline="2314" dirty="0">
                <a:solidFill>
                  <a:srgbClr val="055180"/>
                </a:solidFill>
                <a:uFill>
                  <a:solidFill>
                    <a:srgbClr val="055180"/>
                  </a:solidFill>
                </a:uFill>
                <a:latin typeface="Calibri"/>
                <a:cs typeface="Calibri"/>
                <a:hlinkClick r:id="rId6"/>
              </a:rPr>
              <a:t>ftp:</a:t>
            </a:r>
            <a:r>
              <a:rPr sz="1800" u="sng" spc="7" baseline="2314" dirty="0">
                <a:solidFill>
                  <a:srgbClr val="055180"/>
                </a:solidFill>
                <a:uFill>
                  <a:solidFill>
                    <a:srgbClr val="055180"/>
                  </a:solidFill>
                </a:uFill>
                <a:latin typeface="Calibri"/>
                <a:cs typeface="Calibri"/>
                <a:hlinkClick r:id="rId6"/>
              </a:rPr>
              <a:t>/</a:t>
            </a:r>
            <a:r>
              <a:rPr sz="1800" u="sng" baseline="2314" dirty="0">
                <a:solidFill>
                  <a:srgbClr val="055180"/>
                </a:solidFill>
                <a:uFill>
                  <a:solidFill>
                    <a:srgbClr val="055180"/>
                  </a:solidFill>
                </a:uFill>
                <a:latin typeface="Calibri"/>
                <a:cs typeface="Calibri"/>
                <a:hlinkClick r:id="rId6"/>
              </a:rPr>
              <a:t>/</a:t>
            </a:r>
            <a:r>
              <a:rPr sz="1800" u="sng" spc="-15" baseline="2314" dirty="0">
                <a:solidFill>
                  <a:srgbClr val="055180"/>
                </a:solidFill>
                <a:uFill>
                  <a:solidFill>
                    <a:srgbClr val="055180"/>
                  </a:solidFill>
                </a:uFill>
                <a:latin typeface="Calibri"/>
                <a:cs typeface="Calibri"/>
                <a:hlinkClick r:id="rId6"/>
              </a:rPr>
              <a:t>ftp</a:t>
            </a:r>
            <a:r>
              <a:rPr sz="1800" u="sng" spc="-7" baseline="2314" dirty="0">
                <a:solidFill>
                  <a:srgbClr val="055180"/>
                </a:solidFill>
                <a:uFill>
                  <a:solidFill>
                    <a:srgbClr val="055180"/>
                  </a:solidFill>
                </a:uFill>
                <a:latin typeface="Calibri"/>
                <a:cs typeface="Calibri"/>
                <a:hlinkClick r:id="rId6"/>
              </a:rPr>
              <a:t>.</a:t>
            </a:r>
            <a:r>
              <a:rPr sz="1800" u="sng" spc="-15" baseline="2314" dirty="0">
                <a:solidFill>
                  <a:srgbClr val="055180"/>
                </a:solidFill>
                <a:uFill>
                  <a:solidFill>
                    <a:srgbClr val="055180"/>
                  </a:solidFill>
                </a:uFill>
                <a:latin typeface="Calibri"/>
                <a:cs typeface="Calibri"/>
                <a:hlinkClick r:id="rId6"/>
              </a:rPr>
              <a:t>n</a:t>
            </a:r>
            <a:r>
              <a:rPr sz="1800" u="sng" spc="-7" baseline="2314" dirty="0">
                <a:solidFill>
                  <a:srgbClr val="055180"/>
                </a:solidFill>
                <a:uFill>
                  <a:solidFill>
                    <a:srgbClr val="055180"/>
                  </a:solidFill>
                </a:uFill>
                <a:latin typeface="Calibri"/>
                <a:cs typeface="Calibri"/>
                <a:hlinkClick r:id="rId6"/>
              </a:rPr>
              <a:t>c</a:t>
            </a:r>
            <a:r>
              <a:rPr sz="1800" u="sng" baseline="2314" dirty="0">
                <a:solidFill>
                  <a:srgbClr val="055180"/>
                </a:solidFill>
                <a:uFill>
                  <a:solidFill>
                    <a:srgbClr val="055180"/>
                  </a:solidFill>
                </a:uFill>
                <a:latin typeface="Calibri"/>
                <a:cs typeface="Calibri"/>
                <a:hlinkClick r:id="rId6"/>
              </a:rPr>
              <a:t>d</a:t>
            </a:r>
            <a:r>
              <a:rPr sz="1800" u="sng" spc="-7" baseline="2314" dirty="0">
                <a:solidFill>
                  <a:srgbClr val="055180"/>
                </a:solidFill>
                <a:uFill>
                  <a:solidFill>
                    <a:srgbClr val="055180"/>
                  </a:solidFill>
                </a:uFill>
                <a:latin typeface="Calibri"/>
                <a:cs typeface="Calibri"/>
                <a:hlinkClick r:id="rId6"/>
              </a:rPr>
              <a:t>c.</a:t>
            </a:r>
            <a:r>
              <a:rPr sz="1800" u="sng" baseline="2314" dirty="0">
                <a:solidFill>
                  <a:srgbClr val="055180"/>
                </a:solidFill>
                <a:uFill>
                  <a:solidFill>
                    <a:srgbClr val="055180"/>
                  </a:solidFill>
                </a:uFill>
                <a:latin typeface="Calibri"/>
                <a:cs typeface="Calibri"/>
                <a:hlinkClick r:id="rId6"/>
              </a:rPr>
              <a:t>n</a:t>
            </a:r>
            <a:r>
              <a:rPr sz="1800" u="sng" spc="-7" baseline="2314" dirty="0">
                <a:solidFill>
                  <a:srgbClr val="055180"/>
                </a:solidFill>
                <a:uFill>
                  <a:solidFill>
                    <a:srgbClr val="055180"/>
                  </a:solidFill>
                </a:uFill>
                <a:latin typeface="Calibri"/>
                <a:cs typeface="Calibri"/>
                <a:hlinkClick r:id="rId6"/>
              </a:rPr>
              <a:t>o</a:t>
            </a:r>
            <a:r>
              <a:rPr sz="1800" u="sng" baseline="2314" dirty="0">
                <a:solidFill>
                  <a:srgbClr val="055180"/>
                </a:solidFill>
                <a:uFill>
                  <a:solidFill>
                    <a:srgbClr val="055180"/>
                  </a:solidFill>
                </a:uFill>
                <a:latin typeface="Calibri"/>
                <a:cs typeface="Calibri"/>
                <a:hlinkClick r:id="rId6"/>
              </a:rPr>
              <a:t>aa</a:t>
            </a:r>
            <a:r>
              <a:rPr sz="1800" u="sng" spc="7" baseline="2314" dirty="0">
                <a:solidFill>
                  <a:srgbClr val="055180"/>
                </a:solidFill>
                <a:uFill>
                  <a:solidFill>
                    <a:srgbClr val="055180"/>
                  </a:solidFill>
                </a:uFill>
                <a:latin typeface="Calibri"/>
                <a:cs typeface="Calibri"/>
                <a:hlinkClick r:id="rId6"/>
              </a:rPr>
              <a:t>.</a:t>
            </a:r>
            <a:r>
              <a:rPr sz="1800" u="sng" spc="-22" baseline="2314" dirty="0">
                <a:solidFill>
                  <a:srgbClr val="055180"/>
                </a:solidFill>
                <a:uFill>
                  <a:solidFill>
                    <a:srgbClr val="055180"/>
                  </a:solidFill>
                </a:uFill>
                <a:latin typeface="Calibri"/>
                <a:cs typeface="Calibri"/>
                <a:hlinkClick r:id="rId6"/>
              </a:rPr>
              <a:t>g</a:t>
            </a:r>
            <a:r>
              <a:rPr sz="1800" u="sng" spc="-7" baseline="2314" dirty="0">
                <a:solidFill>
                  <a:srgbClr val="055180"/>
                </a:solidFill>
                <a:uFill>
                  <a:solidFill>
                    <a:srgbClr val="055180"/>
                  </a:solidFill>
                </a:uFill>
                <a:latin typeface="Calibri"/>
                <a:cs typeface="Calibri"/>
                <a:hlinkClick r:id="rId6"/>
              </a:rPr>
              <a:t>ov</a:t>
            </a:r>
            <a:r>
              <a:rPr sz="1800" u="sng" spc="-15" baseline="2314" dirty="0">
                <a:solidFill>
                  <a:srgbClr val="055180"/>
                </a:solidFill>
                <a:uFill>
                  <a:solidFill>
                    <a:srgbClr val="055180"/>
                  </a:solidFill>
                </a:uFill>
                <a:latin typeface="Calibri"/>
                <a:cs typeface="Calibri"/>
                <a:hlinkClick r:id="rId6"/>
              </a:rPr>
              <a:t>/p</a:t>
            </a:r>
            <a:r>
              <a:rPr sz="1800" u="sng" baseline="2314" dirty="0">
                <a:solidFill>
                  <a:srgbClr val="055180"/>
                </a:solidFill>
                <a:uFill>
                  <a:solidFill>
                    <a:srgbClr val="055180"/>
                  </a:solidFill>
                </a:uFill>
                <a:latin typeface="Calibri"/>
                <a:cs typeface="Calibri"/>
                <a:hlinkClick r:id="rId6"/>
              </a:rPr>
              <a:t>u</a:t>
            </a:r>
            <a:r>
              <a:rPr sz="1800" u="sng" spc="-15" baseline="2314" dirty="0">
                <a:solidFill>
                  <a:srgbClr val="055180"/>
                </a:solidFill>
                <a:uFill>
                  <a:solidFill>
                    <a:srgbClr val="055180"/>
                  </a:solidFill>
                </a:uFill>
                <a:latin typeface="Calibri"/>
                <a:cs typeface="Calibri"/>
                <a:hlinkClick r:id="rId6"/>
              </a:rPr>
              <a:t>b/d</a:t>
            </a:r>
            <a:r>
              <a:rPr sz="1800" u="sng" spc="-22" baseline="2314" dirty="0">
                <a:solidFill>
                  <a:srgbClr val="055180"/>
                </a:solidFill>
                <a:uFill>
                  <a:solidFill>
                    <a:srgbClr val="055180"/>
                  </a:solidFill>
                </a:uFill>
                <a:latin typeface="Calibri"/>
                <a:cs typeface="Calibri"/>
                <a:hlinkClick r:id="rId6"/>
              </a:rPr>
              <a:t>a</a:t>
            </a:r>
            <a:r>
              <a:rPr sz="1800" u="sng" spc="-30" baseline="2314" dirty="0">
                <a:solidFill>
                  <a:srgbClr val="055180"/>
                </a:solidFill>
                <a:uFill>
                  <a:solidFill>
                    <a:srgbClr val="055180"/>
                  </a:solidFill>
                </a:uFill>
                <a:latin typeface="Calibri"/>
                <a:cs typeface="Calibri"/>
                <a:hlinkClick r:id="rId6"/>
              </a:rPr>
              <a:t>t</a:t>
            </a:r>
            <a:r>
              <a:rPr sz="1800" u="sng" baseline="2314" dirty="0">
                <a:solidFill>
                  <a:srgbClr val="055180"/>
                </a:solidFill>
                <a:uFill>
                  <a:solidFill>
                    <a:srgbClr val="055180"/>
                  </a:solidFill>
                </a:uFill>
                <a:latin typeface="Calibri"/>
                <a:cs typeface="Calibri"/>
                <a:hlinkClick r:id="rId6"/>
              </a:rPr>
              <a:t>a/</a:t>
            </a:r>
            <a:r>
              <a:rPr sz="1800" u="sng" spc="-15" baseline="2314" dirty="0">
                <a:solidFill>
                  <a:srgbClr val="055180"/>
                </a:solidFill>
                <a:uFill>
                  <a:solidFill>
                    <a:srgbClr val="055180"/>
                  </a:solidFill>
                </a:uFill>
                <a:latin typeface="Calibri"/>
                <a:cs typeface="Calibri"/>
                <a:hlinkClick r:id="rId6"/>
              </a:rPr>
              <a:t>u</a:t>
            </a:r>
            <a:r>
              <a:rPr sz="1800" u="sng" spc="-7" baseline="2314" dirty="0">
                <a:solidFill>
                  <a:srgbClr val="055180"/>
                </a:solidFill>
                <a:uFill>
                  <a:solidFill>
                    <a:srgbClr val="055180"/>
                  </a:solidFill>
                </a:uFill>
                <a:latin typeface="Calibri"/>
                <a:cs typeface="Calibri"/>
                <a:hlinkClick r:id="rId6"/>
              </a:rPr>
              <a:t>sc</a:t>
            </a:r>
            <a:r>
              <a:rPr sz="1800" u="sng" baseline="2314" dirty="0">
                <a:solidFill>
                  <a:srgbClr val="055180"/>
                </a:solidFill>
                <a:uFill>
                  <a:solidFill>
                    <a:srgbClr val="055180"/>
                  </a:solidFill>
                </a:uFill>
                <a:latin typeface="Calibri"/>
                <a:cs typeface="Calibri"/>
                <a:hlinkClick r:id="rId6"/>
              </a:rPr>
              <a:t>r</a:t>
            </a:r>
            <a:r>
              <a:rPr sz="1800" u="sng" spc="7" baseline="2314" dirty="0">
                <a:solidFill>
                  <a:srgbClr val="055180"/>
                </a:solidFill>
                <a:uFill>
                  <a:solidFill>
                    <a:srgbClr val="055180"/>
                  </a:solidFill>
                </a:uFill>
                <a:latin typeface="Calibri"/>
                <a:cs typeface="Calibri"/>
                <a:hlinkClick r:id="rId6"/>
              </a:rPr>
              <a:t>n</a:t>
            </a:r>
            <a:r>
              <a:rPr sz="1800" u="sng" spc="-15" baseline="2314" dirty="0">
                <a:solidFill>
                  <a:srgbClr val="055180"/>
                </a:solidFill>
                <a:uFill>
                  <a:solidFill>
                    <a:srgbClr val="055180"/>
                  </a:solidFill>
                </a:uFill>
                <a:latin typeface="Calibri"/>
                <a:cs typeface="Calibri"/>
                <a:hlinkClick r:id="rId6"/>
              </a:rPr>
              <a:t>/p</a:t>
            </a:r>
            <a:r>
              <a:rPr sz="1800" u="sng" spc="-37" baseline="2314" dirty="0">
                <a:solidFill>
                  <a:srgbClr val="055180"/>
                </a:solidFill>
                <a:uFill>
                  <a:solidFill>
                    <a:srgbClr val="055180"/>
                  </a:solidFill>
                </a:uFill>
                <a:latin typeface="Calibri"/>
                <a:cs typeface="Calibri"/>
                <a:hlinkClick r:id="rId6"/>
              </a:rPr>
              <a:t>r</a:t>
            </a:r>
            <a:r>
              <a:rPr sz="1800" u="sng" spc="-7" baseline="2314" dirty="0">
                <a:solidFill>
                  <a:srgbClr val="055180"/>
                </a:solidFill>
                <a:uFill>
                  <a:solidFill>
                    <a:srgbClr val="055180"/>
                  </a:solidFill>
                </a:uFill>
                <a:latin typeface="Calibri"/>
                <a:cs typeface="Calibri"/>
                <a:hlinkClick r:id="rId6"/>
              </a:rPr>
              <a:t>od</a:t>
            </a:r>
            <a:r>
              <a:rPr sz="1800" u="sng" spc="-15" baseline="2314" dirty="0">
                <a:solidFill>
                  <a:srgbClr val="055180"/>
                </a:solidFill>
                <a:uFill>
                  <a:solidFill>
                    <a:srgbClr val="055180"/>
                  </a:solidFill>
                </a:uFill>
                <a:latin typeface="Calibri"/>
                <a:cs typeface="Calibri"/>
                <a:hlinkClick r:id="rId6"/>
              </a:rPr>
              <a:t>u</a:t>
            </a:r>
            <a:r>
              <a:rPr sz="1800" u="sng" spc="-7" baseline="2314" dirty="0">
                <a:solidFill>
                  <a:srgbClr val="055180"/>
                </a:solidFill>
                <a:uFill>
                  <a:solidFill>
                    <a:srgbClr val="055180"/>
                  </a:solidFill>
                </a:uFill>
                <a:latin typeface="Calibri"/>
                <a:cs typeface="Calibri"/>
                <a:hlinkClick r:id="rId6"/>
              </a:rPr>
              <a:t>c</a:t>
            </a:r>
            <a:r>
              <a:rPr sz="1800" u="sng" baseline="2314" dirty="0">
                <a:solidFill>
                  <a:srgbClr val="055180"/>
                </a:solidFill>
                <a:uFill>
                  <a:solidFill>
                    <a:srgbClr val="055180"/>
                  </a:solidFill>
                </a:uFill>
                <a:latin typeface="Calibri"/>
                <a:cs typeface="Calibri"/>
                <a:hlinkClick r:id="rId6"/>
              </a:rPr>
              <a:t>t</a:t>
            </a:r>
            <a:r>
              <a:rPr sz="1800" u="sng" spc="-7" baseline="2314" dirty="0">
                <a:solidFill>
                  <a:srgbClr val="055180"/>
                </a:solidFill>
                <a:uFill>
                  <a:solidFill>
                    <a:srgbClr val="055180"/>
                  </a:solidFill>
                </a:uFill>
                <a:latin typeface="Calibri"/>
                <a:cs typeface="Calibri"/>
                <a:hlinkClick r:id="rId6"/>
              </a:rPr>
              <a:t>s/</a:t>
            </a:r>
            <a:r>
              <a:rPr sz="1800" u="sng" spc="7" baseline="2314" dirty="0">
                <a:solidFill>
                  <a:srgbClr val="055180"/>
                </a:solidFill>
                <a:uFill>
                  <a:solidFill>
                    <a:srgbClr val="055180"/>
                  </a:solidFill>
                </a:uFill>
                <a:latin typeface="Calibri"/>
                <a:cs typeface="Calibri"/>
                <a:hlinkClick r:id="rId6"/>
              </a:rPr>
              <a:t>d</a:t>
            </a:r>
            <a:r>
              <a:rPr sz="1800" u="sng" spc="-22" baseline="2314" dirty="0">
                <a:solidFill>
                  <a:srgbClr val="055180"/>
                </a:solidFill>
                <a:uFill>
                  <a:solidFill>
                    <a:srgbClr val="055180"/>
                  </a:solidFill>
                </a:uFill>
                <a:latin typeface="Calibri"/>
                <a:cs typeface="Calibri"/>
                <a:hlinkClick r:id="rId6"/>
              </a:rPr>
              <a:t>a</a:t>
            </a:r>
            <a:r>
              <a:rPr sz="1800" u="sng" baseline="2314" dirty="0">
                <a:solidFill>
                  <a:srgbClr val="055180"/>
                </a:solidFill>
                <a:uFill>
                  <a:solidFill>
                    <a:srgbClr val="055180"/>
                  </a:solidFill>
                </a:uFill>
                <a:latin typeface="Calibri"/>
                <a:cs typeface="Calibri"/>
                <a:hlinkClick r:id="rId6"/>
              </a:rPr>
              <a:t>ily01/</a:t>
            </a:r>
            <a:endParaRPr sz="1800" baseline="2314">
              <a:latin typeface="Calibri"/>
              <a:cs typeface="Calibri"/>
            </a:endParaRPr>
          </a:p>
        </p:txBody>
      </p:sp>
      <p:sp>
        <p:nvSpPr>
          <p:cNvPr id="12" name="object 3">
            <a:extLst>
              <a:ext uri="{FF2B5EF4-FFF2-40B4-BE49-F238E27FC236}">
                <a16:creationId xmlns:a16="http://schemas.microsoft.com/office/drawing/2014/main" id="{162C46B9-E287-3832-23FA-B45FCB6A2387}"/>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13" name="Rectangle 12">
            <a:extLst>
              <a:ext uri="{FF2B5EF4-FFF2-40B4-BE49-F238E27FC236}">
                <a16:creationId xmlns:a16="http://schemas.microsoft.com/office/drawing/2014/main" id="{6D27D068-9593-7336-E4C4-3F2689C04C17}"/>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170964964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DCE2E3"/>
          </a:solidFill>
        </p:spPr>
        <p:txBody>
          <a:bodyPr wrap="square" lIns="0" tIns="0" rIns="0" bIns="0" rtlCol="0"/>
          <a:lstStyle/>
          <a:p>
            <a:endParaRPr/>
          </a:p>
        </p:txBody>
      </p:sp>
      <p:sp>
        <p:nvSpPr>
          <p:cNvPr id="3" name="object 3"/>
          <p:cNvSpPr/>
          <p:nvPr/>
        </p:nvSpPr>
        <p:spPr>
          <a:xfrm>
            <a:off x="7315200" y="0"/>
            <a:ext cx="1243965" cy="1554480"/>
          </a:xfrm>
          <a:custGeom>
            <a:avLst/>
            <a:gdLst/>
            <a:ahLst/>
            <a:cxnLst/>
            <a:rect l="l" t="t" r="r" b="b"/>
            <a:pathLst>
              <a:path w="1243965" h="1554480">
                <a:moveTo>
                  <a:pt x="1243584" y="0"/>
                </a:moveTo>
                <a:lnTo>
                  <a:pt x="0" y="0"/>
                </a:lnTo>
                <a:lnTo>
                  <a:pt x="0" y="1065276"/>
                </a:lnTo>
                <a:lnTo>
                  <a:pt x="0" y="1095756"/>
                </a:lnTo>
                <a:lnTo>
                  <a:pt x="0" y="1554480"/>
                </a:lnTo>
                <a:lnTo>
                  <a:pt x="621068" y="1096175"/>
                </a:lnTo>
                <a:lnTo>
                  <a:pt x="1243584" y="1554480"/>
                </a:lnTo>
                <a:lnTo>
                  <a:pt x="1243584" y="1095756"/>
                </a:lnTo>
                <a:lnTo>
                  <a:pt x="1243584" y="1065276"/>
                </a:lnTo>
                <a:lnTo>
                  <a:pt x="1243584" y="0"/>
                </a:lnTo>
                <a:close/>
              </a:path>
            </a:pathLst>
          </a:custGeom>
          <a:solidFill>
            <a:srgbClr val="095A82"/>
          </a:solidFill>
        </p:spPr>
        <p:txBody>
          <a:bodyPr wrap="square" lIns="0" tIns="0" rIns="0" bIns="0" rtlCol="0"/>
          <a:lstStyle/>
          <a:p>
            <a:endParaRPr/>
          </a:p>
        </p:txBody>
      </p:sp>
      <p:pic>
        <p:nvPicPr>
          <p:cNvPr id="5" name="object 5"/>
          <p:cNvPicPr/>
          <p:nvPr/>
        </p:nvPicPr>
        <p:blipFill>
          <a:blip r:embed="rId2" cstate="print"/>
          <a:stretch>
            <a:fillRect/>
          </a:stretch>
        </p:blipFill>
        <p:spPr>
          <a:xfrm>
            <a:off x="528827" y="4725927"/>
            <a:ext cx="1138428" cy="417572"/>
          </a:xfrm>
          <a:prstGeom prst="rect">
            <a:avLst/>
          </a:prstGeom>
        </p:spPr>
      </p:pic>
      <p:sp>
        <p:nvSpPr>
          <p:cNvPr id="7" name="object 7"/>
          <p:cNvSpPr txBox="1">
            <a:spLocks noGrp="1"/>
          </p:cNvSpPr>
          <p:nvPr>
            <p:ph type="title"/>
          </p:nvPr>
        </p:nvSpPr>
        <p:spPr>
          <a:xfrm>
            <a:off x="2209800" y="2323591"/>
            <a:ext cx="5257800" cy="443070"/>
          </a:xfrm>
          <a:prstGeom prst="rect">
            <a:avLst/>
          </a:prstGeom>
        </p:spPr>
        <p:txBody>
          <a:bodyPr vert="horz" wrap="square" lIns="0" tIns="12065" rIns="0" bIns="0" rtlCol="0">
            <a:spAutoFit/>
          </a:bodyPr>
          <a:lstStyle/>
          <a:p>
            <a:pPr marL="13335">
              <a:lnSpc>
                <a:spcPct val="100000"/>
              </a:lnSpc>
              <a:spcBef>
                <a:spcPts val="95"/>
              </a:spcBef>
            </a:pPr>
            <a:r>
              <a:rPr spc="-10" dirty="0"/>
              <a:t>Demo</a:t>
            </a:r>
            <a:r>
              <a:rPr spc="-15" dirty="0"/>
              <a:t> </a:t>
            </a:r>
            <a:r>
              <a:rPr spc="-5" dirty="0"/>
              <a:t>of</a:t>
            </a:r>
            <a:r>
              <a:rPr spc="5" dirty="0"/>
              <a:t> </a:t>
            </a:r>
            <a:r>
              <a:rPr spc="-10" dirty="0"/>
              <a:t>WeatherData</a:t>
            </a:r>
            <a:r>
              <a:rPr spc="65" dirty="0"/>
              <a:t> </a:t>
            </a:r>
            <a:r>
              <a:rPr spc="-10" dirty="0"/>
              <a:t>Program</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4" name="object 3">
            <a:extLst>
              <a:ext uri="{FF2B5EF4-FFF2-40B4-BE49-F238E27FC236}">
                <a16:creationId xmlns:a16="http://schemas.microsoft.com/office/drawing/2014/main" id="{6F6F9ECD-C16E-66E5-5B5F-DC68047F248F}"/>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 name="Rectangle 5">
            <a:extLst>
              <a:ext uri="{FF2B5EF4-FFF2-40B4-BE49-F238E27FC236}">
                <a16:creationId xmlns:a16="http://schemas.microsoft.com/office/drawing/2014/main" id="{3EE101DB-0D38-1925-6697-531B3342C4F9}"/>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29369598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DB166101-B496-6989-8825-008FA2812DF0}"/>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7" name="TextBox 6">
            <a:extLst>
              <a:ext uri="{FF2B5EF4-FFF2-40B4-BE49-F238E27FC236}">
                <a16:creationId xmlns:a16="http://schemas.microsoft.com/office/drawing/2014/main" id="{E2D04B8E-8931-3347-F992-DC981B75C313}"/>
              </a:ext>
            </a:extLst>
          </p:cNvPr>
          <p:cNvSpPr txBox="1"/>
          <p:nvPr/>
        </p:nvSpPr>
        <p:spPr>
          <a:xfrm>
            <a:off x="929030" y="1410256"/>
            <a:ext cx="7757770" cy="2062103"/>
          </a:xfrm>
          <a:prstGeom prst="rect">
            <a:avLst/>
          </a:prstGeom>
          <a:noFill/>
        </p:spPr>
        <p:txBody>
          <a:bodyPr wrap="square">
            <a:spAutoFit/>
          </a:bodyPr>
          <a:lstStyle/>
          <a:p>
            <a:r>
              <a:rPr lang="en-US" sz="3200" b="1" spc="-5" dirty="0">
                <a:solidFill>
                  <a:srgbClr val="095A82"/>
                </a:solidFill>
                <a:latin typeface="Calibri"/>
                <a:ea typeface="+mj-ea"/>
                <a:cs typeface="Calibri"/>
              </a:rPr>
              <a:t>Scaling Out:</a:t>
            </a:r>
          </a:p>
          <a:p>
            <a:r>
              <a:rPr lang="en-US" sz="3200" b="1" spc="-5" dirty="0">
                <a:solidFill>
                  <a:srgbClr val="095A82"/>
                </a:solidFill>
                <a:latin typeface="Calibri"/>
                <a:ea typeface="+mj-ea"/>
                <a:cs typeface="Calibri"/>
              </a:rPr>
              <a:t>	- Data Flow </a:t>
            </a:r>
          </a:p>
          <a:p>
            <a:r>
              <a:rPr lang="en-US" sz="3200" b="1" spc="-5" dirty="0">
                <a:solidFill>
                  <a:srgbClr val="095A82"/>
                </a:solidFill>
                <a:latin typeface="Calibri"/>
                <a:ea typeface="+mj-ea"/>
                <a:cs typeface="Calibri"/>
              </a:rPr>
              <a:t>	- Combiner Functions </a:t>
            </a:r>
          </a:p>
          <a:p>
            <a:r>
              <a:rPr lang="en-US" sz="3200" b="1" spc="-5" dirty="0">
                <a:solidFill>
                  <a:srgbClr val="095A82"/>
                </a:solidFill>
                <a:latin typeface="Calibri"/>
                <a:ea typeface="+mj-ea"/>
                <a:cs typeface="Calibri"/>
              </a:rPr>
              <a:t>	- Running a Distributed MapReduce Job</a:t>
            </a:r>
          </a:p>
        </p:txBody>
      </p:sp>
      <p:sp>
        <p:nvSpPr>
          <p:cNvPr id="2" name="object 3">
            <a:extLst>
              <a:ext uri="{FF2B5EF4-FFF2-40B4-BE49-F238E27FC236}">
                <a16:creationId xmlns:a16="http://schemas.microsoft.com/office/drawing/2014/main" id="{3FE7BE6D-35AE-13CD-D3EE-011045356001}"/>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 name="Rectangle 5">
            <a:extLst>
              <a:ext uri="{FF2B5EF4-FFF2-40B4-BE49-F238E27FC236}">
                <a16:creationId xmlns:a16="http://schemas.microsoft.com/office/drawing/2014/main" id="{66FAEEB0-F821-E1DA-03BA-BF2DE7C7979D}"/>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418271216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DB166101-B496-6989-8825-008FA2812DF0}"/>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7" name="TextBox 6">
            <a:extLst>
              <a:ext uri="{FF2B5EF4-FFF2-40B4-BE49-F238E27FC236}">
                <a16:creationId xmlns:a16="http://schemas.microsoft.com/office/drawing/2014/main" id="{E2D04B8E-8931-3347-F992-DC981B75C313}"/>
              </a:ext>
            </a:extLst>
          </p:cNvPr>
          <p:cNvSpPr txBox="1"/>
          <p:nvPr/>
        </p:nvSpPr>
        <p:spPr>
          <a:xfrm>
            <a:off x="3048000" y="2279362"/>
            <a:ext cx="3414370" cy="584775"/>
          </a:xfrm>
          <a:prstGeom prst="rect">
            <a:avLst/>
          </a:prstGeom>
          <a:noFill/>
        </p:spPr>
        <p:txBody>
          <a:bodyPr wrap="square">
            <a:spAutoFit/>
          </a:bodyPr>
          <a:lstStyle/>
          <a:p>
            <a:r>
              <a:rPr lang="en-US" sz="3200" b="1" spc="-5" dirty="0">
                <a:solidFill>
                  <a:srgbClr val="095A82"/>
                </a:solidFill>
                <a:latin typeface="Calibri"/>
                <a:ea typeface="+mj-ea"/>
                <a:cs typeface="Calibri"/>
              </a:rPr>
              <a:t>Hadoop Streaming </a:t>
            </a:r>
            <a:endParaRPr lang="en-IN" sz="3200" b="1" spc="-5" dirty="0">
              <a:solidFill>
                <a:srgbClr val="095A82"/>
              </a:solidFill>
              <a:latin typeface="Calibri"/>
              <a:ea typeface="+mj-ea"/>
              <a:cs typeface="Calibri"/>
            </a:endParaRPr>
          </a:p>
        </p:txBody>
      </p:sp>
      <p:sp>
        <p:nvSpPr>
          <p:cNvPr id="2" name="object 3">
            <a:extLst>
              <a:ext uri="{FF2B5EF4-FFF2-40B4-BE49-F238E27FC236}">
                <a16:creationId xmlns:a16="http://schemas.microsoft.com/office/drawing/2014/main" id="{60449AD9-1DB0-D9B1-B0AB-63F873CB15EB}"/>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 name="Rectangle 5">
            <a:extLst>
              <a:ext uri="{FF2B5EF4-FFF2-40B4-BE49-F238E27FC236}">
                <a16:creationId xmlns:a16="http://schemas.microsoft.com/office/drawing/2014/main" id="{E89C649D-C355-DBE9-5117-06D725ED8C9D}"/>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215905927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US" spc="5" dirty="0"/>
              <a:t>Dr. K. Vishal Reddy  | Associate Professor | Dept. of IT | KMIT</a:t>
            </a:r>
            <a:endParaRPr spc="5" dirty="0"/>
          </a:p>
        </p:txBody>
      </p:sp>
      <p:sp>
        <p:nvSpPr>
          <p:cNvPr id="4" name="Rectangle 3">
            <a:extLst>
              <a:ext uri="{FF2B5EF4-FFF2-40B4-BE49-F238E27FC236}">
                <a16:creationId xmlns:a16="http://schemas.microsoft.com/office/drawing/2014/main" id="{CFB24A42-8048-DE05-3418-94EB56C6B481}"/>
              </a:ext>
            </a:extLst>
          </p:cNvPr>
          <p:cNvSpPr/>
          <p:nvPr/>
        </p:nvSpPr>
        <p:spPr>
          <a:xfrm>
            <a:off x="589789" y="4781550"/>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
        <p:nvSpPr>
          <p:cNvPr id="5" name="Oval 4">
            <a:extLst>
              <a:ext uri="{FF2B5EF4-FFF2-40B4-BE49-F238E27FC236}">
                <a16:creationId xmlns:a16="http://schemas.microsoft.com/office/drawing/2014/main" id="{DB166101-B496-6989-8825-008FA2812DF0}"/>
              </a:ext>
            </a:extLst>
          </p:cNvPr>
          <p:cNvSpPr/>
          <p:nvPr/>
        </p:nvSpPr>
        <p:spPr>
          <a:xfrm>
            <a:off x="7391400" y="209550"/>
            <a:ext cx="1066800" cy="762000"/>
          </a:xfrm>
          <a:prstGeom prst="ellipse">
            <a:avLst/>
          </a:prstGeom>
          <a:solidFill>
            <a:srgbClr val="095A8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UNIT II</a:t>
            </a:r>
            <a:endParaRPr lang="en-IN" dirty="0"/>
          </a:p>
        </p:txBody>
      </p:sp>
      <p:sp>
        <p:nvSpPr>
          <p:cNvPr id="7" name="TextBox 6">
            <a:extLst>
              <a:ext uri="{FF2B5EF4-FFF2-40B4-BE49-F238E27FC236}">
                <a16:creationId xmlns:a16="http://schemas.microsoft.com/office/drawing/2014/main" id="{E2D04B8E-8931-3347-F992-DC981B75C313}"/>
              </a:ext>
            </a:extLst>
          </p:cNvPr>
          <p:cNvSpPr txBox="1"/>
          <p:nvPr/>
        </p:nvSpPr>
        <p:spPr>
          <a:xfrm>
            <a:off x="2895600" y="2279362"/>
            <a:ext cx="3581400" cy="584775"/>
          </a:xfrm>
          <a:prstGeom prst="rect">
            <a:avLst/>
          </a:prstGeom>
          <a:noFill/>
        </p:spPr>
        <p:txBody>
          <a:bodyPr wrap="square">
            <a:spAutoFit/>
          </a:bodyPr>
          <a:lstStyle/>
          <a:p>
            <a:r>
              <a:rPr lang="en-US" sz="3200" b="1" spc="-5" dirty="0">
                <a:solidFill>
                  <a:srgbClr val="095A82"/>
                </a:solidFill>
                <a:latin typeface="Calibri"/>
                <a:ea typeface="+mj-ea"/>
                <a:cs typeface="Calibri"/>
              </a:rPr>
              <a:t>Scheduling in YARN </a:t>
            </a:r>
            <a:endParaRPr lang="en-IN" sz="3200" b="1" spc="-5" dirty="0">
              <a:solidFill>
                <a:srgbClr val="095A82"/>
              </a:solidFill>
              <a:latin typeface="Calibri"/>
              <a:ea typeface="+mj-ea"/>
              <a:cs typeface="Calibri"/>
            </a:endParaRPr>
          </a:p>
        </p:txBody>
      </p:sp>
    </p:spTree>
    <p:extLst>
      <p:ext uri="{BB962C8B-B14F-4D97-AF65-F5344CB8AC3E}">
        <p14:creationId xmlns:p14="http://schemas.microsoft.com/office/powerpoint/2010/main" val="309414703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DCE2E3"/>
          </a:solidFill>
        </p:spPr>
        <p:txBody>
          <a:bodyPr wrap="square" lIns="0" tIns="0" rIns="0" bIns="0" rtlCol="0"/>
          <a:lstStyle/>
          <a:p>
            <a:endParaRPr/>
          </a:p>
        </p:txBody>
      </p:sp>
      <p:sp>
        <p:nvSpPr>
          <p:cNvPr id="3" name="object 3"/>
          <p:cNvSpPr/>
          <p:nvPr/>
        </p:nvSpPr>
        <p:spPr>
          <a:xfrm>
            <a:off x="7315200" y="0"/>
            <a:ext cx="1243965" cy="1554480"/>
          </a:xfrm>
          <a:custGeom>
            <a:avLst/>
            <a:gdLst/>
            <a:ahLst/>
            <a:cxnLst/>
            <a:rect l="l" t="t" r="r" b="b"/>
            <a:pathLst>
              <a:path w="1243965" h="1554480">
                <a:moveTo>
                  <a:pt x="1243584" y="0"/>
                </a:moveTo>
                <a:lnTo>
                  <a:pt x="0" y="0"/>
                </a:lnTo>
                <a:lnTo>
                  <a:pt x="0" y="1065276"/>
                </a:lnTo>
                <a:lnTo>
                  <a:pt x="0" y="1095756"/>
                </a:lnTo>
                <a:lnTo>
                  <a:pt x="0" y="1554480"/>
                </a:lnTo>
                <a:lnTo>
                  <a:pt x="621068" y="1096175"/>
                </a:lnTo>
                <a:lnTo>
                  <a:pt x="1243584" y="1554480"/>
                </a:lnTo>
                <a:lnTo>
                  <a:pt x="1243584" y="1095756"/>
                </a:lnTo>
                <a:lnTo>
                  <a:pt x="1243584" y="1065276"/>
                </a:lnTo>
                <a:lnTo>
                  <a:pt x="1243584" y="0"/>
                </a:lnTo>
                <a:close/>
              </a:path>
            </a:pathLst>
          </a:custGeom>
          <a:solidFill>
            <a:srgbClr val="095A82"/>
          </a:solidFill>
        </p:spPr>
        <p:txBody>
          <a:bodyPr wrap="square" lIns="0" tIns="0" rIns="0" bIns="0" rtlCol="0"/>
          <a:lstStyle/>
          <a:p>
            <a:endParaRPr/>
          </a:p>
        </p:txBody>
      </p:sp>
      <p:pic>
        <p:nvPicPr>
          <p:cNvPr id="5" name="object 5"/>
          <p:cNvPicPr/>
          <p:nvPr/>
        </p:nvPicPr>
        <p:blipFill>
          <a:blip r:embed="rId2" cstate="print"/>
          <a:stretch>
            <a:fillRect/>
          </a:stretch>
        </p:blipFill>
        <p:spPr>
          <a:xfrm>
            <a:off x="528827" y="4725927"/>
            <a:ext cx="1138428" cy="417572"/>
          </a:xfrm>
          <a:prstGeom prst="rect">
            <a:avLst/>
          </a:prstGeom>
        </p:spPr>
      </p:pic>
      <p:sp>
        <p:nvSpPr>
          <p:cNvPr id="7" name="object 7"/>
          <p:cNvSpPr txBox="1">
            <a:spLocks noGrp="1"/>
          </p:cNvSpPr>
          <p:nvPr>
            <p:ph type="title"/>
          </p:nvPr>
        </p:nvSpPr>
        <p:spPr>
          <a:xfrm>
            <a:off x="1349121" y="2323591"/>
            <a:ext cx="6447155" cy="452120"/>
          </a:xfrm>
          <a:prstGeom prst="rect">
            <a:avLst/>
          </a:prstGeom>
        </p:spPr>
        <p:txBody>
          <a:bodyPr vert="horz" wrap="square" lIns="0" tIns="12065" rIns="0" bIns="0" rtlCol="0">
            <a:spAutoFit/>
          </a:bodyPr>
          <a:lstStyle/>
          <a:p>
            <a:pPr marL="12700">
              <a:lnSpc>
                <a:spcPct val="100000"/>
              </a:lnSpc>
              <a:spcBef>
                <a:spcPts val="95"/>
              </a:spcBef>
            </a:pPr>
            <a:r>
              <a:rPr spc="-5" dirty="0"/>
              <a:t>Executing</a:t>
            </a:r>
            <a:r>
              <a:rPr spc="10" dirty="0"/>
              <a:t> </a:t>
            </a:r>
            <a:r>
              <a:rPr spc="-10" dirty="0"/>
              <a:t>MapReduce</a:t>
            </a:r>
            <a:r>
              <a:rPr spc="20" dirty="0"/>
              <a:t> </a:t>
            </a:r>
            <a:r>
              <a:rPr spc="-5" dirty="0"/>
              <a:t>Application</a:t>
            </a:r>
            <a:r>
              <a:rPr spc="30" dirty="0"/>
              <a:t> </a:t>
            </a:r>
            <a:r>
              <a:rPr spc="-5" dirty="0"/>
              <a:t>on</a:t>
            </a:r>
            <a:r>
              <a:rPr spc="5" dirty="0"/>
              <a:t> </a:t>
            </a:r>
            <a:r>
              <a:rPr spc="-5" dirty="0"/>
              <a:t>YARN</a:t>
            </a: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4" name="object 3">
            <a:extLst>
              <a:ext uri="{FF2B5EF4-FFF2-40B4-BE49-F238E27FC236}">
                <a16:creationId xmlns:a16="http://schemas.microsoft.com/office/drawing/2014/main" id="{C2C518F7-4559-A412-A0CC-6A0920861700}"/>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 name="Rectangle 5">
            <a:extLst>
              <a:ext uri="{FF2B5EF4-FFF2-40B4-BE49-F238E27FC236}">
                <a16:creationId xmlns:a16="http://schemas.microsoft.com/office/drawing/2014/main" id="{72D49AE9-35F7-951E-B00D-981DFE0855E8}"/>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320380236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sp>
        <p:nvSpPr>
          <p:cNvPr id="3" name="object 3"/>
          <p:cNvSpPr txBox="1"/>
          <p:nvPr/>
        </p:nvSpPr>
        <p:spPr>
          <a:xfrm>
            <a:off x="502919" y="1063752"/>
            <a:ext cx="3997960" cy="3136115"/>
          </a:xfrm>
          <a:prstGeom prst="rect">
            <a:avLst/>
          </a:prstGeom>
          <a:solidFill>
            <a:srgbClr val="F1F1F1"/>
          </a:solidFill>
          <a:ln w="9144">
            <a:solidFill>
              <a:srgbClr val="77913A"/>
            </a:solidFill>
          </a:ln>
        </p:spPr>
        <p:txBody>
          <a:bodyPr vert="horz" wrap="square" lIns="0" tIns="37465" rIns="0" bIns="0" rtlCol="0">
            <a:spAutoFit/>
          </a:bodyPr>
          <a:lstStyle/>
          <a:p>
            <a:pPr marL="263525" indent="-172720">
              <a:lnSpc>
                <a:spcPct val="100000"/>
              </a:lnSpc>
              <a:spcBef>
                <a:spcPts val="295"/>
              </a:spcBef>
              <a:buFont typeface="Wingdings"/>
              <a:buChar char=""/>
              <a:tabLst>
                <a:tab pos="264160" algn="l"/>
              </a:tabLst>
            </a:pPr>
            <a:r>
              <a:rPr sz="2400" spc="-5" dirty="0">
                <a:solidFill>
                  <a:srgbClr val="095881"/>
                </a:solidFill>
                <a:latin typeface="Calibri"/>
                <a:cs typeface="Calibri"/>
              </a:rPr>
              <a:t>MapReduce</a:t>
            </a:r>
            <a:r>
              <a:rPr sz="2400" spc="-50" dirty="0">
                <a:solidFill>
                  <a:srgbClr val="095881"/>
                </a:solidFill>
                <a:latin typeface="Calibri"/>
                <a:cs typeface="Calibri"/>
              </a:rPr>
              <a:t> </a:t>
            </a:r>
            <a:r>
              <a:rPr sz="2400" dirty="0">
                <a:solidFill>
                  <a:srgbClr val="095881"/>
                </a:solidFill>
                <a:latin typeface="Calibri"/>
                <a:cs typeface="Calibri"/>
              </a:rPr>
              <a:t>Job</a:t>
            </a:r>
            <a:r>
              <a:rPr sz="2400" spc="-35" dirty="0">
                <a:solidFill>
                  <a:srgbClr val="095881"/>
                </a:solidFill>
                <a:latin typeface="Calibri"/>
                <a:cs typeface="Calibri"/>
              </a:rPr>
              <a:t> </a:t>
            </a:r>
            <a:r>
              <a:rPr sz="2400" spc="-5" dirty="0">
                <a:solidFill>
                  <a:srgbClr val="095881"/>
                </a:solidFill>
                <a:latin typeface="Calibri"/>
                <a:cs typeface="Calibri"/>
              </a:rPr>
              <a:t>Execution</a:t>
            </a:r>
            <a:endParaRPr sz="2400" dirty="0">
              <a:latin typeface="Calibri"/>
              <a:cs typeface="Calibri"/>
            </a:endParaRPr>
          </a:p>
          <a:p>
            <a:pPr marL="607060" lvl="1" indent="-173355">
              <a:lnSpc>
                <a:spcPct val="100000"/>
              </a:lnSpc>
              <a:spcBef>
                <a:spcPts val="495"/>
              </a:spcBef>
              <a:buFont typeface="Wingdings"/>
              <a:buChar char=""/>
              <a:tabLst>
                <a:tab pos="607695" algn="l"/>
              </a:tabLst>
            </a:pPr>
            <a:r>
              <a:rPr sz="2400" dirty="0">
                <a:solidFill>
                  <a:srgbClr val="252525"/>
                </a:solidFill>
                <a:latin typeface="Calibri"/>
                <a:cs typeface="Calibri"/>
              </a:rPr>
              <a:t>Job</a:t>
            </a:r>
            <a:r>
              <a:rPr sz="2400" spc="-5" dirty="0">
                <a:solidFill>
                  <a:srgbClr val="252525"/>
                </a:solidFill>
                <a:latin typeface="Calibri"/>
                <a:cs typeface="Calibri"/>
              </a:rPr>
              <a:t> S</a:t>
            </a:r>
            <a:r>
              <a:rPr sz="2400" spc="5" dirty="0">
                <a:solidFill>
                  <a:srgbClr val="252525"/>
                </a:solidFill>
                <a:latin typeface="Calibri"/>
                <a:cs typeface="Calibri"/>
              </a:rPr>
              <a:t>u</a:t>
            </a:r>
            <a:r>
              <a:rPr sz="2400" dirty="0">
                <a:solidFill>
                  <a:srgbClr val="252525"/>
                </a:solidFill>
                <a:latin typeface="Calibri"/>
                <a:cs typeface="Calibri"/>
              </a:rPr>
              <a:t>bmission</a:t>
            </a:r>
            <a:endParaRPr sz="2400" dirty="0">
              <a:latin typeface="Calibri"/>
              <a:cs typeface="Calibri"/>
            </a:endParaRPr>
          </a:p>
          <a:p>
            <a:pPr marL="607060" lvl="1" indent="-173355">
              <a:lnSpc>
                <a:spcPct val="100000"/>
              </a:lnSpc>
              <a:spcBef>
                <a:spcPts val="720"/>
              </a:spcBef>
              <a:buFont typeface="Wingdings"/>
              <a:buChar char=""/>
              <a:tabLst>
                <a:tab pos="607695" algn="l"/>
              </a:tabLst>
            </a:pPr>
            <a:r>
              <a:rPr sz="2400" dirty="0">
                <a:solidFill>
                  <a:srgbClr val="252525"/>
                </a:solidFill>
                <a:latin typeface="Calibri"/>
                <a:cs typeface="Calibri"/>
              </a:rPr>
              <a:t>Job</a:t>
            </a:r>
            <a:r>
              <a:rPr sz="2400" spc="-30" dirty="0">
                <a:solidFill>
                  <a:srgbClr val="252525"/>
                </a:solidFill>
                <a:latin typeface="Calibri"/>
                <a:cs typeface="Calibri"/>
              </a:rPr>
              <a:t> </a:t>
            </a:r>
            <a:r>
              <a:rPr sz="2400" spc="-5" dirty="0">
                <a:solidFill>
                  <a:srgbClr val="252525"/>
                </a:solidFill>
                <a:latin typeface="Calibri"/>
                <a:cs typeface="Calibri"/>
              </a:rPr>
              <a:t>Initialization</a:t>
            </a:r>
            <a:endParaRPr sz="2400" dirty="0">
              <a:latin typeface="Calibri"/>
              <a:cs typeface="Calibri"/>
            </a:endParaRPr>
          </a:p>
          <a:p>
            <a:pPr marL="607060" lvl="1" indent="-173355">
              <a:lnSpc>
                <a:spcPct val="100000"/>
              </a:lnSpc>
              <a:spcBef>
                <a:spcPts val="720"/>
              </a:spcBef>
              <a:buFont typeface="Wingdings"/>
              <a:buChar char=""/>
              <a:tabLst>
                <a:tab pos="607695" algn="l"/>
              </a:tabLst>
            </a:pPr>
            <a:r>
              <a:rPr sz="2400" spc="-25" dirty="0">
                <a:solidFill>
                  <a:srgbClr val="252525"/>
                </a:solidFill>
                <a:latin typeface="Calibri"/>
                <a:cs typeface="Calibri"/>
              </a:rPr>
              <a:t>Tasks</a:t>
            </a:r>
            <a:r>
              <a:rPr sz="2400" spc="-15" dirty="0">
                <a:solidFill>
                  <a:srgbClr val="252525"/>
                </a:solidFill>
                <a:latin typeface="Calibri"/>
                <a:cs typeface="Calibri"/>
              </a:rPr>
              <a:t> </a:t>
            </a:r>
            <a:r>
              <a:rPr sz="2400" dirty="0">
                <a:solidFill>
                  <a:srgbClr val="252525"/>
                </a:solidFill>
                <a:latin typeface="Calibri"/>
                <a:cs typeface="Calibri"/>
              </a:rPr>
              <a:t>Assignment</a:t>
            </a:r>
            <a:endParaRPr sz="2400" dirty="0">
              <a:latin typeface="Calibri"/>
              <a:cs typeface="Calibri"/>
            </a:endParaRPr>
          </a:p>
          <a:p>
            <a:pPr marL="607060" lvl="1" indent="-173355">
              <a:lnSpc>
                <a:spcPct val="100000"/>
              </a:lnSpc>
              <a:spcBef>
                <a:spcPts val="720"/>
              </a:spcBef>
              <a:buFont typeface="Wingdings"/>
              <a:buChar char=""/>
              <a:tabLst>
                <a:tab pos="607695" algn="l"/>
              </a:tabLst>
            </a:pPr>
            <a:r>
              <a:rPr sz="2400" dirty="0">
                <a:solidFill>
                  <a:srgbClr val="252525"/>
                </a:solidFill>
                <a:latin typeface="Calibri"/>
                <a:cs typeface="Calibri"/>
              </a:rPr>
              <a:t>Memory</a:t>
            </a:r>
            <a:r>
              <a:rPr sz="2400" spc="-50" dirty="0">
                <a:solidFill>
                  <a:srgbClr val="252525"/>
                </a:solidFill>
                <a:latin typeface="Calibri"/>
                <a:cs typeface="Calibri"/>
              </a:rPr>
              <a:t> </a:t>
            </a:r>
            <a:r>
              <a:rPr sz="2400" dirty="0">
                <a:solidFill>
                  <a:srgbClr val="252525"/>
                </a:solidFill>
                <a:latin typeface="Calibri"/>
                <a:cs typeface="Calibri"/>
              </a:rPr>
              <a:t>Assignment</a:t>
            </a:r>
            <a:endParaRPr sz="2400" dirty="0">
              <a:latin typeface="Calibri"/>
              <a:cs typeface="Calibri"/>
            </a:endParaRPr>
          </a:p>
          <a:p>
            <a:pPr marL="607060" lvl="1" indent="-173355">
              <a:lnSpc>
                <a:spcPct val="100000"/>
              </a:lnSpc>
              <a:spcBef>
                <a:spcPts val="720"/>
              </a:spcBef>
              <a:buFont typeface="Wingdings"/>
              <a:buChar char=""/>
              <a:tabLst>
                <a:tab pos="607695" algn="l"/>
              </a:tabLst>
            </a:pPr>
            <a:r>
              <a:rPr sz="2400" spc="-5" dirty="0">
                <a:solidFill>
                  <a:srgbClr val="252525"/>
                </a:solidFill>
                <a:latin typeface="Calibri"/>
                <a:cs typeface="Calibri"/>
              </a:rPr>
              <a:t>Status</a:t>
            </a:r>
            <a:r>
              <a:rPr sz="2400" spc="-60" dirty="0">
                <a:solidFill>
                  <a:srgbClr val="252525"/>
                </a:solidFill>
                <a:latin typeface="Calibri"/>
                <a:cs typeface="Calibri"/>
              </a:rPr>
              <a:t> </a:t>
            </a:r>
            <a:r>
              <a:rPr sz="2400" spc="-5" dirty="0">
                <a:solidFill>
                  <a:srgbClr val="252525"/>
                </a:solidFill>
                <a:latin typeface="Calibri"/>
                <a:cs typeface="Calibri"/>
              </a:rPr>
              <a:t>Updates</a:t>
            </a:r>
            <a:endParaRPr sz="2400" dirty="0">
              <a:latin typeface="Calibri"/>
              <a:cs typeface="Calibri"/>
            </a:endParaRPr>
          </a:p>
          <a:p>
            <a:pPr marL="607060" lvl="1" indent="-173355">
              <a:lnSpc>
                <a:spcPct val="100000"/>
              </a:lnSpc>
              <a:spcBef>
                <a:spcPts val="720"/>
              </a:spcBef>
              <a:buFont typeface="Wingdings"/>
              <a:buChar char=""/>
              <a:tabLst>
                <a:tab pos="607695" algn="l"/>
              </a:tabLst>
            </a:pPr>
            <a:r>
              <a:rPr sz="2400" spc="-10" dirty="0">
                <a:solidFill>
                  <a:srgbClr val="252525"/>
                </a:solidFill>
                <a:latin typeface="Calibri"/>
                <a:cs typeface="Calibri"/>
              </a:rPr>
              <a:t>Failure</a:t>
            </a:r>
            <a:r>
              <a:rPr sz="2400" spc="-50" dirty="0">
                <a:solidFill>
                  <a:srgbClr val="252525"/>
                </a:solidFill>
                <a:latin typeface="Calibri"/>
                <a:cs typeface="Calibri"/>
              </a:rPr>
              <a:t> </a:t>
            </a:r>
            <a:r>
              <a:rPr sz="2400" spc="-10" dirty="0">
                <a:solidFill>
                  <a:srgbClr val="252525"/>
                </a:solidFill>
                <a:latin typeface="Calibri"/>
                <a:cs typeface="Calibri"/>
              </a:rPr>
              <a:t>Recovery</a:t>
            </a:r>
            <a:endParaRPr sz="2400" dirty="0">
              <a:latin typeface="Calibri"/>
              <a:cs typeface="Calibri"/>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4" name="object 4"/>
          <p:cNvSpPr txBox="1">
            <a:spLocks noGrp="1"/>
          </p:cNvSpPr>
          <p:nvPr>
            <p:ph type="title"/>
          </p:nvPr>
        </p:nvSpPr>
        <p:spPr>
          <a:xfrm>
            <a:off x="471017" y="324053"/>
            <a:ext cx="5534025"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YARN</a:t>
            </a:r>
            <a:r>
              <a:rPr dirty="0">
                <a:solidFill>
                  <a:srgbClr val="095A82"/>
                </a:solidFill>
              </a:rPr>
              <a:t> </a:t>
            </a:r>
            <a:r>
              <a:rPr spc="-5" dirty="0">
                <a:solidFill>
                  <a:srgbClr val="095A82"/>
                </a:solidFill>
              </a:rPr>
              <a:t>MR</a:t>
            </a:r>
            <a:r>
              <a:rPr dirty="0">
                <a:solidFill>
                  <a:srgbClr val="095A82"/>
                </a:solidFill>
              </a:rPr>
              <a:t> </a:t>
            </a:r>
            <a:r>
              <a:rPr spc="-5" dirty="0">
                <a:solidFill>
                  <a:srgbClr val="095A82"/>
                </a:solidFill>
              </a:rPr>
              <a:t>Application</a:t>
            </a:r>
            <a:r>
              <a:rPr dirty="0">
                <a:solidFill>
                  <a:srgbClr val="095A82"/>
                </a:solidFill>
              </a:rPr>
              <a:t> </a:t>
            </a:r>
            <a:r>
              <a:rPr spc="-5" dirty="0">
                <a:solidFill>
                  <a:srgbClr val="095A82"/>
                </a:solidFill>
              </a:rPr>
              <a:t>Execution</a:t>
            </a:r>
            <a:r>
              <a:rPr spc="-15" dirty="0">
                <a:solidFill>
                  <a:srgbClr val="095A82"/>
                </a:solidFill>
              </a:rPr>
              <a:t> </a:t>
            </a:r>
            <a:r>
              <a:rPr spc="-5" dirty="0">
                <a:solidFill>
                  <a:srgbClr val="095A82"/>
                </a:solidFill>
              </a:rPr>
              <a:t>Flow</a:t>
            </a:r>
          </a:p>
        </p:txBody>
      </p:sp>
      <p:sp>
        <p:nvSpPr>
          <p:cNvPr id="6" name="object 3">
            <a:extLst>
              <a:ext uri="{FF2B5EF4-FFF2-40B4-BE49-F238E27FC236}">
                <a16:creationId xmlns:a16="http://schemas.microsoft.com/office/drawing/2014/main" id="{92494724-B919-426B-3457-590BDADA9EAF}"/>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 name="Rectangle 6">
            <a:extLst>
              <a:ext uri="{FF2B5EF4-FFF2-40B4-BE49-F238E27FC236}">
                <a16:creationId xmlns:a16="http://schemas.microsoft.com/office/drawing/2014/main" id="{C0323339-13E2-1E27-6CED-E21A58913E9A}"/>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61486091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grpSp>
        <p:nvGrpSpPr>
          <p:cNvPr id="3" name="object 3"/>
          <p:cNvGrpSpPr/>
          <p:nvPr/>
        </p:nvGrpSpPr>
        <p:grpSpPr>
          <a:xfrm>
            <a:off x="231636" y="961644"/>
            <a:ext cx="8188959" cy="3495040"/>
            <a:chOff x="231636" y="961644"/>
            <a:chExt cx="8188959" cy="3495040"/>
          </a:xfrm>
        </p:grpSpPr>
        <p:pic>
          <p:nvPicPr>
            <p:cNvPr id="4" name="object 4"/>
            <p:cNvPicPr/>
            <p:nvPr/>
          </p:nvPicPr>
          <p:blipFill>
            <a:blip r:embed="rId2" cstate="print"/>
            <a:stretch>
              <a:fillRect/>
            </a:stretch>
          </p:blipFill>
          <p:spPr>
            <a:xfrm>
              <a:off x="6412971" y="1007217"/>
              <a:ext cx="2007149" cy="1207222"/>
            </a:xfrm>
            <a:prstGeom prst="rect">
              <a:avLst/>
            </a:prstGeom>
          </p:spPr>
        </p:pic>
        <p:sp>
          <p:nvSpPr>
            <p:cNvPr id="5" name="object 5"/>
            <p:cNvSpPr/>
            <p:nvPr/>
          </p:nvSpPr>
          <p:spPr>
            <a:xfrm>
              <a:off x="6457187" y="1004316"/>
              <a:ext cx="1923414" cy="1132840"/>
            </a:xfrm>
            <a:custGeom>
              <a:avLst/>
              <a:gdLst/>
              <a:ahLst/>
              <a:cxnLst/>
              <a:rect l="l" t="t" r="r" b="b"/>
              <a:pathLst>
                <a:path w="1923415" h="1132839">
                  <a:moveTo>
                    <a:pt x="1923288" y="0"/>
                  </a:moveTo>
                  <a:lnTo>
                    <a:pt x="188721" y="0"/>
                  </a:lnTo>
                  <a:lnTo>
                    <a:pt x="138538" y="6738"/>
                  </a:lnTo>
                  <a:lnTo>
                    <a:pt x="93453" y="25757"/>
                  </a:lnTo>
                  <a:lnTo>
                    <a:pt x="55260" y="55260"/>
                  </a:lnTo>
                  <a:lnTo>
                    <a:pt x="25757" y="93453"/>
                  </a:lnTo>
                  <a:lnTo>
                    <a:pt x="6738" y="138538"/>
                  </a:lnTo>
                  <a:lnTo>
                    <a:pt x="0" y="188722"/>
                  </a:lnTo>
                  <a:lnTo>
                    <a:pt x="0" y="1132332"/>
                  </a:lnTo>
                  <a:lnTo>
                    <a:pt x="1734565" y="1132332"/>
                  </a:lnTo>
                  <a:lnTo>
                    <a:pt x="1784749" y="1125593"/>
                  </a:lnTo>
                  <a:lnTo>
                    <a:pt x="1829834" y="1106574"/>
                  </a:lnTo>
                  <a:lnTo>
                    <a:pt x="1868027" y="1077071"/>
                  </a:lnTo>
                  <a:lnTo>
                    <a:pt x="1897530" y="1038878"/>
                  </a:lnTo>
                  <a:lnTo>
                    <a:pt x="1916549" y="993793"/>
                  </a:lnTo>
                  <a:lnTo>
                    <a:pt x="1923288" y="943610"/>
                  </a:lnTo>
                  <a:lnTo>
                    <a:pt x="1923288" y="0"/>
                  </a:lnTo>
                  <a:close/>
                </a:path>
              </a:pathLst>
            </a:custGeom>
            <a:solidFill>
              <a:srgbClr val="D6E2BA"/>
            </a:solidFill>
          </p:spPr>
          <p:txBody>
            <a:bodyPr wrap="square" lIns="0" tIns="0" rIns="0" bIns="0" rtlCol="0"/>
            <a:lstStyle/>
            <a:p>
              <a:endParaRPr/>
            </a:p>
          </p:txBody>
        </p:sp>
        <p:pic>
          <p:nvPicPr>
            <p:cNvPr id="6" name="object 6"/>
            <p:cNvPicPr/>
            <p:nvPr/>
          </p:nvPicPr>
          <p:blipFill>
            <a:blip r:embed="rId3" cstate="print"/>
            <a:stretch>
              <a:fillRect/>
            </a:stretch>
          </p:blipFill>
          <p:spPr>
            <a:xfrm>
              <a:off x="231636" y="964675"/>
              <a:ext cx="3771922" cy="1680996"/>
            </a:xfrm>
            <a:prstGeom prst="rect">
              <a:avLst/>
            </a:prstGeom>
          </p:spPr>
        </p:pic>
        <p:sp>
          <p:nvSpPr>
            <p:cNvPr id="7" name="object 7"/>
            <p:cNvSpPr/>
            <p:nvPr/>
          </p:nvSpPr>
          <p:spPr>
            <a:xfrm>
              <a:off x="275843" y="961644"/>
              <a:ext cx="3688079" cy="1606550"/>
            </a:xfrm>
            <a:custGeom>
              <a:avLst/>
              <a:gdLst/>
              <a:ahLst/>
              <a:cxnLst/>
              <a:rect l="l" t="t" r="r" b="b"/>
              <a:pathLst>
                <a:path w="3688079" h="1606550">
                  <a:moveTo>
                    <a:pt x="3688079" y="0"/>
                  </a:moveTo>
                  <a:lnTo>
                    <a:pt x="267716" y="0"/>
                  </a:lnTo>
                  <a:lnTo>
                    <a:pt x="219594" y="4314"/>
                  </a:lnTo>
                  <a:lnTo>
                    <a:pt x="174302" y="16752"/>
                  </a:lnTo>
                  <a:lnTo>
                    <a:pt x="132595" y="36557"/>
                  </a:lnTo>
                  <a:lnTo>
                    <a:pt x="95230" y="62972"/>
                  </a:lnTo>
                  <a:lnTo>
                    <a:pt x="62964" y="95241"/>
                  </a:lnTo>
                  <a:lnTo>
                    <a:pt x="36551" y="132606"/>
                  </a:lnTo>
                  <a:lnTo>
                    <a:pt x="16749" y="174312"/>
                  </a:lnTo>
                  <a:lnTo>
                    <a:pt x="4313" y="219600"/>
                  </a:lnTo>
                  <a:lnTo>
                    <a:pt x="0" y="267715"/>
                  </a:lnTo>
                  <a:lnTo>
                    <a:pt x="0" y="1606295"/>
                  </a:lnTo>
                  <a:lnTo>
                    <a:pt x="3420364" y="1606295"/>
                  </a:lnTo>
                  <a:lnTo>
                    <a:pt x="3468479" y="1601981"/>
                  </a:lnTo>
                  <a:lnTo>
                    <a:pt x="3513767" y="1589543"/>
                  </a:lnTo>
                  <a:lnTo>
                    <a:pt x="3555473" y="1569738"/>
                  </a:lnTo>
                  <a:lnTo>
                    <a:pt x="3592838" y="1543323"/>
                  </a:lnTo>
                  <a:lnTo>
                    <a:pt x="3625107" y="1511054"/>
                  </a:lnTo>
                  <a:lnTo>
                    <a:pt x="3651522" y="1473689"/>
                  </a:lnTo>
                  <a:lnTo>
                    <a:pt x="3671327" y="1431983"/>
                  </a:lnTo>
                  <a:lnTo>
                    <a:pt x="3683765" y="1386695"/>
                  </a:lnTo>
                  <a:lnTo>
                    <a:pt x="3688079" y="1338579"/>
                  </a:lnTo>
                  <a:lnTo>
                    <a:pt x="3688079" y="0"/>
                  </a:lnTo>
                  <a:close/>
                </a:path>
              </a:pathLst>
            </a:custGeom>
            <a:solidFill>
              <a:srgbClr val="D6E2BA"/>
            </a:solidFill>
          </p:spPr>
          <p:txBody>
            <a:bodyPr wrap="square" lIns="0" tIns="0" rIns="0" bIns="0" rtlCol="0"/>
            <a:lstStyle/>
            <a:p>
              <a:endParaRPr/>
            </a:p>
          </p:txBody>
        </p:sp>
        <p:pic>
          <p:nvPicPr>
            <p:cNvPr id="8" name="object 8"/>
            <p:cNvPicPr/>
            <p:nvPr/>
          </p:nvPicPr>
          <p:blipFill>
            <a:blip r:embed="rId4" cstate="print"/>
            <a:stretch>
              <a:fillRect/>
            </a:stretch>
          </p:blipFill>
          <p:spPr>
            <a:xfrm>
              <a:off x="1081955" y="3559973"/>
              <a:ext cx="960314" cy="896317"/>
            </a:xfrm>
            <a:prstGeom prst="rect">
              <a:avLst/>
            </a:prstGeom>
          </p:spPr>
        </p:pic>
        <p:sp>
          <p:nvSpPr>
            <p:cNvPr id="9" name="object 9"/>
            <p:cNvSpPr/>
            <p:nvPr/>
          </p:nvSpPr>
          <p:spPr>
            <a:xfrm>
              <a:off x="1118615" y="3576827"/>
              <a:ext cx="891540" cy="828040"/>
            </a:xfrm>
            <a:custGeom>
              <a:avLst/>
              <a:gdLst/>
              <a:ahLst/>
              <a:cxnLst/>
              <a:rect l="l" t="t" r="r" b="b"/>
              <a:pathLst>
                <a:path w="891539" h="828039">
                  <a:moveTo>
                    <a:pt x="445770" y="0"/>
                  </a:moveTo>
                  <a:lnTo>
                    <a:pt x="373448" y="1804"/>
                  </a:lnTo>
                  <a:lnTo>
                    <a:pt x="304848" y="7028"/>
                  </a:lnTo>
                  <a:lnTo>
                    <a:pt x="240886" y="15389"/>
                  </a:lnTo>
                  <a:lnTo>
                    <a:pt x="182477" y="26602"/>
                  </a:lnTo>
                  <a:lnTo>
                    <a:pt x="130540" y="40386"/>
                  </a:lnTo>
                  <a:lnTo>
                    <a:pt x="85990" y="56455"/>
                  </a:lnTo>
                  <a:lnTo>
                    <a:pt x="49744" y="74526"/>
                  </a:lnTo>
                  <a:lnTo>
                    <a:pt x="5832" y="115543"/>
                  </a:lnTo>
                  <a:lnTo>
                    <a:pt x="0" y="137922"/>
                  </a:lnTo>
                  <a:lnTo>
                    <a:pt x="0" y="689610"/>
                  </a:lnTo>
                  <a:lnTo>
                    <a:pt x="22719" y="733204"/>
                  </a:lnTo>
                  <a:lnTo>
                    <a:pt x="85990" y="771065"/>
                  </a:lnTo>
                  <a:lnTo>
                    <a:pt x="130540" y="787136"/>
                  </a:lnTo>
                  <a:lnTo>
                    <a:pt x="182477" y="800921"/>
                  </a:lnTo>
                  <a:lnTo>
                    <a:pt x="240886" y="812137"/>
                  </a:lnTo>
                  <a:lnTo>
                    <a:pt x="304848" y="820500"/>
                  </a:lnTo>
                  <a:lnTo>
                    <a:pt x="373448" y="825726"/>
                  </a:lnTo>
                  <a:lnTo>
                    <a:pt x="445770" y="827532"/>
                  </a:lnTo>
                  <a:lnTo>
                    <a:pt x="518091" y="825726"/>
                  </a:lnTo>
                  <a:lnTo>
                    <a:pt x="586691" y="820500"/>
                  </a:lnTo>
                  <a:lnTo>
                    <a:pt x="650653" y="812137"/>
                  </a:lnTo>
                  <a:lnTo>
                    <a:pt x="709062" y="800921"/>
                  </a:lnTo>
                  <a:lnTo>
                    <a:pt x="760999" y="787136"/>
                  </a:lnTo>
                  <a:lnTo>
                    <a:pt x="805549" y="771065"/>
                  </a:lnTo>
                  <a:lnTo>
                    <a:pt x="841795" y="752994"/>
                  </a:lnTo>
                  <a:lnTo>
                    <a:pt x="885707" y="711982"/>
                  </a:lnTo>
                  <a:lnTo>
                    <a:pt x="891540" y="689610"/>
                  </a:lnTo>
                  <a:lnTo>
                    <a:pt x="891540" y="137922"/>
                  </a:lnTo>
                  <a:lnTo>
                    <a:pt x="868820" y="94317"/>
                  </a:lnTo>
                  <a:lnTo>
                    <a:pt x="805549" y="56455"/>
                  </a:lnTo>
                  <a:lnTo>
                    <a:pt x="760999" y="40386"/>
                  </a:lnTo>
                  <a:lnTo>
                    <a:pt x="709062" y="26602"/>
                  </a:lnTo>
                  <a:lnTo>
                    <a:pt x="650653" y="15389"/>
                  </a:lnTo>
                  <a:lnTo>
                    <a:pt x="586691" y="7028"/>
                  </a:lnTo>
                  <a:lnTo>
                    <a:pt x="518091" y="1804"/>
                  </a:lnTo>
                  <a:lnTo>
                    <a:pt x="445770" y="0"/>
                  </a:lnTo>
                  <a:close/>
                </a:path>
              </a:pathLst>
            </a:custGeom>
            <a:solidFill>
              <a:srgbClr val="0D80B8"/>
            </a:solidFill>
          </p:spPr>
          <p:txBody>
            <a:bodyPr wrap="square" lIns="0" tIns="0" rIns="0" bIns="0" rtlCol="0"/>
            <a:lstStyle/>
            <a:p>
              <a:endParaRPr/>
            </a:p>
          </p:txBody>
        </p:sp>
        <p:sp>
          <p:nvSpPr>
            <p:cNvPr id="10" name="object 10"/>
            <p:cNvSpPr/>
            <p:nvPr/>
          </p:nvSpPr>
          <p:spPr>
            <a:xfrm>
              <a:off x="1118615" y="3576827"/>
              <a:ext cx="891540" cy="828040"/>
            </a:xfrm>
            <a:custGeom>
              <a:avLst/>
              <a:gdLst/>
              <a:ahLst/>
              <a:cxnLst/>
              <a:rect l="l" t="t" r="r" b="b"/>
              <a:pathLst>
                <a:path w="891539" h="828039">
                  <a:moveTo>
                    <a:pt x="891540" y="137922"/>
                  </a:moveTo>
                  <a:lnTo>
                    <a:pt x="868820" y="181526"/>
                  </a:lnTo>
                  <a:lnTo>
                    <a:pt x="805549" y="219388"/>
                  </a:lnTo>
                  <a:lnTo>
                    <a:pt x="760999" y="235458"/>
                  </a:lnTo>
                  <a:lnTo>
                    <a:pt x="709062" y="249241"/>
                  </a:lnTo>
                  <a:lnTo>
                    <a:pt x="650653" y="260454"/>
                  </a:lnTo>
                  <a:lnTo>
                    <a:pt x="586691" y="268815"/>
                  </a:lnTo>
                  <a:lnTo>
                    <a:pt x="518091" y="274039"/>
                  </a:lnTo>
                  <a:lnTo>
                    <a:pt x="445770" y="275844"/>
                  </a:lnTo>
                  <a:lnTo>
                    <a:pt x="373448" y="274039"/>
                  </a:lnTo>
                  <a:lnTo>
                    <a:pt x="304848" y="268815"/>
                  </a:lnTo>
                  <a:lnTo>
                    <a:pt x="240886" y="260454"/>
                  </a:lnTo>
                  <a:lnTo>
                    <a:pt x="182477" y="249241"/>
                  </a:lnTo>
                  <a:lnTo>
                    <a:pt x="130540" y="235458"/>
                  </a:lnTo>
                  <a:lnTo>
                    <a:pt x="85990" y="219388"/>
                  </a:lnTo>
                  <a:lnTo>
                    <a:pt x="49744" y="201317"/>
                  </a:lnTo>
                  <a:lnTo>
                    <a:pt x="5832" y="160300"/>
                  </a:lnTo>
                  <a:lnTo>
                    <a:pt x="0" y="137922"/>
                  </a:lnTo>
                </a:path>
                <a:path w="891539" h="828039">
                  <a:moveTo>
                    <a:pt x="0" y="137922"/>
                  </a:moveTo>
                  <a:lnTo>
                    <a:pt x="22719" y="94317"/>
                  </a:lnTo>
                  <a:lnTo>
                    <a:pt x="85990" y="56455"/>
                  </a:lnTo>
                  <a:lnTo>
                    <a:pt x="130540" y="40386"/>
                  </a:lnTo>
                  <a:lnTo>
                    <a:pt x="182477" y="26602"/>
                  </a:lnTo>
                  <a:lnTo>
                    <a:pt x="240886" y="15389"/>
                  </a:lnTo>
                  <a:lnTo>
                    <a:pt x="304848" y="7028"/>
                  </a:lnTo>
                  <a:lnTo>
                    <a:pt x="373448" y="1804"/>
                  </a:lnTo>
                  <a:lnTo>
                    <a:pt x="445770" y="0"/>
                  </a:lnTo>
                  <a:lnTo>
                    <a:pt x="518091" y="1804"/>
                  </a:lnTo>
                  <a:lnTo>
                    <a:pt x="586691" y="7028"/>
                  </a:lnTo>
                  <a:lnTo>
                    <a:pt x="650653" y="15389"/>
                  </a:lnTo>
                  <a:lnTo>
                    <a:pt x="709062" y="26602"/>
                  </a:lnTo>
                  <a:lnTo>
                    <a:pt x="760999" y="40386"/>
                  </a:lnTo>
                  <a:lnTo>
                    <a:pt x="805549" y="56455"/>
                  </a:lnTo>
                  <a:lnTo>
                    <a:pt x="841795" y="74526"/>
                  </a:lnTo>
                  <a:lnTo>
                    <a:pt x="885707" y="115543"/>
                  </a:lnTo>
                  <a:lnTo>
                    <a:pt x="891540" y="137922"/>
                  </a:lnTo>
                  <a:lnTo>
                    <a:pt x="891540" y="689610"/>
                  </a:lnTo>
                  <a:lnTo>
                    <a:pt x="868820" y="733204"/>
                  </a:lnTo>
                  <a:lnTo>
                    <a:pt x="805549" y="771065"/>
                  </a:lnTo>
                  <a:lnTo>
                    <a:pt x="760999" y="787136"/>
                  </a:lnTo>
                  <a:lnTo>
                    <a:pt x="709062" y="800921"/>
                  </a:lnTo>
                  <a:lnTo>
                    <a:pt x="650653" y="812137"/>
                  </a:lnTo>
                  <a:lnTo>
                    <a:pt x="586691" y="820500"/>
                  </a:lnTo>
                  <a:lnTo>
                    <a:pt x="518091" y="825726"/>
                  </a:lnTo>
                  <a:lnTo>
                    <a:pt x="445770" y="827532"/>
                  </a:lnTo>
                  <a:lnTo>
                    <a:pt x="373448" y="825726"/>
                  </a:lnTo>
                  <a:lnTo>
                    <a:pt x="304848" y="820500"/>
                  </a:lnTo>
                  <a:lnTo>
                    <a:pt x="240886" y="812137"/>
                  </a:lnTo>
                  <a:lnTo>
                    <a:pt x="182477" y="800921"/>
                  </a:lnTo>
                  <a:lnTo>
                    <a:pt x="130540" y="787136"/>
                  </a:lnTo>
                  <a:lnTo>
                    <a:pt x="85990" y="771065"/>
                  </a:lnTo>
                  <a:lnTo>
                    <a:pt x="49744" y="752994"/>
                  </a:lnTo>
                  <a:lnTo>
                    <a:pt x="5832" y="711982"/>
                  </a:lnTo>
                  <a:lnTo>
                    <a:pt x="0" y="689610"/>
                  </a:lnTo>
                  <a:lnTo>
                    <a:pt x="0" y="137922"/>
                  </a:lnTo>
                  <a:close/>
                </a:path>
              </a:pathLst>
            </a:custGeom>
            <a:ln w="6096">
              <a:solidFill>
                <a:srgbClr val="FFFFFF"/>
              </a:solidFill>
            </a:ln>
          </p:spPr>
          <p:txBody>
            <a:bodyPr wrap="square" lIns="0" tIns="0" rIns="0" bIns="0" rtlCol="0"/>
            <a:lstStyle/>
            <a:p>
              <a:endParaRPr/>
            </a:p>
          </p:txBody>
        </p:sp>
      </p:grpSp>
      <p:sp>
        <p:nvSpPr>
          <p:cNvPr id="11" name="object 11"/>
          <p:cNvSpPr txBox="1"/>
          <p:nvPr/>
        </p:nvSpPr>
        <p:spPr>
          <a:xfrm>
            <a:off x="1389125" y="3947261"/>
            <a:ext cx="35306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H</a:t>
            </a:r>
            <a:r>
              <a:rPr sz="1200" dirty="0">
                <a:solidFill>
                  <a:srgbClr val="FFFFFF"/>
                </a:solidFill>
                <a:latin typeface="Calibri"/>
                <a:cs typeface="Calibri"/>
              </a:rPr>
              <a:t>D</a:t>
            </a:r>
            <a:r>
              <a:rPr sz="1200" spc="-15" dirty="0">
                <a:solidFill>
                  <a:srgbClr val="FFFFFF"/>
                </a:solidFill>
                <a:latin typeface="Calibri"/>
                <a:cs typeface="Calibri"/>
              </a:rPr>
              <a:t>F</a:t>
            </a:r>
            <a:r>
              <a:rPr sz="1200" dirty="0">
                <a:solidFill>
                  <a:srgbClr val="FFFFFF"/>
                </a:solidFill>
                <a:latin typeface="Calibri"/>
                <a:cs typeface="Calibri"/>
              </a:rPr>
              <a:t>S</a:t>
            </a:r>
            <a:endParaRPr sz="1200">
              <a:latin typeface="Calibri"/>
              <a:cs typeface="Calibri"/>
            </a:endParaRPr>
          </a:p>
        </p:txBody>
      </p:sp>
      <p:grpSp>
        <p:nvGrpSpPr>
          <p:cNvPr id="12" name="object 12"/>
          <p:cNvGrpSpPr/>
          <p:nvPr/>
        </p:nvGrpSpPr>
        <p:grpSpPr>
          <a:xfrm>
            <a:off x="758761" y="1251013"/>
            <a:ext cx="2672080" cy="907415"/>
            <a:chOff x="758761" y="1251013"/>
            <a:chExt cx="2672080" cy="907415"/>
          </a:xfrm>
        </p:grpSpPr>
        <p:sp>
          <p:nvSpPr>
            <p:cNvPr id="13" name="object 13"/>
            <p:cNvSpPr/>
            <p:nvPr/>
          </p:nvSpPr>
          <p:spPr>
            <a:xfrm>
              <a:off x="763523" y="1255775"/>
              <a:ext cx="2662555" cy="897890"/>
            </a:xfrm>
            <a:custGeom>
              <a:avLst/>
              <a:gdLst/>
              <a:ahLst/>
              <a:cxnLst/>
              <a:rect l="l" t="t" r="r" b="b"/>
              <a:pathLst>
                <a:path w="2662554" h="897889">
                  <a:moveTo>
                    <a:pt x="0" y="149606"/>
                  </a:moveTo>
                  <a:lnTo>
                    <a:pt x="7626" y="102299"/>
                  </a:lnTo>
                  <a:lnTo>
                    <a:pt x="28864" y="61228"/>
                  </a:lnTo>
                  <a:lnTo>
                    <a:pt x="61250" y="28850"/>
                  </a:lnTo>
                  <a:lnTo>
                    <a:pt x="102318" y="7622"/>
                  </a:lnTo>
                  <a:lnTo>
                    <a:pt x="149606" y="0"/>
                  </a:lnTo>
                  <a:lnTo>
                    <a:pt x="2512822" y="0"/>
                  </a:lnTo>
                  <a:lnTo>
                    <a:pt x="2560128" y="7622"/>
                  </a:lnTo>
                  <a:lnTo>
                    <a:pt x="2601199" y="28850"/>
                  </a:lnTo>
                  <a:lnTo>
                    <a:pt x="2633577" y="61228"/>
                  </a:lnTo>
                  <a:lnTo>
                    <a:pt x="2654805" y="102299"/>
                  </a:lnTo>
                  <a:lnTo>
                    <a:pt x="2662428" y="149606"/>
                  </a:lnTo>
                  <a:lnTo>
                    <a:pt x="2662428" y="748030"/>
                  </a:lnTo>
                  <a:lnTo>
                    <a:pt x="2654805" y="795336"/>
                  </a:lnTo>
                  <a:lnTo>
                    <a:pt x="2633577" y="836407"/>
                  </a:lnTo>
                  <a:lnTo>
                    <a:pt x="2601199" y="868785"/>
                  </a:lnTo>
                  <a:lnTo>
                    <a:pt x="2560128" y="890013"/>
                  </a:lnTo>
                  <a:lnTo>
                    <a:pt x="2512822" y="897636"/>
                  </a:lnTo>
                  <a:lnTo>
                    <a:pt x="149606" y="897636"/>
                  </a:lnTo>
                  <a:lnTo>
                    <a:pt x="102318" y="890013"/>
                  </a:lnTo>
                  <a:lnTo>
                    <a:pt x="61250" y="868785"/>
                  </a:lnTo>
                  <a:lnTo>
                    <a:pt x="28864" y="836407"/>
                  </a:lnTo>
                  <a:lnTo>
                    <a:pt x="7626" y="795336"/>
                  </a:lnTo>
                  <a:lnTo>
                    <a:pt x="0" y="748030"/>
                  </a:lnTo>
                  <a:lnTo>
                    <a:pt x="0" y="149606"/>
                  </a:lnTo>
                  <a:close/>
                </a:path>
              </a:pathLst>
            </a:custGeom>
            <a:ln w="9144">
              <a:solidFill>
                <a:srgbClr val="5F5F5F"/>
              </a:solidFill>
            </a:ln>
          </p:spPr>
          <p:txBody>
            <a:bodyPr wrap="square" lIns="0" tIns="0" rIns="0" bIns="0" rtlCol="0"/>
            <a:lstStyle/>
            <a:p>
              <a:endParaRPr/>
            </a:p>
          </p:txBody>
        </p:sp>
        <p:sp>
          <p:nvSpPr>
            <p:cNvPr id="14" name="object 14"/>
            <p:cNvSpPr/>
            <p:nvPr/>
          </p:nvSpPr>
          <p:spPr>
            <a:xfrm>
              <a:off x="873251" y="1527047"/>
              <a:ext cx="879475" cy="334010"/>
            </a:xfrm>
            <a:custGeom>
              <a:avLst/>
              <a:gdLst/>
              <a:ahLst/>
              <a:cxnLst/>
              <a:rect l="l" t="t" r="r" b="b"/>
              <a:pathLst>
                <a:path w="879475" h="334010">
                  <a:moveTo>
                    <a:pt x="823722" y="0"/>
                  </a:moveTo>
                  <a:lnTo>
                    <a:pt x="55625" y="0"/>
                  </a:lnTo>
                  <a:lnTo>
                    <a:pt x="33973" y="4369"/>
                  </a:lnTo>
                  <a:lnTo>
                    <a:pt x="16292" y="16287"/>
                  </a:lnTo>
                  <a:lnTo>
                    <a:pt x="4371" y="33968"/>
                  </a:lnTo>
                  <a:lnTo>
                    <a:pt x="0" y="55625"/>
                  </a:lnTo>
                  <a:lnTo>
                    <a:pt x="0" y="278129"/>
                  </a:lnTo>
                  <a:lnTo>
                    <a:pt x="4371" y="299787"/>
                  </a:lnTo>
                  <a:lnTo>
                    <a:pt x="16292" y="317468"/>
                  </a:lnTo>
                  <a:lnTo>
                    <a:pt x="33973" y="329386"/>
                  </a:lnTo>
                  <a:lnTo>
                    <a:pt x="55625" y="333755"/>
                  </a:lnTo>
                  <a:lnTo>
                    <a:pt x="823722" y="333755"/>
                  </a:lnTo>
                  <a:lnTo>
                    <a:pt x="845379" y="329386"/>
                  </a:lnTo>
                  <a:lnTo>
                    <a:pt x="863060" y="317468"/>
                  </a:lnTo>
                  <a:lnTo>
                    <a:pt x="874978" y="299787"/>
                  </a:lnTo>
                  <a:lnTo>
                    <a:pt x="879347" y="278129"/>
                  </a:lnTo>
                  <a:lnTo>
                    <a:pt x="879347" y="55625"/>
                  </a:lnTo>
                  <a:lnTo>
                    <a:pt x="874978" y="33968"/>
                  </a:lnTo>
                  <a:lnTo>
                    <a:pt x="863060" y="16287"/>
                  </a:lnTo>
                  <a:lnTo>
                    <a:pt x="845379" y="4369"/>
                  </a:lnTo>
                  <a:lnTo>
                    <a:pt x="823722" y="0"/>
                  </a:lnTo>
                  <a:close/>
                </a:path>
              </a:pathLst>
            </a:custGeom>
            <a:solidFill>
              <a:srgbClr val="FFFFFF"/>
            </a:solidFill>
          </p:spPr>
          <p:txBody>
            <a:bodyPr wrap="square" lIns="0" tIns="0" rIns="0" bIns="0" rtlCol="0"/>
            <a:lstStyle/>
            <a:p>
              <a:endParaRPr/>
            </a:p>
          </p:txBody>
        </p:sp>
        <p:sp>
          <p:nvSpPr>
            <p:cNvPr id="15" name="object 15"/>
            <p:cNvSpPr/>
            <p:nvPr/>
          </p:nvSpPr>
          <p:spPr>
            <a:xfrm>
              <a:off x="873251" y="1527047"/>
              <a:ext cx="879475" cy="334010"/>
            </a:xfrm>
            <a:custGeom>
              <a:avLst/>
              <a:gdLst/>
              <a:ahLst/>
              <a:cxnLst/>
              <a:rect l="l" t="t" r="r" b="b"/>
              <a:pathLst>
                <a:path w="879475" h="334010">
                  <a:moveTo>
                    <a:pt x="0" y="55625"/>
                  </a:moveTo>
                  <a:lnTo>
                    <a:pt x="4371" y="33968"/>
                  </a:lnTo>
                  <a:lnTo>
                    <a:pt x="16292" y="16287"/>
                  </a:lnTo>
                  <a:lnTo>
                    <a:pt x="33973" y="4369"/>
                  </a:lnTo>
                  <a:lnTo>
                    <a:pt x="55625" y="0"/>
                  </a:lnTo>
                  <a:lnTo>
                    <a:pt x="823722" y="0"/>
                  </a:lnTo>
                  <a:lnTo>
                    <a:pt x="845379" y="4369"/>
                  </a:lnTo>
                  <a:lnTo>
                    <a:pt x="863060" y="16287"/>
                  </a:lnTo>
                  <a:lnTo>
                    <a:pt x="874978" y="33968"/>
                  </a:lnTo>
                  <a:lnTo>
                    <a:pt x="879347" y="55625"/>
                  </a:lnTo>
                  <a:lnTo>
                    <a:pt x="879347" y="278129"/>
                  </a:lnTo>
                  <a:lnTo>
                    <a:pt x="874978" y="299787"/>
                  </a:lnTo>
                  <a:lnTo>
                    <a:pt x="863060" y="317468"/>
                  </a:lnTo>
                  <a:lnTo>
                    <a:pt x="845379" y="329386"/>
                  </a:lnTo>
                  <a:lnTo>
                    <a:pt x="823722" y="333755"/>
                  </a:lnTo>
                  <a:lnTo>
                    <a:pt x="55625" y="333755"/>
                  </a:lnTo>
                  <a:lnTo>
                    <a:pt x="33973" y="329386"/>
                  </a:lnTo>
                  <a:lnTo>
                    <a:pt x="16292" y="317468"/>
                  </a:lnTo>
                  <a:lnTo>
                    <a:pt x="4371" y="299787"/>
                  </a:lnTo>
                  <a:lnTo>
                    <a:pt x="0" y="278129"/>
                  </a:lnTo>
                  <a:lnTo>
                    <a:pt x="0" y="55625"/>
                  </a:lnTo>
                  <a:close/>
                </a:path>
              </a:pathLst>
            </a:custGeom>
            <a:ln w="9144">
              <a:solidFill>
                <a:srgbClr val="5F5F5F"/>
              </a:solidFill>
            </a:ln>
          </p:spPr>
          <p:txBody>
            <a:bodyPr wrap="square" lIns="0" tIns="0" rIns="0" bIns="0" rtlCol="0"/>
            <a:lstStyle/>
            <a:p>
              <a:endParaRPr/>
            </a:p>
          </p:txBody>
        </p:sp>
      </p:grpSp>
      <p:sp>
        <p:nvSpPr>
          <p:cNvPr id="16" name="object 16"/>
          <p:cNvSpPr txBox="1"/>
          <p:nvPr/>
        </p:nvSpPr>
        <p:spPr>
          <a:xfrm>
            <a:off x="965708" y="1572895"/>
            <a:ext cx="72707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095881"/>
                </a:solidFill>
                <a:latin typeface="Calibri"/>
                <a:cs typeface="Calibri"/>
              </a:rPr>
              <a:t>Application</a:t>
            </a:r>
            <a:endParaRPr sz="1200">
              <a:latin typeface="Calibri"/>
              <a:cs typeface="Calibri"/>
            </a:endParaRPr>
          </a:p>
        </p:txBody>
      </p:sp>
      <p:grpSp>
        <p:nvGrpSpPr>
          <p:cNvPr id="17" name="object 17"/>
          <p:cNvGrpSpPr/>
          <p:nvPr/>
        </p:nvGrpSpPr>
        <p:grpSpPr>
          <a:xfrm>
            <a:off x="2109216" y="1310652"/>
            <a:ext cx="1335405" cy="719455"/>
            <a:chOff x="2109216" y="1310652"/>
            <a:chExt cx="1335405" cy="719455"/>
          </a:xfrm>
        </p:grpSpPr>
        <p:pic>
          <p:nvPicPr>
            <p:cNvPr id="18" name="object 18"/>
            <p:cNvPicPr/>
            <p:nvPr/>
          </p:nvPicPr>
          <p:blipFill>
            <a:blip r:embed="rId5" cstate="print"/>
            <a:stretch>
              <a:fillRect/>
            </a:stretch>
          </p:blipFill>
          <p:spPr>
            <a:xfrm>
              <a:off x="2109216" y="1310652"/>
              <a:ext cx="1335024" cy="719315"/>
            </a:xfrm>
            <a:prstGeom prst="rect">
              <a:avLst/>
            </a:prstGeom>
          </p:spPr>
        </p:pic>
        <p:sp>
          <p:nvSpPr>
            <p:cNvPr id="19" name="object 19"/>
            <p:cNvSpPr/>
            <p:nvPr/>
          </p:nvSpPr>
          <p:spPr>
            <a:xfrm>
              <a:off x="2154936" y="1336547"/>
              <a:ext cx="1248410" cy="632460"/>
            </a:xfrm>
            <a:custGeom>
              <a:avLst/>
              <a:gdLst/>
              <a:ahLst/>
              <a:cxnLst/>
              <a:rect l="l" t="t" r="r" b="b"/>
              <a:pathLst>
                <a:path w="1248410" h="632460">
                  <a:moveTo>
                    <a:pt x="624077" y="0"/>
                  </a:moveTo>
                  <a:lnTo>
                    <a:pt x="560268" y="1632"/>
                  </a:lnTo>
                  <a:lnTo>
                    <a:pt x="498301" y="6425"/>
                  </a:lnTo>
                  <a:lnTo>
                    <a:pt x="438492" y="14219"/>
                  </a:lnTo>
                  <a:lnTo>
                    <a:pt x="381154" y="24854"/>
                  </a:lnTo>
                  <a:lnTo>
                    <a:pt x="326601" y="38172"/>
                  </a:lnTo>
                  <a:lnTo>
                    <a:pt x="275145" y="54013"/>
                  </a:lnTo>
                  <a:lnTo>
                    <a:pt x="227102" y="72219"/>
                  </a:lnTo>
                  <a:lnTo>
                    <a:pt x="182784" y="92630"/>
                  </a:lnTo>
                  <a:lnTo>
                    <a:pt x="142506" y="115088"/>
                  </a:lnTo>
                  <a:lnTo>
                    <a:pt x="106580" y="139433"/>
                  </a:lnTo>
                  <a:lnTo>
                    <a:pt x="75320" y="165506"/>
                  </a:lnTo>
                  <a:lnTo>
                    <a:pt x="49041" y="193149"/>
                  </a:lnTo>
                  <a:lnTo>
                    <a:pt x="12678" y="252505"/>
                  </a:lnTo>
                  <a:lnTo>
                    <a:pt x="0" y="316229"/>
                  </a:lnTo>
                  <a:lnTo>
                    <a:pt x="3221" y="348558"/>
                  </a:lnTo>
                  <a:lnTo>
                    <a:pt x="28056" y="410258"/>
                  </a:lnTo>
                  <a:lnTo>
                    <a:pt x="75320" y="466953"/>
                  </a:lnTo>
                  <a:lnTo>
                    <a:pt x="106580" y="493026"/>
                  </a:lnTo>
                  <a:lnTo>
                    <a:pt x="142506" y="517371"/>
                  </a:lnTo>
                  <a:lnTo>
                    <a:pt x="182784" y="539829"/>
                  </a:lnTo>
                  <a:lnTo>
                    <a:pt x="227102" y="560240"/>
                  </a:lnTo>
                  <a:lnTo>
                    <a:pt x="275145" y="578446"/>
                  </a:lnTo>
                  <a:lnTo>
                    <a:pt x="326601" y="594287"/>
                  </a:lnTo>
                  <a:lnTo>
                    <a:pt x="381154" y="607605"/>
                  </a:lnTo>
                  <a:lnTo>
                    <a:pt x="438492" y="618240"/>
                  </a:lnTo>
                  <a:lnTo>
                    <a:pt x="498301" y="626034"/>
                  </a:lnTo>
                  <a:lnTo>
                    <a:pt x="560268" y="630827"/>
                  </a:lnTo>
                  <a:lnTo>
                    <a:pt x="624077" y="632459"/>
                  </a:lnTo>
                  <a:lnTo>
                    <a:pt x="687887" y="630827"/>
                  </a:lnTo>
                  <a:lnTo>
                    <a:pt x="749854" y="626034"/>
                  </a:lnTo>
                  <a:lnTo>
                    <a:pt x="809663" y="618240"/>
                  </a:lnTo>
                  <a:lnTo>
                    <a:pt x="867001" y="607605"/>
                  </a:lnTo>
                  <a:lnTo>
                    <a:pt x="921554" y="594287"/>
                  </a:lnTo>
                  <a:lnTo>
                    <a:pt x="973010" y="578446"/>
                  </a:lnTo>
                  <a:lnTo>
                    <a:pt x="1021053" y="560240"/>
                  </a:lnTo>
                  <a:lnTo>
                    <a:pt x="1065371" y="539829"/>
                  </a:lnTo>
                  <a:lnTo>
                    <a:pt x="1105649" y="517371"/>
                  </a:lnTo>
                  <a:lnTo>
                    <a:pt x="1141575" y="493026"/>
                  </a:lnTo>
                  <a:lnTo>
                    <a:pt x="1172835" y="466953"/>
                  </a:lnTo>
                  <a:lnTo>
                    <a:pt x="1199114" y="439310"/>
                  </a:lnTo>
                  <a:lnTo>
                    <a:pt x="1235477" y="379954"/>
                  </a:lnTo>
                  <a:lnTo>
                    <a:pt x="1248155" y="316229"/>
                  </a:lnTo>
                  <a:lnTo>
                    <a:pt x="1244934" y="283901"/>
                  </a:lnTo>
                  <a:lnTo>
                    <a:pt x="1220099" y="222201"/>
                  </a:lnTo>
                  <a:lnTo>
                    <a:pt x="1172835" y="165506"/>
                  </a:lnTo>
                  <a:lnTo>
                    <a:pt x="1141575" y="139433"/>
                  </a:lnTo>
                  <a:lnTo>
                    <a:pt x="1105649" y="115088"/>
                  </a:lnTo>
                  <a:lnTo>
                    <a:pt x="1065371" y="92630"/>
                  </a:lnTo>
                  <a:lnTo>
                    <a:pt x="1021053" y="72219"/>
                  </a:lnTo>
                  <a:lnTo>
                    <a:pt x="973010" y="54013"/>
                  </a:lnTo>
                  <a:lnTo>
                    <a:pt x="921554" y="38172"/>
                  </a:lnTo>
                  <a:lnTo>
                    <a:pt x="867001" y="24854"/>
                  </a:lnTo>
                  <a:lnTo>
                    <a:pt x="809663" y="14219"/>
                  </a:lnTo>
                  <a:lnTo>
                    <a:pt x="749854" y="6425"/>
                  </a:lnTo>
                  <a:lnTo>
                    <a:pt x="687887" y="1632"/>
                  </a:lnTo>
                  <a:lnTo>
                    <a:pt x="624077" y="0"/>
                  </a:lnTo>
                  <a:close/>
                </a:path>
              </a:pathLst>
            </a:custGeom>
            <a:solidFill>
              <a:srgbClr val="9CB955"/>
            </a:solidFill>
          </p:spPr>
          <p:txBody>
            <a:bodyPr wrap="square" lIns="0" tIns="0" rIns="0" bIns="0" rtlCol="0"/>
            <a:lstStyle/>
            <a:p>
              <a:endParaRPr/>
            </a:p>
          </p:txBody>
        </p:sp>
        <p:sp>
          <p:nvSpPr>
            <p:cNvPr id="20" name="object 20"/>
            <p:cNvSpPr/>
            <p:nvPr/>
          </p:nvSpPr>
          <p:spPr>
            <a:xfrm>
              <a:off x="2154936" y="1336547"/>
              <a:ext cx="1248410" cy="632460"/>
            </a:xfrm>
            <a:custGeom>
              <a:avLst/>
              <a:gdLst/>
              <a:ahLst/>
              <a:cxnLst/>
              <a:rect l="l" t="t" r="r" b="b"/>
              <a:pathLst>
                <a:path w="1248410" h="632460">
                  <a:moveTo>
                    <a:pt x="0" y="316229"/>
                  </a:moveTo>
                  <a:lnTo>
                    <a:pt x="12678" y="252505"/>
                  </a:lnTo>
                  <a:lnTo>
                    <a:pt x="49041" y="193149"/>
                  </a:lnTo>
                  <a:lnTo>
                    <a:pt x="75320" y="165506"/>
                  </a:lnTo>
                  <a:lnTo>
                    <a:pt x="106580" y="139433"/>
                  </a:lnTo>
                  <a:lnTo>
                    <a:pt x="142506" y="115088"/>
                  </a:lnTo>
                  <a:lnTo>
                    <a:pt x="182784" y="92630"/>
                  </a:lnTo>
                  <a:lnTo>
                    <a:pt x="227102" y="72219"/>
                  </a:lnTo>
                  <a:lnTo>
                    <a:pt x="275145" y="54013"/>
                  </a:lnTo>
                  <a:lnTo>
                    <a:pt x="326601" y="38172"/>
                  </a:lnTo>
                  <a:lnTo>
                    <a:pt x="381154" y="24854"/>
                  </a:lnTo>
                  <a:lnTo>
                    <a:pt x="438492" y="14219"/>
                  </a:lnTo>
                  <a:lnTo>
                    <a:pt x="498301" y="6425"/>
                  </a:lnTo>
                  <a:lnTo>
                    <a:pt x="560268" y="1632"/>
                  </a:lnTo>
                  <a:lnTo>
                    <a:pt x="624077" y="0"/>
                  </a:lnTo>
                  <a:lnTo>
                    <a:pt x="687887" y="1632"/>
                  </a:lnTo>
                  <a:lnTo>
                    <a:pt x="749854" y="6425"/>
                  </a:lnTo>
                  <a:lnTo>
                    <a:pt x="809663" y="14219"/>
                  </a:lnTo>
                  <a:lnTo>
                    <a:pt x="867001" y="24854"/>
                  </a:lnTo>
                  <a:lnTo>
                    <a:pt x="921554" y="38172"/>
                  </a:lnTo>
                  <a:lnTo>
                    <a:pt x="973010" y="54013"/>
                  </a:lnTo>
                  <a:lnTo>
                    <a:pt x="1021053" y="72219"/>
                  </a:lnTo>
                  <a:lnTo>
                    <a:pt x="1065371" y="92630"/>
                  </a:lnTo>
                  <a:lnTo>
                    <a:pt x="1105649" y="115088"/>
                  </a:lnTo>
                  <a:lnTo>
                    <a:pt x="1141575" y="139433"/>
                  </a:lnTo>
                  <a:lnTo>
                    <a:pt x="1172835" y="165506"/>
                  </a:lnTo>
                  <a:lnTo>
                    <a:pt x="1199114" y="193149"/>
                  </a:lnTo>
                  <a:lnTo>
                    <a:pt x="1235477" y="252505"/>
                  </a:lnTo>
                  <a:lnTo>
                    <a:pt x="1248155" y="316229"/>
                  </a:lnTo>
                  <a:lnTo>
                    <a:pt x="1244934" y="348558"/>
                  </a:lnTo>
                  <a:lnTo>
                    <a:pt x="1220099" y="410258"/>
                  </a:lnTo>
                  <a:lnTo>
                    <a:pt x="1172835" y="466953"/>
                  </a:lnTo>
                  <a:lnTo>
                    <a:pt x="1141575" y="493026"/>
                  </a:lnTo>
                  <a:lnTo>
                    <a:pt x="1105649" y="517371"/>
                  </a:lnTo>
                  <a:lnTo>
                    <a:pt x="1065371" y="539829"/>
                  </a:lnTo>
                  <a:lnTo>
                    <a:pt x="1021053" y="560240"/>
                  </a:lnTo>
                  <a:lnTo>
                    <a:pt x="973010" y="578446"/>
                  </a:lnTo>
                  <a:lnTo>
                    <a:pt x="921554" y="594287"/>
                  </a:lnTo>
                  <a:lnTo>
                    <a:pt x="867001" y="607605"/>
                  </a:lnTo>
                  <a:lnTo>
                    <a:pt x="809663" y="618240"/>
                  </a:lnTo>
                  <a:lnTo>
                    <a:pt x="749854" y="626034"/>
                  </a:lnTo>
                  <a:lnTo>
                    <a:pt x="687887" y="630827"/>
                  </a:lnTo>
                  <a:lnTo>
                    <a:pt x="624077" y="632459"/>
                  </a:lnTo>
                  <a:lnTo>
                    <a:pt x="560268" y="630827"/>
                  </a:lnTo>
                  <a:lnTo>
                    <a:pt x="498301" y="626034"/>
                  </a:lnTo>
                  <a:lnTo>
                    <a:pt x="438492" y="618240"/>
                  </a:lnTo>
                  <a:lnTo>
                    <a:pt x="381154" y="607605"/>
                  </a:lnTo>
                  <a:lnTo>
                    <a:pt x="326601" y="594287"/>
                  </a:lnTo>
                  <a:lnTo>
                    <a:pt x="275145" y="578446"/>
                  </a:lnTo>
                  <a:lnTo>
                    <a:pt x="227102" y="560240"/>
                  </a:lnTo>
                  <a:lnTo>
                    <a:pt x="182784" y="539829"/>
                  </a:lnTo>
                  <a:lnTo>
                    <a:pt x="142506" y="517371"/>
                  </a:lnTo>
                  <a:lnTo>
                    <a:pt x="106580" y="493026"/>
                  </a:lnTo>
                  <a:lnTo>
                    <a:pt x="75320" y="466953"/>
                  </a:lnTo>
                  <a:lnTo>
                    <a:pt x="49041" y="439310"/>
                  </a:lnTo>
                  <a:lnTo>
                    <a:pt x="12678" y="379954"/>
                  </a:lnTo>
                  <a:lnTo>
                    <a:pt x="0" y="316229"/>
                  </a:lnTo>
                  <a:close/>
                </a:path>
              </a:pathLst>
            </a:custGeom>
            <a:ln w="6095">
              <a:solidFill>
                <a:srgbClr val="FFFFFF"/>
              </a:solidFill>
            </a:ln>
          </p:spPr>
          <p:txBody>
            <a:bodyPr wrap="square" lIns="0" tIns="0" rIns="0" bIns="0" rtlCol="0"/>
            <a:lstStyle/>
            <a:p>
              <a:endParaRPr/>
            </a:p>
          </p:txBody>
        </p:sp>
      </p:grpSp>
      <p:sp>
        <p:nvSpPr>
          <p:cNvPr id="21" name="object 21"/>
          <p:cNvSpPr txBox="1"/>
          <p:nvPr/>
        </p:nvSpPr>
        <p:spPr>
          <a:xfrm>
            <a:off x="2441829" y="1549095"/>
            <a:ext cx="678815" cy="208915"/>
          </a:xfrm>
          <a:prstGeom prst="rect">
            <a:avLst/>
          </a:prstGeom>
        </p:spPr>
        <p:txBody>
          <a:bodyPr vert="horz" wrap="square" lIns="0" tIns="12700" rIns="0" bIns="0" rtlCol="0">
            <a:spAutoFit/>
          </a:bodyPr>
          <a:lstStyle/>
          <a:p>
            <a:pPr marL="12700">
              <a:lnSpc>
                <a:spcPct val="100000"/>
              </a:lnSpc>
              <a:spcBef>
                <a:spcPts val="100"/>
              </a:spcBef>
            </a:pPr>
            <a:r>
              <a:rPr sz="1200" dirty="0">
                <a:latin typeface="Calibri"/>
                <a:cs typeface="Calibri"/>
              </a:rPr>
              <a:t>Job</a:t>
            </a:r>
            <a:r>
              <a:rPr sz="1200" spc="-65" dirty="0">
                <a:latin typeface="Calibri"/>
                <a:cs typeface="Calibri"/>
              </a:rPr>
              <a:t> </a:t>
            </a:r>
            <a:r>
              <a:rPr sz="1200" spc="-5" dirty="0">
                <a:latin typeface="Calibri"/>
                <a:cs typeface="Calibri"/>
              </a:rPr>
              <a:t>Object</a:t>
            </a:r>
            <a:endParaRPr sz="1200">
              <a:latin typeface="Calibri"/>
              <a:cs typeface="Calibri"/>
            </a:endParaRPr>
          </a:p>
        </p:txBody>
      </p:sp>
      <p:grpSp>
        <p:nvGrpSpPr>
          <p:cNvPr id="22" name="object 22"/>
          <p:cNvGrpSpPr/>
          <p:nvPr/>
        </p:nvGrpSpPr>
        <p:grpSpPr>
          <a:xfrm>
            <a:off x="1751076" y="1420393"/>
            <a:ext cx="6370320" cy="528955"/>
            <a:chOff x="1751076" y="1420393"/>
            <a:chExt cx="6370320" cy="528955"/>
          </a:xfrm>
        </p:grpSpPr>
        <p:pic>
          <p:nvPicPr>
            <p:cNvPr id="23" name="object 23"/>
            <p:cNvPicPr/>
            <p:nvPr/>
          </p:nvPicPr>
          <p:blipFill>
            <a:blip r:embed="rId6" cstate="print"/>
            <a:stretch>
              <a:fillRect/>
            </a:stretch>
          </p:blipFill>
          <p:spPr>
            <a:xfrm>
              <a:off x="6679691" y="1420393"/>
              <a:ext cx="1441703" cy="528802"/>
            </a:xfrm>
            <a:prstGeom prst="rect">
              <a:avLst/>
            </a:prstGeom>
          </p:spPr>
        </p:pic>
        <p:sp>
          <p:nvSpPr>
            <p:cNvPr id="24" name="object 24"/>
            <p:cNvSpPr/>
            <p:nvPr/>
          </p:nvSpPr>
          <p:spPr>
            <a:xfrm>
              <a:off x="1751076" y="1627632"/>
              <a:ext cx="396240" cy="76200"/>
            </a:xfrm>
            <a:custGeom>
              <a:avLst/>
              <a:gdLst/>
              <a:ahLst/>
              <a:cxnLst/>
              <a:rect l="l" t="t" r="r" b="b"/>
              <a:pathLst>
                <a:path w="396239" h="76200">
                  <a:moveTo>
                    <a:pt x="319786" y="0"/>
                  </a:moveTo>
                  <a:lnTo>
                    <a:pt x="319786" y="76200"/>
                  </a:lnTo>
                  <a:lnTo>
                    <a:pt x="383286" y="44450"/>
                  </a:lnTo>
                  <a:lnTo>
                    <a:pt x="332486" y="44450"/>
                  </a:lnTo>
                  <a:lnTo>
                    <a:pt x="332486" y="31750"/>
                  </a:lnTo>
                  <a:lnTo>
                    <a:pt x="383286" y="31750"/>
                  </a:lnTo>
                  <a:lnTo>
                    <a:pt x="319786" y="0"/>
                  </a:lnTo>
                  <a:close/>
                </a:path>
                <a:path w="396239" h="76200">
                  <a:moveTo>
                    <a:pt x="319786" y="31750"/>
                  </a:moveTo>
                  <a:lnTo>
                    <a:pt x="0" y="31750"/>
                  </a:lnTo>
                  <a:lnTo>
                    <a:pt x="0" y="44450"/>
                  </a:lnTo>
                  <a:lnTo>
                    <a:pt x="319786" y="44450"/>
                  </a:lnTo>
                  <a:lnTo>
                    <a:pt x="319786" y="31750"/>
                  </a:lnTo>
                  <a:close/>
                </a:path>
                <a:path w="396239" h="76200">
                  <a:moveTo>
                    <a:pt x="383286" y="31750"/>
                  </a:moveTo>
                  <a:lnTo>
                    <a:pt x="332486" y="31750"/>
                  </a:lnTo>
                  <a:lnTo>
                    <a:pt x="332486" y="44450"/>
                  </a:lnTo>
                  <a:lnTo>
                    <a:pt x="383286" y="44450"/>
                  </a:lnTo>
                  <a:lnTo>
                    <a:pt x="395986" y="38100"/>
                  </a:lnTo>
                  <a:lnTo>
                    <a:pt x="383286" y="31750"/>
                  </a:lnTo>
                  <a:close/>
                </a:path>
              </a:pathLst>
            </a:custGeom>
            <a:solidFill>
              <a:srgbClr val="006FC0"/>
            </a:solidFill>
          </p:spPr>
          <p:txBody>
            <a:bodyPr wrap="square" lIns="0" tIns="0" rIns="0" bIns="0" rtlCol="0"/>
            <a:lstStyle/>
            <a:p>
              <a:endParaRPr/>
            </a:p>
          </p:txBody>
        </p:sp>
      </p:grpSp>
      <p:sp>
        <p:nvSpPr>
          <p:cNvPr id="25" name="object 25"/>
          <p:cNvSpPr txBox="1"/>
          <p:nvPr/>
        </p:nvSpPr>
        <p:spPr>
          <a:xfrm>
            <a:off x="6725411" y="1446275"/>
            <a:ext cx="1355090" cy="441959"/>
          </a:xfrm>
          <a:prstGeom prst="rect">
            <a:avLst/>
          </a:prstGeom>
          <a:solidFill>
            <a:srgbClr val="0D80B8"/>
          </a:solidFill>
          <a:ln w="6096">
            <a:solidFill>
              <a:srgbClr val="FFFFFF"/>
            </a:solidFill>
          </a:ln>
        </p:spPr>
        <p:txBody>
          <a:bodyPr vert="horz" wrap="square" lIns="0" tIns="27940" rIns="0" bIns="0" rtlCol="0">
            <a:spAutoFit/>
          </a:bodyPr>
          <a:lstStyle/>
          <a:p>
            <a:pPr marL="401955" marR="382905" indent="-6350">
              <a:lnSpc>
                <a:spcPct val="100000"/>
              </a:lnSpc>
              <a:spcBef>
                <a:spcPts val="220"/>
              </a:spcBef>
            </a:pPr>
            <a:r>
              <a:rPr sz="1200" spc="-30" dirty="0">
                <a:solidFill>
                  <a:srgbClr val="FFFFFF"/>
                </a:solidFill>
                <a:latin typeface="Calibri"/>
                <a:cs typeface="Calibri"/>
              </a:rPr>
              <a:t>R</a:t>
            </a:r>
            <a:r>
              <a:rPr sz="1200" dirty="0">
                <a:solidFill>
                  <a:srgbClr val="FFFFFF"/>
                </a:solidFill>
                <a:latin typeface="Calibri"/>
                <a:cs typeface="Calibri"/>
              </a:rPr>
              <a:t>esou</a:t>
            </a:r>
            <a:r>
              <a:rPr sz="1200" spc="-15" dirty="0">
                <a:solidFill>
                  <a:srgbClr val="FFFFFF"/>
                </a:solidFill>
                <a:latin typeface="Calibri"/>
                <a:cs typeface="Calibri"/>
              </a:rPr>
              <a:t>r</a:t>
            </a:r>
            <a:r>
              <a:rPr sz="1200" spc="-5" dirty="0">
                <a:solidFill>
                  <a:srgbClr val="FFFFFF"/>
                </a:solidFill>
                <a:latin typeface="Calibri"/>
                <a:cs typeface="Calibri"/>
              </a:rPr>
              <a:t>c</a:t>
            </a:r>
            <a:r>
              <a:rPr sz="1200" dirty="0">
                <a:solidFill>
                  <a:srgbClr val="FFFFFF"/>
                </a:solidFill>
                <a:latin typeface="Calibri"/>
                <a:cs typeface="Calibri"/>
              </a:rPr>
              <a:t>e  Ma</a:t>
            </a:r>
            <a:r>
              <a:rPr sz="1200" spc="5" dirty="0">
                <a:solidFill>
                  <a:srgbClr val="FFFFFF"/>
                </a:solidFill>
                <a:latin typeface="Calibri"/>
                <a:cs typeface="Calibri"/>
              </a:rPr>
              <a:t>n</a:t>
            </a:r>
            <a:r>
              <a:rPr sz="1200" dirty="0">
                <a:solidFill>
                  <a:srgbClr val="FFFFFF"/>
                </a:solidFill>
                <a:latin typeface="Calibri"/>
                <a:cs typeface="Calibri"/>
              </a:rPr>
              <a:t>a</a:t>
            </a:r>
            <a:r>
              <a:rPr sz="1200" spc="-15" dirty="0">
                <a:solidFill>
                  <a:srgbClr val="FFFFFF"/>
                </a:solidFill>
                <a:latin typeface="Calibri"/>
                <a:cs typeface="Calibri"/>
              </a:rPr>
              <a:t>g</a:t>
            </a:r>
            <a:r>
              <a:rPr sz="1200" dirty="0">
                <a:solidFill>
                  <a:srgbClr val="FFFFFF"/>
                </a:solidFill>
                <a:latin typeface="Calibri"/>
                <a:cs typeface="Calibri"/>
              </a:rPr>
              <a:t>er</a:t>
            </a:r>
            <a:endParaRPr sz="1200">
              <a:latin typeface="Calibri"/>
              <a:cs typeface="Calibri"/>
            </a:endParaRPr>
          </a:p>
        </p:txBody>
      </p:sp>
      <p:sp>
        <p:nvSpPr>
          <p:cNvPr id="26" name="object 26"/>
          <p:cNvSpPr txBox="1"/>
          <p:nvPr/>
        </p:nvSpPr>
        <p:spPr>
          <a:xfrm>
            <a:off x="6793230" y="1159890"/>
            <a:ext cx="122618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095A82"/>
                </a:solidFill>
                <a:latin typeface="Calibri"/>
                <a:cs typeface="Calibri"/>
              </a:rPr>
              <a:t>M</a:t>
            </a:r>
            <a:r>
              <a:rPr sz="1200" dirty="0">
                <a:solidFill>
                  <a:srgbClr val="095A82"/>
                </a:solidFill>
                <a:latin typeface="Calibri"/>
                <a:cs typeface="Calibri"/>
              </a:rPr>
              <a:t>a</a:t>
            </a:r>
            <a:r>
              <a:rPr sz="1200" spc="5" dirty="0">
                <a:solidFill>
                  <a:srgbClr val="095A82"/>
                </a:solidFill>
                <a:latin typeface="Calibri"/>
                <a:cs typeface="Calibri"/>
              </a:rPr>
              <a:t>n</a:t>
            </a:r>
            <a:r>
              <a:rPr sz="1200" dirty="0">
                <a:solidFill>
                  <a:srgbClr val="095A82"/>
                </a:solidFill>
                <a:latin typeface="Calibri"/>
                <a:cs typeface="Calibri"/>
              </a:rPr>
              <a:t>a</a:t>
            </a:r>
            <a:r>
              <a:rPr sz="1200" spc="-15" dirty="0">
                <a:solidFill>
                  <a:srgbClr val="095A82"/>
                </a:solidFill>
                <a:latin typeface="Calibri"/>
                <a:cs typeface="Calibri"/>
              </a:rPr>
              <a:t>g</a:t>
            </a:r>
            <a:r>
              <a:rPr sz="1200" dirty="0">
                <a:solidFill>
                  <a:srgbClr val="095A82"/>
                </a:solidFill>
                <a:latin typeface="Calibri"/>
                <a:cs typeface="Calibri"/>
              </a:rPr>
              <a:t>e</a:t>
            </a:r>
            <a:r>
              <a:rPr sz="1200" spc="5" dirty="0">
                <a:solidFill>
                  <a:srgbClr val="095A82"/>
                </a:solidFill>
                <a:latin typeface="Calibri"/>
                <a:cs typeface="Calibri"/>
              </a:rPr>
              <a:t>m</a:t>
            </a:r>
            <a:r>
              <a:rPr sz="1200" dirty="0">
                <a:solidFill>
                  <a:srgbClr val="095A82"/>
                </a:solidFill>
                <a:latin typeface="Calibri"/>
                <a:cs typeface="Calibri"/>
              </a:rPr>
              <a:t>e</a:t>
            </a:r>
            <a:r>
              <a:rPr sz="1200" spc="-5" dirty="0">
                <a:solidFill>
                  <a:srgbClr val="095A82"/>
                </a:solidFill>
                <a:latin typeface="Calibri"/>
                <a:cs typeface="Calibri"/>
              </a:rPr>
              <a:t>n</a:t>
            </a:r>
            <a:r>
              <a:rPr sz="1200" dirty="0">
                <a:solidFill>
                  <a:srgbClr val="095A82"/>
                </a:solidFill>
                <a:latin typeface="Calibri"/>
                <a:cs typeface="Calibri"/>
              </a:rPr>
              <a:t>t</a:t>
            </a:r>
            <a:r>
              <a:rPr sz="1200" spc="-30" dirty="0">
                <a:solidFill>
                  <a:srgbClr val="095A82"/>
                </a:solidFill>
                <a:latin typeface="Calibri"/>
                <a:cs typeface="Calibri"/>
              </a:rPr>
              <a:t> </a:t>
            </a:r>
            <a:r>
              <a:rPr sz="1200" dirty="0">
                <a:solidFill>
                  <a:srgbClr val="095A82"/>
                </a:solidFill>
                <a:latin typeface="Calibri"/>
                <a:cs typeface="Calibri"/>
              </a:rPr>
              <a:t>N</a:t>
            </a:r>
            <a:r>
              <a:rPr sz="1200" spc="-5" dirty="0">
                <a:solidFill>
                  <a:srgbClr val="095A82"/>
                </a:solidFill>
                <a:latin typeface="Calibri"/>
                <a:cs typeface="Calibri"/>
              </a:rPr>
              <a:t>o</a:t>
            </a:r>
            <a:r>
              <a:rPr sz="1200" spc="5" dirty="0">
                <a:solidFill>
                  <a:srgbClr val="095A82"/>
                </a:solidFill>
                <a:latin typeface="Calibri"/>
                <a:cs typeface="Calibri"/>
              </a:rPr>
              <a:t>d</a:t>
            </a:r>
            <a:r>
              <a:rPr sz="1200" dirty="0">
                <a:solidFill>
                  <a:srgbClr val="095A82"/>
                </a:solidFill>
                <a:latin typeface="Calibri"/>
                <a:cs typeface="Calibri"/>
              </a:rPr>
              <a:t>e</a:t>
            </a:r>
            <a:endParaRPr sz="1200">
              <a:latin typeface="Calibri"/>
              <a:cs typeface="Calibri"/>
            </a:endParaRPr>
          </a:p>
        </p:txBody>
      </p:sp>
      <p:sp>
        <p:nvSpPr>
          <p:cNvPr id="27" name="object 27"/>
          <p:cNvSpPr txBox="1"/>
          <p:nvPr/>
        </p:nvSpPr>
        <p:spPr>
          <a:xfrm>
            <a:off x="1819401" y="1035507"/>
            <a:ext cx="661670"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1.</a:t>
            </a:r>
            <a:r>
              <a:rPr sz="1200" spc="-35" dirty="0">
                <a:solidFill>
                  <a:srgbClr val="006FC0"/>
                </a:solidFill>
                <a:latin typeface="Calibri"/>
                <a:cs typeface="Calibri"/>
              </a:rPr>
              <a:t> </a:t>
            </a:r>
            <a:r>
              <a:rPr sz="1200" spc="-5" dirty="0">
                <a:solidFill>
                  <a:srgbClr val="006FC0"/>
                </a:solidFill>
                <a:latin typeface="Calibri"/>
                <a:cs typeface="Calibri"/>
              </a:rPr>
              <a:t>Run</a:t>
            </a:r>
            <a:r>
              <a:rPr sz="1200" spc="-55" dirty="0">
                <a:solidFill>
                  <a:srgbClr val="006FC0"/>
                </a:solidFill>
                <a:latin typeface="Calibri"/>
                <a:cs typeface="Calibri"/>
              </a:rPr>
              <a:t> </a:t>
            </a:r>
            <a:r>
              <a:rPr sz="1200" dirty="0">
                <a:solidFill>
                  <a:srgbClr val="006FC0"/>
                </a:solidFill>
                <a:latin typeface="Calibri"/>
                <a:cs typeface="Calibri"/>
              </a:rPr>
              <a:t>Job</a:t>
            </a:r>
            <a:endParaRPr sz="1200">
              <a:latin typeface="Calibri"/>
              <a:cs typeface="Calibri"/>
            </a:endParaRPr>
          </a:p>
        </p:txBody>
      </p:sp>
      <p:sp>
        <p:nvSpPr>
          <p:cNvPr id="28" name="object 28"/>
          <p:cNvSpPr/>
          <p:nvPr/>
        </p:nvSpPr>
        <p:spPr>
          <a:xfrm>
            <a:off x="1751076" y="1444751"/>
            <a:ext cx="4801235" cy="2131695"/>
          </a:xfrm>
          <a:custGeom>
            <a:avLst/>
            <a:gdLst/>
            <a:ahLst/>
            <a:cxnLst/>
            <a:rect l="l" t="t" r="r" b="b"/>
            <a:pathLst>
              <a:path w="4801234" h="2131695">
                <a:moveTo>
                  <a:pt x="1032637" y="527685"/>
                </a:moveTo>
                <a:lnTo>
                  <a:pt x="1021842" y="520827"/>
                </a:lnTo>
                <a:lnTo>
                  <a:pt x="35674" y="2064092"/>
                </a:lnTo>
                <a:lnTo>
                  <a:pt x="8890" y="2046986"/>
                </a:lnTo>
                <a:lnTo>
                  <a:pt x="0" y="2131695"/>
                </a:lnTo>
                <a:lnTo>
                  <a:pt x="73152" y="2088007"/>
                </a:lnTo>
                <a:lnTo>
                  <a:pt x="63195" y="2081657"/>
                </a:lnTo>
                <a:lnTo>
                  <a:pt x="46355" y="2070912"/>
                </a:lnTo>
                <a:lnTo>
                  <a:pt x="1032637" y="527685"/>
                </a:lnTo>
                <a:close/>
              </a:path>
              <a:path w="4801234" h="2131695">
                <a:moveTo>
                  <a:pt x="4800968" y="416052"/>
                </a:moveTo>
                <a:lnTo>
                  <a:pt x="4788268" y="409702"/>
                </a:lnTo>
                <a:lnTo>
                  <a:pt x="4724781" y="377952"/>
                </a:lnTo>
                <a:lnTo>
                  <a:pt x="4724781" y="409702"/>
                </a:lnTo>
                <a:lnTo>
                  <a:pt x="1705356" y="409702"/>
                </a:lnTo>
                <a:lnTo>
                  <a:pt x="1705356" y="422402"/>
                </a:lnTo>
                <a:lnTo>
                  <a:pt x="4724781" y="422402"/>
                </a:lnTo>
                <a:lnTo>
                  <a:pt x="4724781" y="454152"/>
                </a:lnTo>
                <a:lnTo>
                  <a:pt x="4788268" y="422402"/>
                </a:lnTo>
                <a:lnTo>
                  <a:pt x="4800968" y="416052"/>
                </a:lnTo>
                <a:close/>
              </a:path>
              <a:path w="4801234" h="2131695">
                <a:moveTo>
                  <a:pt x="4800968" y="31750"/>
                </a:moveTo>
                <a:lnTo>
                  <a:pt x="1781556" y="31750"/>
                </a:lnTo>
                <a:lnTo>
                  <a:pt x="1781556" y="0"/>
                </a:lnTo>
                <a:lnTo>
                  <a:pt x="1705356" y="38100"/>
                </a:lnTo>
                <a:lnTo>
                  <a:pt x="1781556" y="76200"/>
                </a:lnTo>
                <a:lnTo>
                  <a:pt x="1781556" y="44450"/>
                </a:lnTo>
                <a:lnTo>
                  <a:pt x="4800968" y="44450"/>
                </a:lnTo>
                <a:lnTo>
                  <a:pt x="4800968" y="31750"/>
                </a:lnTo>
                <a:close/>
              </a:path>
            </a:pathLst>
          </a:custGeom>
          <a:solidFill>
            <a:srgbClr val="006FC0"/>
          </a:solidFill>
        </p:spPr>
        <p:txBody>
          <a:bodyPr wrap="square" lIns="0" tIns="0" rIns="0" bIns="0" rtlCol="0"/>
          <a:lstStyle/>
          <a:p>
            <a:endParaRPr/>
          </a:p>
        </p:txBody>
      </p:sp>
      <p:sp>
        <p:nvSpPr>
          <p:cNvPr id="29" name="object 29"/>
          <p:cNvSpPr txBox="1"/>
          <p:nvPr/>
        </p:nvSpPr>
        <p:spPr>
          <a:xfrm>
            <a:off x="4260850" y="1248232"/>
            <a:ext cx="1454150"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2.</a:t>
            </a:r>
            <a:r>
              <a:rPr sz="1200" spc="-20" dirty="0">
                <a:solidFill>
                  <a:srgbClr val="006FC0"/>
                </a:solidFill>
                <a:latin typeface="Calibri"/>
                <a:cs typeface="Calibri"/>
              </a:rPr>
              <a:t> </a:t>
            </a:r>
            <a:r>
              <a:rPr sz="1200" spc="-5" dirty="0">
                <a:solidFill>
                  <a:srgbClr val="006FC0"/>
                </a:solidFill>
                <a:latin typeface="Calibri"/>
                <a:cs typeface="Calibri"/>
              </a:rPr>
              <a:t>Get</a:t>
            </a:r>
            <a:r>
              <a:rPr sz="1200" spc="-10" dirty="0">
                <a:solidFill>
                  <a:srgbClr val="006FC0"/>
                </a:solidFill>
                <a:latin typeface="Calibri"/>
                <a:cs typeface="Calibri"/>
              </a:rPr>
              <a:t> </a:t>
            </a:r>
            <a:r>
              <a:rPr sz="1200" dirty="0">
                <a:solidFill>
                  <a:srgbClr val="006FC0"/>
                </a:solidFill>
                <a:latin typeface="Calibri"/>
                <a:cs typeface="Calibri"/>
              </a:rPr>
              <a:t>New</a:t>
            </a:r>
            <a:r>
              <a:rPr sz="1200" spc="-25" dirty="0">
                <a:solidFill>
                  <a:srgbClr val="006FC0"/>
                </a:solidFill>
                <a:latin typeface="Calibri"/>
                <a:cs typeface="Calibri"/>
              </a:rPr>
              <a:t> </a:t>
            </a:r>
            <a:r>
              <a:rPr sz="1200" spc="-5" dirty="0">
                <a:solidFill>
                  <a:srgbClr val="006FC0"/>
                </a:solidFill>
                <a:latin typeface="Calibri"/>
                <a:cs typeface="Calibri"/>
              </a:rPr>
              <a:t>Application</a:t>
            </a:r>
            <a:endParaRPr sz="1200">
              <a:latin typeface="Calibri"/>
              <a:cs typeface="Calibri"/>
            </a:endParaRPr>
          </a:p>
        </p:txBody>
      </p:sp>
      <p:sp>
        <p:nvSpPr>
          <p:cNvPr id="33" name="object 3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30" name="object 30"/>
          <p:cNvSpPr txBox="1"/>
          <p:nvPr/>
        </p:nvSpPr>
        <p:spPr>
          <a:xfrm>
            <a:off x="4327905" y="1638427"/>
            <a:ext cx="134810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4.</a:t>
            </a:r>
            <a:r>
              <a:rPr sz="1200" spc="-25" dirty="0">
                <a:solidFill>
                  <a:srgbClr val="006FC0"/>
                </a:solidFill>
                <a:latin typeface="Calibri"/>
                <a:cs typeface="Calibri"/>
              </a:rPr>
              <a:t> </a:t>
            </a:r>
            <a:r>
              <a:rPr sz="1200" dirty="0">
                <a:solidFill>
                  <a:srgbClr val="006FC0"/>
                </a:solidFill>
                <a:latin typeface="Calibri"/>
                <a:cs typeface="Calibri"/>
              </a:rPr>
              <a:t>Submit</a:t>
            </a:r>
            <a:r>
              <a:rPr sz="1200" spc="-60" dirty="0">
                <a:solidFill>
                  <a:srgbClr val="006FC0"/>
                </a:solidFill>
                <a:latin typeface="Calibri"/>
                <a:cs typeface="Calibri"/>
              </a:rPr>
              <a:t> </a:t>
            </a:r>
            <a:r>
              <a:rPr sz="1200" spc="-5" dirty="0">
                <a:solidFill>
                  <a:srgbClr val="006FC0"/>
                </a:solidFill>
                <a:latin typeface="Calibri"/>
                <a:cs typeface="Calibri"/>
              </a:rPr>
              <a:t>Application</a:t>
            </a:r>
            <a:endParaRPr sz="1200">
              <a:latin typeface="Calibri"/>
              <a:cs typeface="Calibri"/>
            </a:endParaRPr>
          </a:p>
        </p:txBody>
      </p:sp>
      <p:sp>
        <p:nvSpPr>
          <p:cNvPr id="31" name="object 31"/>
          <p:cNvSpPr txBox="1"/>
          <p:nvPr/>
        </p:nvSpPr>
        <p:spPr>
          <a:xfrm>
            <a:off x="740155" y="1910842"/>
            <a:ext cx="1391920" cy="977265"/>
          </a:xfrm>
          <a:prstGeom prst="rect">
            <a:avLst/>
          </a:prstGeom>
        </p:spPr>
        <p:txBody>
          <a:bodyPr vert="horz" wrap="square" lIns="0" tIns="12700" rIns="0" bIns="0" rtlCol="0">
            <a:spAutoFit/>
          </a:bodyPr>
          <a:lstStyle/>
          <a:p>
            <a:pPr marL="235585">
              <a:lnSpc>
                <a:spcPct val="100000"/>
              </a:lnSpc>
              <a:spcBef>
                <a:spcPts val="100"/>
              </a:spcBef>
            </a:pPr>
            <a:r>
              <a:rPr sz="1200" spc="-5" dirty="0">
                <a:latin typeface="Calibri"/>
                <a:cs typeface="Calibri"/>
              </a:rPr>
              <a:t>Client</a:t>
            </a:r>
            <a:r>
              <a:rPr sz="1200" spc="-50" dirty="0">
                <a:latin typeface="Calibri"/>
                <a:cs typeface="Calibri"/>
              </a:rPr>
              <a:t> </a:t>
            </a:r>
            <a:r>
              <a:rPr sz="1200" dirty="0">
                <a:latin typeface="Calibri"/>
                <a:cs typeface="Calibri"/>
              </a:rPr>
              <a:t>JVM</a:t>
            </a:r>
            <a:endParaRPr sz="1200">
              <a:latin typeface="Calibri"/>
              <a:cs typeface="Calibri"/>
            </a:endParaRPr>
          </a:p>
          <a:p>
            <a:pPr>
              <a:lnSpc>
                <a:spcPct val="100000"/>
              </a:lnSpc>
              <a:spcBef>
                <a:spcPts val="5"/>
              </a:spcBef>
            </a:pPr>
            <a:endParaRPr sz="1100">
              <a:latin typeface="Calibri"/>
              <a:cs typeface="Calibri"/>
            </a:endParaRPr>
          </a:p>
          <a:p>
            <a:pPr marL="156845">
              <a:lnSpc>
                <a:spcPct val="100000"/>
              </a:lnSpc>
            </a:pPr>
            <a:r>
              <a:rPr sz="1200" spc="-5" dirty="0">
                <a:solidFill>
                  <a:srgbClr val="042C41"/>
                </a:solidFill>
                <a:latin typeface="Calibri"/>
                <a:cs typeface="Calibri"/>
              </a:rPr>
              <a:t>Client</a:t>
            </a:r>
            <a:endParaRPr sz="1200">
              <a:latin typeface="Calibri"/>
              <a:cs typeface="Calibri"/>
            </a:endParaRPr>
          </a:p>
          <a:p>
            <a:pPr>
              <a:lnSpc>
                <a:spcPct val="100000"/>
              </a:lnSpc>
              <a:spcBef>
                <a:spcPts val="55"/>
              </a:spcBef>
            </a:pPr>
            <a:endParaRPr sz="1450">
              <a:latin typeface="Calibri"/>
              <a:cs typeface="Calibri"/>
            </a:endParaRPr>
          </a:p>
          <a:p>
            <a:pPr marL="12700">
              <a:lnSpc>
                <a:spcPct val="100000"/>
              </a:lnSpc>
            </a:pPr>
            <a:r>
              <a:rPr sz="1200" dirty="0">
                <a:solidFill>
                  <a:srgbClr val="006FC0"/>
                </a:solidFill>
                <a:latin typeface="Calibri"/>
                <a:cs typeface="Calibri"/>
              </a:rPr>
              <a:t>3.</a:t>
            </a:r>
            <a:r>
              <a:rPr sz="1200" spc="-10" dirty="0">
                <a:solidFill>
                  <a:srgbClr val="006FC0"/>
                </a:solidFill>
                <a:latin typeface="Calibri"/>
                <a:cs typeface="Calibri"/>
              </a:rPr>
              <a:t> </a:t>
            </a:r>
            <a:r>
              <a:rPr sz="1200" spc="-5" dirty="0">
                <a:solidFill>
                  <a:srgbClr val="006FC0"/>
                </a:solidFill>
                <a:latin typeface="Calibri"/>
                <a:cs typeface="Calibri"/>
              </a:rPr>
              <a:t>Copy</a:t>
            </a:r>
            <a:r>
              <a:rPr sz="1200" spc="-40" dirty="0">
                <a:solidFill>
                  <a:srgbClr val="006FC0"/>
                </a:solidFill>
                <a:latin typeface="Calibri"/>
                <a:cs typeface="Calibri"/>
              </a:rPr>
              <a:t> </a:t>
            </a:r>
            <a:r>
              <a:rPr sz="1200" dirty="0">
                <a:solidFill>
                  <a:srgbClr val="006FC0"/>
                </a:solidFill>
                <a:latin typeface="Calibri"/>
                <a:cs typeface="Calibri"/>
              </a:rPr>
              <a:t>Job</a:t>
            </a:r>
            <a:r>
              <a:rPr sz="1200" spc="-5" dirty="0">
                <a:solidFill>
                  <a:srgbClr val="006FC0"/>
                </a:solidFill>
                <a:latin typeface="Calibri"/>
                <a:cs typeface="Calibri"/>
              </a:rPr>
              <a:t> </a:t>
            </a:r>
            <a:r>
              <a:rPr sz="1200" spc="-10" dirty="0">
                <a:solidFill>
                  <a:srgbClr val="006FC0"/>
                </a:solidFill>
                <a:latin typeface="Calibri"/>
                <a:cs typeface="Calibri"/>
              </a:rPr>
              <a:t>Resources</a:t>
            </a:r>
            <a:endParaRPr sz="1200">
              <a:latin typeface="Calibri"/>
              <a:cs typeface="Calibri"/>
            </a:endParaRPr>
          </a:p>
        </p:txBody>
      </p:sp>
      <p:sp>
        <p:nvSpPr>
          <p:cNvPr id="32" name="object 32"/>
          <p:cNvSpPr txBox="1">
            <a:spLocks noGrp="1"/>
          </p:cNvSpPr>
          <p:nvPr>
            <p:ph type="title"/>
          </p:nvPr>
        </p:nvSpPr>
        <p:spPr>
          <a:xfrm>
            <a:off x="471017" y="324053"/>
            <a:ext cx="5534025"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YARN</a:t>
            </a:r>
            <a:r>
              <a:rPr dirty="0">
                <a:solidFill>
                  <a:srgbClr val="095A82"/>
                </a:solidFill>
              </a:rPr>
              <a:t> </a:t>
            </a:r>
            <a:r>
              <a:rPr spc="-5" dirty="0">
                <a:solidFill>
                  <a:srgbClr val="095A82"/>
                </a:solidFill>
              </a:rPr>
              <a:t>MR</a:t>
            </a:r>
            <a:r>
              <a:rPr dirty="0">
                <a:solidFill>
                  <a:srgbClr val="095A82"/>
                </a:solidFill>
              </a:rPr>
              <a:t> </a:t>
            </a:r>
            <a:r>
              <a:rPr spc="-5" dirty="0">
                <a:solidFill>
                  <a:srgbClr val="095A82"/>
                </a:solidFill>
              </a:rPr>
              <a:t>Application</a:t>
            </a:r>
            <a:r>
              <a:rPr dirty="0">
                <a:solidFill>
                  <a:srgbClr val="095A82"/>
                </a:solidFill>
              </a:rPr>
              <a:t> </a:t>
            </a:r>
            <a:r>
              <a:rPr spc="-5" dirty="0">
                <a:solidFill>
                  <a:srgbClr val="095A82"/>
                </a:solidFill>
              </a:rPr>
              <a:t>Execution</a:t>
            </a:r>
            <a:r>
              <a:rPr spc="-15" dirty="0">
                <a:solidFill>
                  <a:srgbClr val="095A82"/>
                </a:solidFill>
              </a:rPr>
              <a:t> </a:t>
            </a:r>
            <a:r>
              <a:rPr spc="-5" dirty="0">
                <a:solidFill>
                  <a:srgbClr val="095A82"/>
                </a:solidFill>
              </a:rPr>
              <a:t>Flow</a:t>
            </a:r>
          </a:p>
        </p:txBody>
      </p:sp>
      <p:sp>
        <p:nvSpPr>
          <p:cNvPr id="34" name="object 3">
            <a:extLst>
              <a:ext uri="{FF2B5EF4-FFF2-40B4-BE49-F238E27FC236}">
                <a16:creationId xmlns:a16="http://schemas.microsoft.com/office/drawing/2014/main" id="{3A0ECFA7-6CAB-48AE-6744-3CF1FE56A1CB}"/>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35" name="Rectangle 34">
            <a:extLst>
              <a:ext uri="{FF2B5EF4-FFF2-40B4-BE49-F238E27FC236}">
                <a16:creationId xmlns:a16="http://schemas.microsoft.com/office/drawing/2014/main" id="{FF88A223-D4C7-8376-248F-A151D40107C4}"/>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267012629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grpSp>
        <p:nvGrpSpPr>
          <p:cNvPr id="3" name="object 3"/>
          <p:cNvGrpSpPr/>
          <p:nvPr/>
        </p:nvGrpSpPr>
        <p:grpSpPr>
          <a:xfrm>
            <a:off x="888474" y="978408"/>
            <a:ext cx="7295515" cy="3698875"/>
            <a:chOff x="888474" y="978408"/>
            <a:chExt cx="7295515" cy="3698875"/>
          </a:xfrm>
        </p:grpSpPr>
        <p:pic>
          <p:nvPicPr>
            <p:cNvPr id="4" name="object 4"/>
            <p:cNvPicPr/>
            <p:nvPr/>
          </p:nvPicPr>
          <p:blipFill>
            <a:blip r:embed="rId2" cstate="print"/>
            <a:stretch>
              <a:fillRect/>
            </a:stretch>
          </p:blipFill>
          <p:spPr>
            <a:xfrm>
              <a:off x="4642084" y="2566390"/>
              <a:ext cx="2837726" cy="2110759"/>
            </a:xfrm>
            <a:prstGeom prst="rect">
              <a:avLst/>
            </a:prstGeom>
          </p:spPr>
        </p:pic>
        <p:sp>
          <p:nvSpPr>
            <p:cNvPr id="5" name="object 5"/>
            <p:cNvSpPr/>
            <p:nvPr/>
          </p:nvSpPr>
          <p:spPr>
            <a:xfrm>
              <a:off x="4686299" y="2563368"/>
              <a:ext cx="2753995" cy="2036445"/>
            </a:xfrm>
            <a:custGeom>
              <a:avLst/>
              <a:gdLst/>
              <a:ahLst/>
              <a:cxnLst/>
              <a:rect l="l" t="t" r="r" b="b"/>
              <a:pathLst>
                <a:path w="2753995" h="2036445">
                  <a:moveTo>
                    <a:pt x="2753868" y="0"/>
                  </a:moveTo>
                  <a:lnTo>
                    <a:pt x="339344" y="0"/>
                  </a:lnTo>
                  <a:lnTo>
                    <a:pt x="293289" y="3097"/>
                  </a:lnTo>
                  <a:lnTo>
                    <a:pt x="249119" y="12119"/>
                  </a:lnTo>
                  <a:lnTo>
                    <a:pt x="207240" y="26662"/>
                  </a:lnTo>
                  <a:lnTo>
                    <a:pt x="168053" y="46322"/>
                  </a:lnTo>
                  <a:lnTo>
                    <a:pt x="131965" y="70695"/>
                  </a:lnTo>
                  <a:lnTo>
                    <a:pt x="99377" y="99377"/>
                  </a:lnTo>
                  <a:lnTo>
                    <a:pt x="70695" y="131965"/>
                  </a:lnTo>
                  <a:lnTo>
                    <a:pt x="46322" y="168053"/>
                  </a:lnTo>
                  <a:lnTo>
                    <a:pt x="26662" y="207240"/>
                  </a:lnTo>
                  <a:lnTo>
                    <a:pt x="12119" y="249119"/>
                  </a:lnTo>
                  <a:lnTo>
                    <a:pt x="3097" y="293289"/>
                  </a:lnTo>
                  <a:lnTo>
                    <a:pt x="0" y="339344"/>
                  </a:lnTo>
                  <a:lnTo>
                    <a:pt x="0" y="2036064"/>
                  </a:lnTo>
                  <a:lnTo>
                    <a:pt x="2414524" y="2036064"/>
                  </a:lnTo>
                  <a:lnTo>
                    <a:pt x="2460578" y="2032966"/>
                  </a:lnTo>
                  <a:lnTo>
                    <a:pt x="2504748" y="2023942"/>
                  </a:lnTo>
                  <a:lnTo>
                    <a:pt x="2546627" y="2009396"/>
                  </a:lnTo>
                  <a:lnTo>
                    <a:pt x="2585814" y="1989732"/>
                  </a:lnTo>
                  <a:lnTo>
                    <a:pt x="2621902" y="1965356"/>
                  </a:lnTo>
                  <a:lnTo>
                    <a:pt x="2654490" y="1936670"/>
                  </a:lnTo>
                  <a:lnTo>
                    <a:pt x="2683172" y="1904080"/>
                  </a:lnTo>
                  <a:lnTo>
                    <a:pt x="2707545" y="1867989"/>
                  </a:lnTo>
                  <a:lnTo>
                    <a:pt x="2727205" y="1828802"/>
                  </a:lnTo>
                  <a:lnTo>
                    <a:pt x="2741748" y="1786923"/>
                  </a:lnTo>
                  <a:lnTo>
                    <a:pt x="2750770" y="1742757"/>
                  </a:lnTo>
                  <a:lnTo>
                    <a:pt x="2753868" y="1696707"/>
                  </a:lnTo>
                  <a:lnTo>
                    <a:pt x="2753868" y="0"/>
                  </a:lnTo>
                  <a:close/>
                </a:path>
              </a:pathLst>
            </a:custGeom>
            <a:solidFill>
              <a:srgbClr val="D6E2BA"/>
            </a:solidFill>
          </p:spPr>
          <p:txBody>
            <a:bodyPr wrap="square" lIns="0" tIns="0" rIns="0" bIns="0" rtlCol="0"/>
            <a:lstStyle/>
            <a:p>
              <a:endParaRPr/>
            </a:p>
          </p:txBody>
        </p:sp>
        <p:pic>
          <p:nvPicPr>
            <p:cNvPr id="6" name="object 6"/>
            <p:cNvPicPr/>
            <p:nvPr/>
          </p:nvPicPr>
          <p:blipFill>
            <a:blip r:embed="rId3" cstate="print"/>
            <a:stretch>
              <a:fillRect/>
            </a:stretch>
          </p:blipFill>
          <p:spPr>
            <a:xfrm>
              <a:off x="6470871" y="981353"/>
              <a:ext cx="1713040" cy="1318414"/>
            </a:xfrm>
            <a:prstGeom prst="rect">
              <a:avLst/>
            </a:prstGeom>
          </p:spPr>
        </p:pic>
        <p:sp>
          <p:nvSpPr>
            <p:cNvPr id="7" name="object 7"/>
            <p:cNvSpPr/>
            <p:nvPr/>
          </p:nvSpPr>
          <p:spPr>
            <a:xfrm>
              <a:off x="6515099" y="978408"/>
              <a:ext cx="1629410" cy="1243965"/>
            </a:xfrm>
            <a:custGeom>
              <a:avLst/>
              <a:gdLst/>
              <a:ahLst/>
              <a:cxnLst/>
              <a:rect l="l" t="t" r="r" b="b"/>
              <a:pathLst>
                <a:path w="1629409" h="1243964">
                  <a:moveTo>
                    <a:pt x="1629155" y="0"/>
                  </a:moveTo>
                  <a:lnTo>
                    <a:pt x="207264" y="0"/>
                  </a:lnTo>
                  <a:lnTo>
                    <a:pt x="159753" y="5476"/>
                  </a:lnTo>
                  <a:lnTo>
                    <a:pt x="116132" y="21073"/>
                  </a:lnTo>
                  <a:lnTo>
                    <a:pt x="77648" y="45546"/>
                  </a:lnTo>
                  <a:lnTo>
                    <a:pt x="45546" y="77648"/>
                  </a:lnTo>
                  <a:lnTo>
                    <a:pt x="21073" y="116132"/>
                  </a:lnTo>
                  <a:lnTo>
                    <a:pt x="5476" y="159753"/>
                  </a:lnTo>
                  <a:lnTo>
                    <a:pt x="0" y="207263"/>
                  </a:lnTo>
                  <a:lnTo>
                    <a:pt x="0" y="1243583"/>
                  </a:lnTo>
                  <a:lnTo>
                    <a:pt x="1421892" y="1243583"/>
                  </a:lnTo>
                  <a:lnTo>
                    <a:pt x="1469402" y="1238107"/>
                  </a:lnTo>
                  <a:lnTo>
                    <a:pt x="1513023" y="1222510"/>
                  </a:lnTo>
                  <a:lnTo>
                    <a:pt x="1551507" y="1198037"/>
                  </a:lnTo>
                  <a:lnTo>
                    <a:pt x="1583609" y="1165935"/>
                  </a:lnTo>
                  <a:lnTo>
                    <a:pt x="1608082" y="1127451"/>
                  </a:lnTo>
                  <a:lnTo>
                    <a:pt x="1623679" y="1083830"/>
                  </a:lnTo>
                  <a:lnTo>
                    <a:pt x="1629155" y="1036319"/>
                  </a:lnTo>
                  <a:lnTo>
                    <a:pt x="1629155" y="0"/>
                  </a:lnTo>
                  <a:close/>
                </a:path>
              </a:pathLst>
            </a:custGeom>
            <a:solidFill>
              <a:srgbClr val="D6E2BA"/>
            </a:solidFill>
          </p:spPr>
          <p:txBody>
            <a:bodyPr wrap="square" lIns="0" tIns="0" rIns="0" bIns="0" rtlCol="0"/>
            <a:lstStyle/>
            <a:p>
              <a:endParaRPr/>
            </a:p>
          </p:txBody>
        </p:sp>
        <p:pic>
          <p:nvPicPr>
            <p:cNvPr id="8" name="object 8"/>
            <p:cNvPicPr/>
            <p:nvPr/>
          </p:nvPicPr>
          <p:blipFill>
            <a:blip r:embed="rId4" cstate="print"/>
            <a:stretch>
              <a:fillRect/>
            </a:stretch>
          </p:blipFill>
          <p:spPr>
            <a:xfrm>
              <a:off x="888474" y="1036283"/>
              <a:ext cx="3130331" cy="1487479"/>
            </a:xfrm>
            <a:prstGeom prst="rect">
              <a:avLst/>
            </a:prstGeom>
          </p:spPr>
        </p:pic>
        <p:sp>
          <p:nvSpPr>
            <p:cNvPr id="9" name="object 9"/>
            <p:cNvSpPr/>
            <p:nvPr/>
          </p:nvSpPr>
          <p:spPr>
            <a:xfrm>
              <a:off x="932688" y="1033272"/>
              <a:ext cx="3046730" cy="1412875"/>
            </a:xfrm>
            <a:custGeom>
              <a:avLst/>
              <a:gdLst/>
              <a:ahLst/>
              <a:cxnLst/>
              <a:rect l="l" t="t" r="r" b="b"/>
              <a:pathLst>
                <a:path w="3046729" h="1412875">
                  <a:moveTo>
                    <a:pt x="3046476" y="0"/>
                  </a:moveTo>
                  <a:lnTo>
                    <a:pt x="235458" y="0"/>
                  </a:lnTo>
                  <a:lnTo>
                    <a:pt x="188006" y="4783"/>
                  </a:lnTo>
                  <a:lnTo>
                    <a:pt x="143809" y="18502"/>
                  </a:lnTo>
                  <a:lnTo>
                    <a:pt x="103813" y="40210"/>
                  </a:lnTo>
                  <a:lnTo>
                    <a:pt x="68965" y="68960"/>
                  </a:lnTo>
                  <a:lnTo>
                    <a:pt x="40213" y="103807"/>
                  </a:lnTo>
                  <a:lnTo>
                    <a:pt x="18504" y="143803"/>
                  </a:lnTo>
                  <a:lnTo>
                    <a:pt x="4783" y="188002"/>
                  </a:lnTo>
                  <a:lnTo>
                    <a:pt x="0" y="235457"/>
                  </a:lnTo>
                  <a:lnTo>
                    <a:pt x="0" y="1412747"/>
                  </a:lnTo>
                  <a:lnTo>
                    <a:pt x="2811017" y="1412747"/>
                  </a:lnTo>
                  <a:lnTo>
                    <a:pt x="2858473" y="1407964"/>
                  </a:lnTo>
                  <a:lnTo>
                    <a:pt x="2902672" y="1394245"/>
                  </a:lnTo>
                  <a:lnTo>
                    <a:pt x="2942668" y="1372537"/>
                  </a:lnTo>
                  <a:lnTo>
                    <a:pt x="2977515" y="1343787"/>
                  </a:lnTo>
                  <a:lnTo>
                    <a:pt x="3006265" y="1308940"/>
                  </a:lnTo>
                  <a:lnTo>
                    <a:pt x="3027973" y="1268944"/>
                  </a:lnTo>
                  <a:lnTo>
                    <a:pt x="3041692" y="1224745"/>
                  </a:lnTo>
                  <a:lnTo>
                    <a:pt x="3046476" y="1177289"/>
                  </a:lnTo>
                  <a:lnTo>
                    <a:pt x="3046476" y="0"/>
                  </a:lnTo>
                  <a:close/>
                </a:path>
              </a:pathLst>
            </a:custGeom>
            <a:solidFill>
              <a:srgbClr val="D6E2BA"/>
            </a:solidFill>
          </p:spPr>
          <p:txBody>
            <a:bodyPr wrap="square" lIns="0" tIns="0" rIns="0" bIns="0" rtlCol="0"/>
            <a:lstStyle/>
            <a:p>
              <a:endParaRPr/>
            </a:p>
          </p:txBody>
        </p:sp>
        <p:pic>
          <p:nvPicPr>
            <p:cNvPr id="10" name="object 10"/>
            <p:cNvPicPr/>
            <p:nvPr/>
          </p:nvPicPr>
          <p:blipFill>
            <a:blip r:embed="rId5" cstate="print"/>
            <a:stretch>
              <a:fillRect/>
            </a:stretch>
          </p:blipFill>
          <p:spPr>
            <a:xfrm>
              <a:off x="1604710" y="3403075"/>
              <a:ext cx="881007" cy="812313"/>
            </a:xfrm>
            <a:prstGeom prst="rect">
              <a:avLst/>
            </a:prstGeom>
          </p:spPr>
        </p:pic>
        <p:sp>
          <p:nvSpPr>
            <p:cNvPr id="11" name="object 11"/>
            <p:cNvSpPr/>
            <p:nvPr/>
          </p:nvSpPr>
          <p:spPr>
            <a:xfrm>
              <a:off x="1641348" y="3419856"/>
              <a:ext cx="812800" cy="744220"/>
            </a:xfrm>
            <a:custGeom>
              <a:avLst/>
              <a:gdLst/>
              <a:ahLst/>
              <a:cxnLst/>
              <a:rect l="l" t="t" r="r" b="b"/>
              <a:pathLst>
                <a:path w="812800" h="744220">
                  <a:moveTo>
                    <a:pt x="406145" y="0"/>
                  </a:moveTo>
                  <a:lnTo>
                    <a:pt x="340273" y="1622"/>
                  </a:lnTo>
                  <a:lnTo>
                    <a:pt x="277782" y="6319"/>
                  </a:lnTo>
                  <a:lnTo>
                    <a:pt x="219510" y="13836"/>
                  </a:lnTo>
                  <a:lnTo>
                    <a:pt x="166292" y="23916"/>
                  </a:lnTo>
                  <a:lnTo>
                    <a:pt x="118967" y="36306"/>
                  </a:lnTo>
                  <a:lnTo>
                    <a:pt x="78370" y="50749"/>
                  </a:lnTo>
                  <a:lnTo>
                    <a:pt x="20708" y="84775"/>
                  </a:lnTo>
                  <a:lnTo>
                    <a:pt x="0" y="123952"/>
                  </a:lnTo>
                  <a:lnTo>
                    <a:pt x="0" y="619760"/>
                  </a:lnTo>
                  <a:lnTo>
                    <a:pt x="20708" y="658936"/>
                  </a:lnTo>
                  <a:lnTo>
                    <a:pt x="78370" y="692962"/>
                  </a:lnTo>
                  <a:lnTo>
                    <a:pt x="118967" y="707405"/>
                  </a:lnTo>
                  <a:lnTo>
                    <a:pt x="166292" y="719795"/>
                  </a:lnTo>
                  <a:lnTo>
                    <a:pt x="219510" y="729875"/>
                  </a:lnTo>
                  <a:lnTo>
                    <a:pt x="277782" y="737392"/>
                  </a:lnTo>
                  <a:lnTo>
                    <a:pt x="340273" y="742089"/>
                  </a:lnTo>
                  <a:lnTo>
                    <a:pt x="406145" y="743712"/>
                  </a:lnTo>
                  <a:lnTo>
                    <a:pt x="472018" y="742089"/>
                  </a:lnTo>
                  <a:lnTo>
                    <a:pt x="534509" y="737392"/>
                  </a:lnTo>
                  <a:lnTo>
                    <a:pt x="592781" y="729875"/>
                  </a:lnTo>
                  <a:lnTo>
                    <a:pt x="645999" y="719795"/>
                  </a:lnTo>
                  <a:lnTo>
                    <a:pt x="693324" y="707405"/>
                  </a:lnTo>
                  <a:lnTo>
                    <a:pt x="733921" y="692962"/>
                  </a:lnTo>
                  <a:lnTo>
                    <a:pt x="791583" y="658936"/>
                  </a:lnTo>
                  <a:lnTo>
                    <a:pt x="812291" y="619760"/>
                  </a:lnTo>
                  <a:lnTo>
                    <a:pt x="812291" y="123952"/>
                  </a:lnTo>
                  <a:lnTo>
                    <a:pt x="791583" y="84775"/>
                  </a:lnTo>
                  <a:lnTo>
                    <a:pt x="733921" y="50749"/>
                  </a:lnTo>
                  <a:lnTo>
                    <a:pt x="693324" y="36306"/>
                  </a:lnTo>
                  <a:lnTo>
                    <a:pt x="645999" y="23916"/>
                  </a:lnTo>
                  <a:lnTo>
                    <a:pt x="592781" y="13836"/>
                  </a:lnTo>
                  <a:lnTo>
                    <a:pt x="534509" y="6319"/>
                  </a:lnTo>
                  <a:lnTo>
                    <a:pt x="472018" y="1622"/>
                  </a:lnTo>
                  <a:lnTo>
                    <a:pt x="406145" y="0"/>
                  </a:lnTo>
                  <a:close/>
                </a:path>
              </a:pathLst>
            </a:custGeom>
            <a:solidFill>
              <a:srgbClr val="0D80B8"/>
            </a:solidFill>
          </p:spPr>
          <p:txBody>
            <a:bodyPr wrap="square" lIns="0" tIns="0" rIns="0" bIns="0" rtlCol="0"/>
            <a:lstStyle/>
            <a:p>
              <a:endParaRPr/>
            </a:p>
          </p:txBody>
        </p:sp>
        <p:sp>
          <p:nvSpPr>
            <p:cNvPr id="12" name="object 12"/>
            <p:cNvSpPr/>
            <p:nvPr/>
          </p:nvSpPr>
          <p:spPr>
            <a:xfrm>
              <a:off x="1641348" y="3419856"/>
              <a:ext cx="812800" cy="744220"/>
            </a:xfrm>
            <a:custGeom>
              <a:avLst/>
              <a:gdLst/>
              <a:ahLst/>
              <a:cxnLst/>
              <a:rect l="l" t="t" r="r" b="b"/>
              <a:pathLst>
                <a:path w="812800" h="744220">
                  <a:moveTo>
                    <a:pt x="812291" y="123952"/>
                  </a:moveTo>
                  <a:lnTo>
                    <a:pt x="791583" y="163128"/>
                  </a:lnTo>
                  <a:lnTo>
                    <a:pt x="733921" y="197154"/>
                  </a:lnTo>
                  <a:lnTo>
                    <a:pt x="693324" y="211597"/>
                  </a:lnTo>
                  <a:lnTo>
                    <a:pt x="645999" y="223987"/>
                  </a:lnTo>
                  <a:lnTo>
                    <a:pt x="592781" y="234067"/>
                  </a:lnTo>
                  <a:lnTo>
                    <a:pt x="534509" y="241584"/>
                  </a:lnTo>
                  <a:lnTo>
                    <a:pt x="472018" y="246281"/>
                  </a:lnTo>
                  <a:lnTo>
                    <a:pt x="406145" y="247904"/>
                  </a:lnTo>
                  <a:lnTo>
                    <a:pt x="340273" y="246281"/>
                  </a:lnTo>
                  <a:lnTo>
                    <a:pt x="277782" y="241584"/>
                  </a:lnTo>
                  <a:lnTo>
                    <a:pt x="219510" y="234067"/>
                  </a:lnTo>
                  <a:lnTo>
                    <a:pt x="166292" y="223987"/>
                  </a:lnTo>
                  <a:lnTo>
                    <a:pt x="118967" y="211597"/>
                  </a:lnTo>
                  <a:lnTo>
                    <a:pt x="78370" y="197154"/>
                  </a:lnTo>
                  <a:lnTo>
                    <a:pt x="20708" y="163128"/>
                  </a:lnTo>
                  <a:lnTo>
                    <a:pt x="5316" y="144056"/>
                  </a:lnTo>
                  <a:lnTo>
                    <a:pt x="0" y="123952"/>
                  </a:lnTo>
                </a:path>
                <a:path w="812800" h="744220">
                  <a:moveTo>
                    <a:pt x="0" y="123952"/>
                  </a:moveTo>
                  <a:lnTo>
                    <a:pt x="20708" y="84775"/>
                  </a:lnTo>
                  <a:lnTo>
                    <a:pt x="78370" y="50749"/>
                  </a:lnTo>
                  <a:lnTo>
                    <a:pt x="118967" y="36306"/>
                  </a:lnTo>
                  <a:lnTo>
                    <a:pt x="166292" y="23916"/>
                  </a:lnTo>
                  <a:lnTo>
                    <a:pt x="219510" y="13836"/>
                  </a:lnTo>
                  <a:lnTo>
                    <a:pt x="277782" y="6319"/>
                  </a:lnTo>
                  <a:lnTo>
                    <a:pt x="340273" y="1622"/>
                  </a:lnTo>
                  <a:lnTo>
                    <a:pt x="406145" y="0"/>
                  </a:lnTo>
                  <a:lnTo>
                    <a:pt x="472018" y="1622"/>
                  </a:lnTo>
                  <a:lnTo>
                    <a:pt x="534509" y="6319"/>
                  </a:lnTo>
                  <a:lnTo>
                    <a:pt x="592781" y="13836"/>
                  </a:lnTo>
                  <a:lnTo>
                    <a:pt x="645999" y="23916"/>
                  </a:lnTo>
                  <a:lnTo>
                    <a:pt x="693324" y="36306"/>
                  </a:lnTo>
                  <a:lnTo>
                    <a:pt x="733921" y="50749"/>
                  </a:lnTo>
                  <a:lnTo>
                    <a:pt x="791583" y="84775"/>
                  </a:lnTo>
                  <a:lnTo>
                    <a:pt x="812291" y="123952"/>
                  </a:lnTo>
                  <a:lnTo>
                    <a:pt x="812291" y="619760"/>
                  </a:lnTo>
                  <a:lnTo>
                    <a:pt x="791583" y="658936"/>
                  </a:lnTo>
                  <a:lnTo>
                    <a:pt x="733921" y="692962"/>
                  </a:lnTo>
                  <a:lnTo>
                    <a:pt x="693324" y="707405"/>
                  </a:lnTo>
                  <a:lnTo>
                    <a:pt x="645999" y="719795"/>
                  </a:lnTo>
                  <a:lnTo>
                    <a:pt x="592781" y="729875"/>
                  </a:lnTo>
                  <a:lnTo>
                    <a:pt x="534509" y="737392"/>
                  </a:lnTo>
                  <a:lnTo>
                    <a:pt x="472018" y="742089"/>
                  </a:lnTo>
                  <a:lnTo>
                    <a:pt x="406145" y="743712"/>
                  </a:lnTo>
                  <a:lnTo>
                    <a:pt x="340273" y="742089"/>
                  </a:lnTo>
                  <a:lnTo>
                    <a:pt x="277782" y="737392"/>
                  </a:lnTo>
                  <a:lnTo>
                    <a:pt x="219510" y="729875"/>
                  </a:lnTo>
                  <a:lnTo>
                    <a:pt x="166292" y="719795"/>
                  </a:lnTo>
                  <a:lnTo>
                    <a:pt x="118967" y="707405"/>
                  </a:lnTo>
                  <a:lnTo>
                    <a:pt x="78370" y="692962"/>
                  </a:lnTo>
                  <a:lnTo>
                    <a:pt x="20708" y="658936"/>
                  </a:lnTo>
                  <a:lnTo>
                    <a:pt x="0" y="619760"/>
                  </a:lnTo>
                  <a:lnTo>
                    <a:pt x="0" y="123952"/>
                  </a:lnTo>
                  <a:close/>
                </a:path>
              </a:pathLst>
            </a:custGeom>
            <a:ln w="6096">
              <a:solidFill>
                <a:srgbClr val="FFFFFF"/>
              </a:solidFill>
            </a:ln>
          </p:spPr>
          <p:txBody>
            <a:bodyPr wrap="square" lIns="0" tIns="0" rIns="0" bIns="0" rtlCol="0"/>
            <a:lstStyle/>
            <a:p>
              <a:endParaRPr/>
            </a:p>
          </p:txBody>
        </p:sp>
      </p:grpSp>
      <p:sp>
        <p:nvSpPr>
          <p:cNvPr id="13" name="object 13"/>
          <p:cNvSpPr txBox="1"/>
          <p:nvPr/>
        </p:nvSpPr>
        <p:spPr>
          <a:xfrm>
            <a:off x="1871217" y="3741521"/>
            <a:ext cx="35306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H</a:t>
            </a:r>
            <a:r>
              <a:rPr sz="1200" dirty="0">
                <a:solidFill>
                  <a:srgbClr val="FFFFFF"/>
                </a:solidFill>
                <a:latin typeface="Calibri"/>
                <a:cs typeface="Calibri"/>
              </a:rPr>
              <a:t>D</a:t>
            </a:r>
            <a:r>
              <a:rPr sz="1200" spc="-15" dirty="0">
                <a:solidFill>
                  <a:srgbClr val="FFFFFF"/>
                </a:solidFill>
                <a:latin typeface="Calibri"/>
                <a:cs typeface="Calibri"/>
              </a:rPr>
              <a:t>F</a:t>
            </a:r>
            <a:r>
              <a:rPr sz="1200" dirty="0">
                <a:solidFill>
                  <a:srgbClr val="FFFFFF"/>
                </a:solidFill>
                <a:latin typeface="Calibri"/>
                <a:cs typeface="Calibri"/>
              </a:rPr>
              <a:t>S</a:t>
            </a:r>
            <a:endParaRPr sz="1200">
              <a:latin typeface="Calibri"/>
              <a:cs typeface="Calibri"/>
            </a:endParaRPr>
          </a:p>
        </p:txBody>
      </p:sp>
      <p:grpSp>
        <p:nvGrpSpPr>
          <p:cNvPr id="14" name="object 14"/>
          <p:cNvGrpSpPr/>
          <p:nvPr/>
        </p:nvGrpSpPr>
        <p:grpSpPr>
          <a:xfrm>
            <a:off x="1313497" y="1331785"/>
            <a:ext cx="2432685" cy="815975"/>
            <a:chOff x="1313497" y="1331785"/>
            <a:chExt cx="2432685" cy="815975"/>
          </a:xfrm>
        </p:grpSpPr>
        <p:sp>
          <p:nvSpPr>
            <p:cNvPr id="15" name="object 15"/>
            <p:cNvSpPr/>
            <p:nvPr/>
          </p:nvSpPr>
          <p:spPr>
            <a:xfrm>
              <a:off x="1318260" y="1336547"/>
              <a:ext cx="2423160" cy="806450"/>
            </a:xfrm>
            <a:custGeom>
              <a:avLst/>
              <a:gdLst/>
              <a:ahLst/>
              <a:cxnLst/>
              <a:rect l="l" t="t" r="r" b="b"/>
              <a:pathLst>
                <a:path w="2423160" h="806450">
                  <a:moveTo>
                    <a:pt x="0" y="134365"/>
                  </a:moveTo>
                  <a:lnTo>
                    <a:pt x="6853" y="91911"/>
                  </a:lnTo>
                  <a:lnTo>
                    <a:pt x="25936" y="55028"/>
                  </a:lnTo>
                  <a:lnTo>
                    <a:pt x="55028" y="25936"/>
                  </a:lnTo>
                  <a:lnTo>
                    <a:pt x="91911" y="6853"/>
                  </a:lnTo>
                  <a:lnTo>
                    <a:pt x="134365" y="0"/>
                  </a:lnTo>
                  <a:lnTo>
                    <a:pt x="2288793" y="0"/>
                  </a:lnTo>
                  <a:lnTo>
                    <a:pt x="2331248" y="6853"/>
                  </a:lnTo>
                  <a:lnTo>
                    <a:pt x="2368131" y="25936"/>
                  </a:lnTo>
                  <a:lnTo>
                    <a:pt x="2397223" y="55028"/>
                  </a:lnTo>
                  <a:lnTo>
                    <a:pt x="2416306" y="91911"/>
                  </a:lnTo>
                  <a:lnTo>
                    <a:pt x="2423160" y="134365"/>
                  </a:lnTo>
                  <a:lnTo>
                    <a:pt x="2423160" y="671829"/>
                  </a:lnTo>
                  <a:lnTo>
                    <a:pt x="2416306" y="714284"/>
                  </a:lnTo>
                  <a:lnTo>
                    <a:pt x="2397223" y="751167"/>
                  </a:lnTo>
                  <a:lnTo>
                    <a:pt x="2368131" y="780259"/>
                  </a:lnTo>
                  <a:lnTo>
                    <a:pt x="2331248" y="799342"/>
                  </a:lnTo>
                  <a:lnTo>
                    <a:pt x="2288793" y="806195"/>
                  </a:lnTo>
                  <a:lnTo>
                    <a:pt x="134365" y="806195"/>
                  </a:lnTo>
                  <a:lnTo>
                    <a:pt x="91911" y="799342"/>
                  </a:lnTo>
                  <a:lnTo>
                    <a:pt x="55028" y="780259"/>
                  </a:lnTo>
                  <a:lnTo>
                    <a:pt x="25936" y="751167"/>
                  </a:lnTo>
                  <a:lnTo>
                    <a:pt x="6853" y="714284"/>
                  </a:lnTo>
                  <a:lnTo>
                    <a:pt x="0" y="671829"/>
                  </a:lnTo>
                  <a:lnTo>
                    <a:pt x="0" y="134365"/>
                  </a:lnTo>
                  <a:close/>
                </a:path>
              </a:pathLst>
            </a:custGeom>
            <a:ln w="9144">
              <a:solidFill>
                <a:srgbClr val="5F5F5F"/>
              </a:solidFill>
            </a:ln>
          </p:spPr>
          <p:txBody>
            <a:bodyPr wrap="square" lIns="0" tIns="0" rIns="0" bIns="0" rtlCol="0"/>
            <a:lstStyle/>
            <a:p>
              <a:endParaRPr/>
            </a:p>
          </p:txBody>
        </p:sp>
        <p:sp>
          <p:nvSpPr>
            <p:cNvPr id="16" name="object 16"/>
            <p:cNvSpPr/>
            <p:nvPr/>
          </p:nvSpPr>
          <p:spPr>
            <a:xfrm>
              <a:off x="1376172" y="1580387"/>
              <a:ext cx="969644" cy="300355"/>
            </a:xfrm>
            <a:custGeom>
              <a:avLst/>
              <a:gdLst/>
              <a:ahLst/>
              <a:cxnLst/>
              <a:rect l="l" t="t" r="r" b="b"/>
              <a:pathLst>
                <a:path w="969644" h="300355">
                  <a:moveTo>
                    <a:pt x="919226" y="0"/>
                  </a:moveTo>
                  <a:lnTo>
                    <a:pt x="50037" y="0"/>
                  </a:lnTo>
                  <a:lnTo>
                    <a:pt x="30539" y="3925"/>
                  </a:lnTo>
                  <a:lnTo>
                    <a:pt x="14636" y="14636"/>
                  </a:lnTo>
                  <a:lnTo>
                    <a:pt x="3925" y="30539"/>
                  </a:lnTo>
                  <a:lnTo>
                    <a:pt x="0" y="50037"/>
                  </a:lnTo>
                  <a:lnTo>
                    <a:pt x="0" y="250189"/>
                  </a:lnTo>
                  <a:lnTo>
                    <a:pt x="3925" y="269688"/>
                  </a:lnTo>
                  <a:lnTo>
                    <a:pt x="14636" y="285591"/>
                  </a:lnTo>
                  <a:lnTo>
                    <a:pt x="30539" y="296302"/>
                  </a:lnTo>
                  <a:lnTo>
                    <a:pt x="50037" y="300227"/>
                  </a:lnTo>
                  <a:lnTo>
                    <a:pt x="919226" y="300227"/>
                  </a:lnTo>
                  <a:lnTo>
                    <a:pt x="938724" y="296302"/>
                  </a:lnTo>
                  <a:lnTo>
                    <a:pt x="954627" y="285591"/>
                  </a:lnTo>
                  <a:lnTo>
                    <a:pt x="965338" y="269688"/>
                  </a:lnTo>
                  <a:lnTo>
                    <a:pt x="969264" y="250189"/>
                  </a:lnTo>
                  <a:lnTo>
                    <a:pt x="969264" y="50037"/>
                  </a:lnTo>
                  <a:lnTo>
                    <a:pt x="965338" y="30539"/>
                  </a:lnTo>
                  <a:lnTo>
                    <a:pt x="954627" y="14636"/>
                  </a:lnTo>
                  <a:lnTo>
                    <a:pt x="938724" y="3925"/>
                  </a:lnTo>
                  <a:lnTo>
                    <a:pt x="919226" y="0"/>
                  </a:lnTo>
                  <a:close/>
                </a:path>
              </a:pathLst>
            </a:custGeom>
            <a:solidFill>
              <a:srgbClr val="0D80B8"/>
            </a:solidFill>
          </p:spPr>
          <p:txBody>
            <a:bodyPr wrap="square" lIns="0" tIns="0" rIns="0" bIns="0" rtlCol="0"/>
            <a:lstStyle/>
            <a:p>
              <a:endParaRPr/>
            </a:p>
          </p:txBody>
        </p:sp>
      </p:grpSp>
      <p:sp>
        <p:nvSpPr>
          <p:cNvPr id="17" name="object 17"/>
          <p:cNvSpPr txBox="1"/>
          <p:nvPr/>
        </p:nvSpPr>
        <p:spPr>
          <a:xfrm>
            <a:off x="1496694" y="1617979"/>
            <a:ext cx="72707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Application</a:t>
            </a:r>
            <a:endParaRPr sz="1200">
              <a:latin typeface="Calibri"/>
              <a:cs typeface="Calibri"/>
            </a:endParaRPr>
          </a:p>
        </p:txBody>
      </p:sp>
      <p:grpSp>
        <p:nvGrpSpPr>
          <p:cNvPr id="18" name="object 18"/>
          <p:cNvGrpSpPr/>
          <p:nvPr/>
        </p:nvGrpSpPr>
        <p:grpSpPr>
          <a:xfrm>
            <a:off x="2538983" y="1383791"/>
            <a:ext cx="1222375" cy="654050"/>
            <a:chOff x="2538983" y="1383791"/>
            <a:chExt cx="1222375" cy="654050"/>
          </a:xfrm>
        </p:grpSpPr>
        <p:pic>
          <p:nvPicPr>
            <p:cNvPr id="19" name="object 19"/>
            <p:cNvPicPr/>
            <p:nvPr/>
          </p:nvPicPr>
          <p:blipFill>
            <a:blip r:embed="rId6" cstate="print"/>
            <a:stretch>
              <a:fillRect/>
            </a:stretch>
          </p:blipFill>
          <p:spPr>
            <a:xfrm>
              <a:off x="2538983" y="1383791"/>
              <a:ext cx="1222247" cy="653796"/>
            </a:xfrm>
            <a:prstGeom prst="rect">
              <a:avLst/>
            </a:prstGeom>
          </p:spPr>
        </p:pic>
        <p:sp>
          <p:nvSpPr>
            <p:cNvPr id="20" name="object 20"/>
            <p:cNvSpPr/>
            <p:nvPr/>
          </p:nvSpPr>
          <p:spPr>
            <a:xfrm>
              <a:off x="2584703" y="1409699"/>
              <a:ext cx="1135380" cy="567055"/>
            </a:xfrm>
            <a:custGeom>
              <a:avLst/>
              <a:gdLst/>
              <a:ahLst/>
              <a:cxnLst/>
              <a:rect l="l" t="t" r="r" b="b"/>
              <a:pathLst>
                <a:path w="1135379" h="567055">
                  <a:moveTo>
                    <a:pt x="567689" y="0"/>
                  </a:moveTo>
                  <a:lnTo>
                    <a:pt x="505827" y="1662"/>
                  </a:lnTo>
                  <a:lnTo>
                    <a:pt x="445896" y="6536"/>
                  </a:lnTo>
                  <a:lnTo>
                    <a:pt x="388242" y="14447"/>
                  </a:lnTo>
                  <a:lnTo>
                    <a:pt x="333211" y="25223"/>
                  </a:lnTo>
                  <a:lnTo>
                    <a:pt x="281149" y="38692"/>
                  </a:lnTo>
                  <a:lnTo>
                    <a:pt x="232403" y="54681"/>
                  </a:lnTo>
                  <a:lnTo>
                    <a:pt x="187319" y="73016"/>
                  </a:lnTo>
                  <a:lnTo>
                    <a:pt x="146243" y="93526"/>
                  </a:lnTo>
                  <a:lnTo>
                    <a:pt x="109520" y="116037"/>
                  </a:lnTo>
                  <a:lnTo>
                    <a:pt x="77498" y="140377"/>
                  </a:lnTo>
                  <a:lnTo>
                    <a:pt x="28937" y="193852"/>
                  </a:lnTo>
                  <a:lnTo>
                    <a:pt x="3330" y="252570"/>
                  </a:lnTo>
                  <a:lnTo>
                    <a:pt x="0" y="283463"/>
                  </a:lnTo>
                  <a:lnTo>
                    <a:pt x="3330" y="314357"/>
                  </a:lnTo>
                  <a:lnTo>
                    <a:pt x="28937" y="373075"/>
                  </a:lnTo>
                  <a:lnTo>
                    <a:pt x="77498" y="426550"/>
                  </a:lnTo>
                  <a:lnTo>
                    <a:pt x="109520" y="450890"/>
                  </a:lnTo>
                  <a:lnTo>
                    <a:pt x="146243" y="473401"/>
                  </a:lnTo>
                  <a:lnTo>
                    <a:pt x="187319" y="493911"/>
                  </a:lnTo>
                  <a:lnTo>
                    <a:pt x="232403" y="512246"/>
                  </a:lnTo>
                  <a:lnTo>
                    <a:pt x="281149" y="528235"/>
                  </a:lnTo>
                  <a:lnTo>
                    <a:pt x="333211" y="541704"/>
                  </a:lnTo>
                  <a:lnTo>
                    <a:pt x="388242" y="552480"/>
                  </a:lnTo>
                  <a:lnTo>
                    <a:pt x="445896" y="560391"/>
                  </a:lnTo>
                  <a:lnTo>
                    <a:pt x="505827" y="565265"/>
                  </a:lnTo>
                  <a:lnTo>
                    <a:pt x="567689" y="566927"/>
                  </a:lnTo>
                  <a:lnTo>
                    <a:pt x="629552" y="565265"/>
                  </a:lnTo>
                  <a:lnTo>
                    <a:pt x="689483" y="560391"/>
                  </a:lnTo>
                  <a:lnTo>
                    <a:pt x="747137" y="552480"/>
                  </a:lnTo>
                  <a:lnTo>
                    <a:pt x="802168" y="541704"/>
                  </a:lnTo>
                  <a:lnTo>
                    <a:pt x="854230" y="528235"/>
                  </a:lnTo>
                  <a:lnTo>
                    <a:pt x="902976" y="512246"/>
                  </a:lnTo>
                  <a:lnTo>
                    <a:pt x="948060" y="493911"/>
                  </a:lnTo>
                  <a:lnTo>
                    <a:pt x="989136" y="473401"/>
                  </a:lnTo>
                  <a:lnTo>
                    <a:pt x="1025859" y="450890"/>
                  </a:lnTo>
                  <a:lnTo>
                    <a:pt x="1057881" y="426550"/>
                  </a:lnTo>
                  <a:lnTo>
                    <a:pt x="1106442" y="373075"/>
                  </a:lnTo>
                  <a:lnTo>
                    <a:pt x="1132049" y="314357"/>
                  </a:lnTo>
                  <a:lnTo>
                    <a:pt x="1135380" y="283463"/>
                  </a:lnTo>
                  <a:lnTo>
                    <a:pt x="1132049" y="252570"/>
                  </a:lnTo>
                  <a:lnTo>
                    <a:pt x="1106442" y="193852"/>
                  </a:lnTo>
                  <a:lnTo>
                    <a:pt x="1057881" y="140377"/>
                  </a:lnTo>
                  <a:lnTo>
                    <a:pt x="1025859" y="116037"/>
                  </a:lnTo>
                  <a:lnTo>
                    <a:pt x="989136" y="93526"/>
                  </a:lnTo>
                  <a:lnTo>
                    <a:pt x="948060" y="73016"/>
                  </a:lnTo>
                  <a:lnTo>
                    <a:pt x="902976" y="54681"/>
                  </a:lnTo>
                  <a:lnTo>
                    <a:pt x="854230" y="38692"/>
                  </a:lnTo>
                  <a:lnTo>
                    <a:pt x="802168" y="25223"/>
                  </a:lnTo>
                  <a:lnTo>
                    <a:pt x="747137" y="14447"/>
                  </a:lnTo>
                  <a:lnTo>
                    <a:pt x="689483" y="6536"/>
                  </a:lnTo>
                  <a:lnTo>
                    <a:pt x="629552" y="1662"/>
                  </a:lnTo>
                  <a:lnTo>
                    <a:pt x="567689" y="0"/>
                  </a:lnTo>
                  <a:close/>
                </a:path>
              </a:pathLst>
            </a:custGeom>
            <a:solidFill>
              <a:srgbClr val="9CB955"/>
            </a:solidFill>
          </p:spPr>
          <p:txBody>
            <a:bodyPr wrap="square" lIns="0" tIns="0" rIns="0" bIns="0" rtlCol="0"/>
            <a:lstStyle/>
            <a:p>
              <a:endParaRPr/>
            </a:p>
          </p:txBody>
        </p:sp>
        <p:sp>
          <p:nvSpPr>
            <p:cNvPr id="21" name="object 21"/>
            <p:cNvSpPr/>
            <p:nvPr/>
          </p:nvSpPr>
          <p:spPr>
            <a:xfrm>
              <a:off x="2584703" y="1409699"/>
              <a:ext cx="1135380" cy="567055"/>
            </a:xfrm>
            <a:custGeom>
              <a:avLst/>
              <a:gdLst/>
              <a:ahLst/>
              <a:cxnLst/>
              <a:rect l="l" t="t" r="r" b="b"/>
              <a:pathLst>
                <a:path w="1135379" h="567055">
                  <a:moveTo>
                    <a:pt x="0" y="283463"/>
                  </a:moveTo>
                  <a:lnTo>
                    <a:pt x="13091" y="222642"/>
                  </a:lnTo>
                  <a:lnTo>
                    <a:pt x="50521" y="166373"/>
                  </a:lnTo>
                  <a:lnTo>
                    <a:pt x="109520" y="116037"/>
                  </a:lnTo>
                  <a:lnTo>
                    <a:pt x="146243" y="93526"/>
                  </a:lnTo>
                  <a:lnTo>
                    <a:pt x="187319" y="73016"/>
                  </a:lnTo>
                  <a:lnTo>
                    <a:pt x="232403" y="54681"/>
                  </a:lnTo>
                  <a:lnTo>
                    <a:pt x="281149" y="38692"/>
                  </a:lnTo>
                  <a:lnTo>
                    <a:pt x="333211" y="25223"/>
                  </a:lnTo>
                  <a:lnTo>
                    <a:pt x="388242" y="14447"/>
                  </a:lnTo>
                  <a:lnTo>
                    <a:pt x="445896" y="6536"/>
                  </a:lnTo>
                  <a:lnTo>
                    <a:pt x="505827" y="1662"/>
                  </a:lnTo>
                  <a:lnTo>
                    <a:pt x="567689" y="0"/>
                  </a:lnTo>
                  <a:lnTo>
                    <a:pt x="629552" y="1662"/>
                  </a:lnTo>
                  <a:lnTo>
                    <a:pt x="689483" y="6536"/>
                  </a:lnTo>
                  <a:lnTo>
                    <a:pt x="747137" y="14447"/>
                  </a:lnTo>
                  <a:lnTo>
                    <a:pt x="802168" y="25223"/>
                  </a:lnTo>
                  <a:lnTo>
                    <a:pt x="854230" y="38692"/>
                  </a:lnTo>
                  <a:lnTo>
                    <a:pt x="902976" y="54681"/>
                  </a:lnTo>
                  <a:lnTo>
                    <a:pt x="948060" y="73016"/>
                  </a:lnTo>
                  <a:lnTo>
                    <a:pt x="989136" y="93526"/>
                  </a:lnTo>
                  <a:lnTo>
                    <a:pt x="1025859" y="116037"/>
                  </a:lnTo>
                  <a:lnTo>
                    <a:pt x="1057881" y="140377"/>
                  </a:lnTo>
                  <a:lnTo>
                    <a:pt x="1106442" y="193852"/>
                  </a:lnTo>
                  <a:lnTo>
                    <a:pt x="1132049" y="252570"/>
                  </a:lnTo>
                  <a:lnTo>
                    <a:pt x="1135380" y="283463"/>
                  </a:lnTo>
                  <a:lnTo>
                    <a:pt x="1132049" y="314357"/>
                  </a:lnTo>
                  <a:lnTo>
                    <a:pt x="1106442" y="373075"/>
                  </a:lnTo>
                  <a:lnTo>
                    <a:pt x="1057881" y="426550"/>
                  </a:lnTo>
                  <a:lnTo>
                    <a:pt x="1025859" y="450890"/>
                  </a:lnTo>
                  <a:lnTo>
                    <a:pt x="989136" y="473401"/>
                  </a:lnTo>
                  <a:lnTo>
                    <a:pt x="948060" y="493911"/>
                  </a:lnTo>
                  <a:lnTo>
                    <a:pt x="902976" y="512246"/>
                  </a:lnTo>
                  <a:lnTo>
                    <a:pt x="854230" y="528235"/>
                  </a:lnTo>
                  <a:lnTo>
                    <a:pt x="802168" y="541704"/>
                  </a:lnTo>
                  <a:lnTo>
                    <a:pt x="747137" y="552480"/>
                  </a:lnTo>
                  <a:lnTo>
                    <a:pt x="689483" y="560391"/>
                  </a:lnTo>
                  <a:lnTo>
                    <a:pt x="629552" y="565265"/>
                  </a:lnTo>
                  <a:lnTo>
                    <a:pt x="567689" y="566927"/>
                  </a:lnTo>
                  <a:lnTo>
                    <a:pt x="505827" y="565265"/>
                  </a:lnTo>
                  <a:lnTo>
                    <a:pt x="445896" y="560391"/>
                  </a:lnTo>
                  <a:lnTo>
                    <a:pt x="388242" y="552480"/>
                  </a:lnTo>
                  <a:lnTo>
                    <a:pt x="333211" y="541704"/>
                  </a:lnTo>
                  <a:lnTo>
                    <a:pt x="281149" y="528235"/>
                  </a:lnTo>
                  <a:lnTo>
                    <a:pt x="232403" y="512246"/>
                  </a:lnTo>
                  <a:lnTo>
                    <a:pt x="187319" y="493911"/>
                  </a:lnTo>
                  <a:lnTo>
                    <a:pt x="146243" y="473401"/>
                  </a:lnTo>
                  <a:lnTo>
                    <a:pt x="109520" y="450890"/>
                  </a:lnTo>
                  <a:lnTo>
                    <a:pt x="77498" y="426550"/>
                  </a:lnTo>
                  <a:lnTo>
                    <a:pt x="28937" y="373075"/>
                  </a:lnTo>
                  <a:lnTo>
                    <a:pt x="3330" y="314357"/>
                  </a:lnTo>
                  <a:lnTo>
                    <a:pt x="0" y="283463"/>
                  </a:lnTo>
                  <a:close/>
                </a:path>
              </a:pathLst>
            </a:custGeom>
            <a:ln w="6096">
              <a:solidFill>
                <a:srgbClr val="FFFFFF"/>
              </a:solidFill>
            </a:ln>
          </p:spPr>
          <p:txBody>
            <a:bodyPr wrap="square" lIns="0" tIns="0" rIns="0" bIns="0" rtlCol="0"/>
            <a:lstStyle/>
            <a:p>
              <a:endParaRPr/>
            </a:p>
          </p:txBody>
        </p:sp>
      </p:grpSp>
      <p:sp>
        <p:nvSpPr>
          <p:cNvPr id="22" name="object 22"/>
          <p:cNvSpPr txBox="1"/>
          <p:nvPr/>
        </p:nvSpPr>
        <p:spPr>
          <a:xfrm>
            <a:off x="2815589" y="1597863"/>
            <a:ext cx="678815" cy="208915"/>
          </a:xfrm>
          <a:prstGeom prst="rect">
            <a:avLst/>
          </a:prstGeom>
        </p:spPr>
        <p:txBody>
          <a:bodyPr vert="horz" wrap="square" lIns="0" tIns="12700" rIns="0" bIns="0" rtlCol="0">
            <a:spAutoFit/>
          </a:bodyPr>
          <a:lstStyle/>
          <a:p>
            <a:pPr marL="12700">
              <a:lnSpc>
                <a:spcPct val="100000"/>
              </a:lnSpc>
              <a:spcBef>
                <a:spcPts val="100"/>
              </a:spcBef>
            </a:pPr>
            <a:r>
              <a:rPr sz="1200" dirty="0">
                <a:latin typeface="Calibri"/>
                <a:cs typeface="Calibri"/>
              </a:rPr>
              <a:t>Job</a:t>
            </a:r>
            <a:r>
              <a:rPr sz="1200" spc="-65" dirty="0">
                <a:latin typeface="Calibri"/>
                <a:cs typeface="Calibri"/>
              </a:rPr>
              <a:t> </a:t>
            </a:r>
            <a:r>
              <a:rPr sz="1200" spc="-5" dirty="0">
                <a:latin typeface="Calibri"/>
                <a:cs typeface="Calibri"/>
              </a:rPr>
              <a:t>Object</a:t>
            </a:r>
            <a:endParaRPr sz="1200">
              <a:latin typeface="Calibri"/>
              <a:cs typeface="Calibri"/>
            </a:endParaRPr>
          </a:p>
        </p:txBody>
      </p:sp>
      <p:grpSp>
        <p:nvGrpSpPr>
          <p:cNvPr id="23" name="object 23"/>
          <p:cNvGrpSpPr/>
          <p:nvPr/>
        </p:nvGrpSpPr>
        <p:grpSpPr>
          <a:xfrm>
            <a:off x="2217420" y="1485874"/>
            <a:ext cx="5797550" cy="477520"/>
            <a:chOff x="2217420" y="1485874"/>
            <a:chExt cx="5797550" cy="477520"/>
          </a:xfrm>
        </p:grpSpPr>
        <p:pic>
          <p:nvPicPr>
            <p:cNvPr id="24" name="object 24"/>
            <p:cNvPicPr/>
            <p:nvPr/>
          </p:nvPicPr>
          <p:blipFill>
            <a:blip r:embed="rId7" cstate="print"/>
            <a:stretch>
              <a:fillRect/>
            </a:stretch>
          </p:blipFill>
          <p:spPr>
            <a:xfrm>
              <a:off x="6701028" y="1485874"/>
              <a:ext cx="1313687" cy="477037"/>
            </a:xfrm>
            <a:prstGeom prst="rect">
              <a:avLst/>
            </a:prstGeom>
          </p:spPr>
        </p:pic>
        <p:sp>
          <p:nvSpPr>
            <p:cNvPr id="25" name="object 25"/>
            <p:cNvSpPr/>
            <p:nvPr/>
          </p:nvSpPr>
          <p:spPr>
            <a:xfrm>
              <a:off x="2217420" y="1665732"/>
              <a:ext cx="360680" cy="76200"/>
            </a:xfrm>
            <a:custGeom>
              <a:avLst/>
              <a:gdLst/>
              <a:ahLst/>
              <a:cxnLst/>
              <a:rect l="l" t="t" r="r" b="b"/>
              <a:pathLst>
                <a:path w="360680" h="76200">
                  <a:moveTo>
                    <a:pt x="101600" y="31750"/>
                  </a:moveTo>
                  <a:lnTo>
                    <a:pt x="0" y="31750"/>
                  </a:lnTo>
                  <a:lnTo>
                    <a:pt x="0" y="44450"/>
                  </a:lnTo>
                  <a:lnTo>
                    <a:pt x="101600" y="44450"/>
                  </a:lnTo>
                  <a:lnTo>
                    <a:pt x="101600" y="31750"/>
                  </a:lnTo>
                  <a:close/>
                </a:path>
                <a:path w="360680" h="76200">
                  <a:moveTo>
                    <a:pt x="241300" y="31750"/>
                  </a:moveTo>
                  <a:lnTo>
                    <a:pt x="139700" y="31750"/>
                  </a:lnTo>
                  <a:lnTo>
                    <a:pt x="139700" y="44450"/>
                  </a:lnTo>
                  <a:lnTo>
                    <a:pt x="241300" y="44450"/>
                  </a:lnTo>
                  <a:lnTo>
                    <a:pt x="241300" y="31750"/>
                  </a:lnTo>
                  <a:close/>
                </a:path>
                <a:path w="360680" h="76200">
                  <a:moveTo>
                    <a:pt x="284225" y="0"/>
                  </a:moveTo>
                  <a:lnTo>
                    <a:pt x="284225" y="76200"/>
                  </a:lnTo>
                  <a:lnTo>
                    <a:pt x="347725" y="44450"/>
                  </a:lnTo>
                  <a:lnTo>
                    <a:pt x="296925" y="44450"/>
                  </a:lnTo>
                  <a:lnTo>
                    <a:pt x="296925" y="31750"/>
                  </a:lnTo>
                  <a:lnTo>
                    <a:pt x="347725" y="31750"/>
                  </a:lnTo>
                  <a:lnTo>
                    <a:pt x="284225" y="0"/>
                  </a:lnTo>
                  <a:close/>
                </a:path>
                <a:path w="360680" h="76200">
                  <a:moveTo>
                    <a:pt x="284225" y="31750"/>
                  </a:moveTo>
                  <a:lnTo>
                    <a:pt x="279400" y="31750"/>
                  </a:lnTo>
                  <a:lnTo>
                    <a:pt x="279400" y="44450"/>
                  </a:lnTo>
                  <a:lnTo>
                    <a:pt x="284225" y="44450"/>
                  </a:lnTo>
                  <a:lnTo>
                    <a:pt x="284225" y="31750"/>
                  </a:lnTo>
                  <a:close/>
                </a:path>
                <a:path w="360680" h="76200">
                  <a:moveTo>
                    <a:pt x="347725" y="31750"/>
                  </a:moveTo>
                  <a:lnTo>
                    <a:pt x="296925" y="31750"/>
                  </a:lnTo>
                  <a:lnTo>
                    <a:pt x="296925" y="44450"/>
                  </a:lnTo>
                  <a:lnTo>
                    <a:pt x="347725" y="44450"/>
                  </a:lnTo>
                  <a:lnTo>
                    <a:pt x="360425" y="38100"/>
                  </a:lnTo>
                  <a:lnTo>
                    <a:pt x="347725" y="31750"/>
                  </a:lnTo>
                  <a:close/>
                </a:path>
              </a:pathLst>
            </a:custGeom>
            <a:solidFill>
              <a:srgbClr val="006FC0"/>
            </a:solidFill>
          </p:spPr>
          <p:txBody>
            <a:bodyPr wrap="square" lIns="0" tIns="0" rIns="0" bIns="0" rtlCol="0"/>
            <a:lstStyle/>
            <a:p>
              <a:endParaRPr/>
            </a:p>
          </p:txBody>
        </p:sp>
      </p:grpSp>
      <p:sp>
        <p:nvSpPr>
          <p:cNvPr id="26" name="object 26"/>
          <p:cNvSpPr txBox="1"/>
          <p:nvPr/>
        </p:nvSpPr>
        <p:spPr>
          <a:xfrm>
            <a:off x="1411605" y="1838705"/>
            <a:ext cx="739775" cy="559435"/>
          </a:xfrm>
          <a:prstGeom prst="rect">
            <a:avLst/>
          </a:prstGeom>
        </p:spPr>
        <p:txBody>
          <a:bodyPr vert="horz" wrap="square" lIns="0" tIns="12700" rIns="0" bIns="0" rtlCol="0">
            <a:spAutoFit/>
          </a:bodyPr>
          <a:lstStyle/>
          <a:p>
            <a:pPr marL="12700" marR="5080" indent="57785">
              <a:lnSpc>
                <a:spcPct val="146000"/>
              </a:lnSpc>
              <a:spcBef>
                <a:spcPts val="100"/>
              </a:spcBef>
            </a:pPr>
            <a:r>
              <a:rPr sz="1200" spc="-5" dirty="0">
                <a:latin typeface="Calibri"/>
                <a:cs typeface="Calibri"/>
              </a:rPr>
              <a:t>C</a:t>
            </a:r>
            <a:r>
              <a:rPr sz="1200" dirty="0">
                <a:latin typeface="Calibri"/>
                <a:cs typeface="Calibri"/>
              </a:rPr>
              <a:t>lie</a:t>
            </a:r>
            <a:r>
              <a:rPr sz="1200" spc="-5" dirty="0">
                <a:latin typeface="Calibri"/>
                <a:cs typeface="Calibri"/>
              </a:rPr>
              <a:t>n</a:t>
            </a:r>
            <a:r>
              <a:rPr sz="1200" dirty="0">
                <a:latin typeface="Calibri"/>
                <a:cs typeface="Calibri"/>
              </a:rPr>
              <a:t>t</a:t>
            </a:r>
            <a:r>
              <a:rPr sz="1200" spc="-15" dirty="0">
                <a:latin typeface="Calibri"/>
                <a:cs typeface="Calibri"/>
              </a:rPr>
              <a:t> </a:t>
            </a:r>
            <a:r>
              <a:rPr sz="1200" dirty="0">
                <a:latin typeface="Calibri"/>
                <a:cs typeface="Calibri"/>
              </a:rPr>
              <a:t>JVM  </a:t>
            </a:r>
            <a:r>
              <a:rPr sz="1200" spc="-5" dirty="0">
                <a:solidFill>
                  <a:srgbClr val="095A82"/>
                </a:solidFill>
                <a:latin typeface="Calibri"/>
                <a:cs typeface="Calibri"/>
              </a:rPr>
              <a:t>Client</a:t>
            </a:r>
            <a:endParaRPr sz="1200">
              <a:latin typeface="Calibri"/>
              <a:cs typeface="Calibri"/>
            </a:endParaRPr>
          </a:p>
        </p:txBody>
      </p:sp>
      <p:sp>
        <p:nvSpPr>
          <p:cNvPr id="27" name="object 27"/>
          <p:cNvSpPr txBox="1"/>
          <p:nvPr/>
        </p:nvSpPr>
        <p:spPr>
          <a:xfrm>
            <a:off x="6743700" y="1508760"/>
            <a:ext cx="1233170" cy="396240"/>
          </a:xfrm>
          <a:prstGeom prst="rect">
            <a:avLst/>
          </a:prstGeom>
          <a:solidFill>
            <a:srgbClr val="0D80B8"/>
          </a:solidFill>
        </p:spPr>
        <p:txBody>
          <a:bodyPr vert="horz" wrap="square" lIns="0" tIns="1905" rIns="0" bIns="0" rtlCol="0">
            <a:spAutoFit/>
          </a:bodyPr>
          <a:lstStyle/>
          <a:p>
            <a:pPr marL="342265" marR="320675" indent="-6350">
              <a:lnSpc>
                <a:spcPct val="100000"/>
              </a:lnSpc>
              <a:spcBef>
                <a:spcPts val="15"/>
              </a:spcBef>
            </a:pPr>
            <a:r>
              <a:rPr sz="1200" spc="-30" dirty="0">
                <a:solidFill>
                  <a:srgbClr val="FFFFFF"/>
                </a:solidFill>
                <a:latin typeface="Calibri"/>
                <a:cs typeface="Calibri"/>
              </a:rPr>
              <a:t>R</a:t>
            </a:r>
            <a:r>
              <a:rPr sz="1200" dirty="0">
                <a:solidFill>
                  <a:srgbClr val="FFFFFF"/>
                </a:solidFill>
                <a:latin typeface="Calibri"/>
                <a:cs typeface="Calibri"/>
              </a:rPr>
              <a:t>esou</a:t>
            </a:r>
            <a:r>
              <a:rPr sz="1200" spc="-15" dirty="0">
                <a:solidFill>
                  <a:srgbClr val="FFFFFF"/>
                </a:solidFill>
                <a:latin typeface="Calibri"/>
                <a:cs typeface="Calibri"/>
              </a:rPr>
              <a:t>r</a:t>
            </a:r>
            <a:r>
              <a:rPr sz="1200" spc="-5" dirty="0">
                <a:solidFill>
                  <a:srgbClr val="FFFFFF"/>
                </a:solidFill>
                <a:latin typeface="Calibri"/>
                <a:cs typeface="Calibri"/>
              </a:rPr>
              <a:t>c</a:t>
            </a:r>
            <a:r>
              <a:rPr sz="1200" dirty="0">
                <a:solidFill>
                  <a:srgbClr val="FFFFFF"/>
                </a:solidFill>
                <a:latin typeface="Calibri"/>
                <a:cs typeface="Calibri"/>
              </a:rPr>
              <a:t>e  Ma</a:t>
            </a:r>
            <a:r>
              <a:rPr sz="1200" spc="5" dirty="0">
                <a:solidFill>
                  <a:srgbClr val="FFFFFF"/>
                </a:solidFill>
                <a:latin typeface="Calibri"/>
                <a:cs typeface="Calibri"/>
              </a:rPr>
              <a:t>n</a:t>
            </a:r>
            <a:r>
              <a:rPr sz="1200" dirty="0">
                <a:solidFill>
                  <a:srgbClr val="FFFFFF"/>
                </a:solidFill>
                <a:latin typeface="Calibri"/>
                <a:cs typeface="Calibri"/>
              </a:rPr>
              <a:t>a</a:t>
            </a:r>
            <a:r>
              <a:rPr sz="1200" spc="-15" dirty="0">
                <a:solidFill>
                  <a:srgbClr val="FFFFFF"/>
                </a:solidFill>
                <a:latin typeface="Calibri"/>
                <a:cs typeface="Calibri"/>
              </a:rPr>
              <a:t>g</a:t>
            </a:r>
            <a:r>
              <a:rPr sz="1200" dirty="0">
                <a:solidFill>
                  <a:srgbClr val="FFFFFF"/>
                </a:solidFill>
                <a:latin typeface="Calibri"/>
                <a:cs typeface="Calibri"/>
              </a:rPr>
              <a:t>er</a:t>
            </a:r>
            <a:endParaRPr sz="1200">
              <a:latin typeface="Calibri"/>
              <a:cs typeface="Calibri"/>
            </a:endParaRPr>
          </a:p>
        </p:txBody>
      </p:sp>
      <p:sp>
        <p:nvSpPr>
          <p:cNvPr id="28" name="object 28"/>
          <p:cNvSpPr txBox="1"/>
          <p:nvPr/>
        </p:nvSpPr>
        <p:spPr>
          <a:xfrm>
            <a:off x="6751701" y="1077290"/>
            <a:ext cx="1226185"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Mana</a:t>
            </a:r>
            <a:r>
              <a:rPr sz="1200" spc="-15" dirty="0">
                <a:solidFill>
                  <a:srgbClr val="006FC0"/>
                </a:solidFill>
                <a:latin typeface="Calibri"/>
                <a:cs typeface="Calibri"/>
              </a:rPr>
              <a:t>g</a:t>
            </a:r>
            <a:r>
              <a:rPr sz="1200" dirty="0">
                <a:solidFill>
                  <a:srgbClr val="006FC0"/>
                </a:solidFill>
                <a:latin typeface="Calibri"/>
                <a:cs typeface="Calibri"/>
              </a:rPr>
              <a:t>eme</a:t>
            </a:r>
            <a:r>
              <a:rPr sz="1200" spc="-10" dirty="0">
                <a:solidFill>
                  <a:srgbClr val="006FC0"/>
                </a:solidFill>
                <a:latin typeface="Calibri"/>
                <a:cs typeface="Calibri"/>
              </a:rPr>
              <a:t>n</a:t>
            </a:r>
            <a:r>
              <a:rPr sz="1200" dirty="0">
                <a:solidFill>
                  <a:srgbClr val="006FC0"/>
                </a:solidFill>
                <a:latin typeface="Calibri"/>
                <a:cs typeface="Calibri"/>
              </a:rPr>
              <a:t>t</a:t>
            </a:r>
            <a:r>
              <a:rPr sz="1200" spc="-30" dirty="0">
                <a:solidFill>
                  <a:srgbClr val="006FC0"/>
                </a:solidFill>
                <a:latin typeface="Calibri"/>
                <a:cs typeface="Calibri"/>
              </a:rPr>
              <a:t> </a:t>
            </a:r>
            <a:r>
              <a:rPr sz="1200" dirty="0">
                <a:solidFill>
                  <a:srgbClr val="006FC0"/>
                </a:solidFill>
                <a:latin typeface="Calibri"/>
                <a:cs typeface="Calibri"/>
              </a:rPr>
              <a:t>N</a:t>
            </a:r>
            <a:r>
              <a:rPr sz="1200" spc="5" dirty="0">
                <a:solidFill>
                  <a:srgbClr val="006FC0"/>
                </a:solidFill>
                <a:latin typeface="Calibri"/>
                <a:cs typeface="Calibri"/>
              </a:rPr>
              <a:t>o</a:t>
            </a:r>
            <a:r>
              <a:rPr sz="1200" dirty="0">
                <a:solidFill>
                  <a:srgbClr val="006FC0"/>
                </a:solidFill>
                <a:latin typeface="Calibri"/>
                <a:cs typeface="Calibri"/>
              </a:rPr>
              <a:t>de</a:t>
            </a:r>
            <a:endParaRPr sz="1200">
              <a:latin typeface="Calibri"/>
              <a:cs typeface="Calibri"/>
            </a:endParaRPr>
          </a:p>
        </p:txBody>
      </p:sp>
      <p:sp>
        <p:nvSpPr>
          <p:cNvPr id="29" name="object 29"/>
          <p:cNvSpPr txBox="1"/>
          <p:nvPr/>
        </p:nvSpPr>
        <p:spPr>
          <a:xfrm>
            <a:off x="2250185" y="1137284"/>
            <a:ext cx="6616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1.</a:t>
            </a:r>
            <a:r>
              <a:rPr sz="1200" spc="-40" dirty="0">
                <a:solidFill>
                  <a:srgbClr val="006FC0"/>
                </a:solidFill>
                <a:latin typeface="Calibri"/>
                <a:cs typeface="Calibri"/>
              </a:rPr>
              <a:t> </a:t>
            </a:r>
            <a:r>
              <a:rPr sz="1200" dirty="0">
                <a:solidFill>
                  <a:srgbClr val="006FC0"/>
                </a:solidFill>
                <a:latin typeface="Calibri"/>
                <a:cs typeface="Calibri"/>
              </a:rPr>
              <a:t>Run</a:t>
            </a:r>
            <a:r>
              <a:rPr sz="1200" spc="-55" dirty="0">
                <a:solidFill>
                  <a:srgbClr val="006FC0"/>
                </a:solidFill>
                <a:latin typeface="Calibri"/>
                <a:cs typeface="Calibri"/>
              </a:rPr>
              <a:t> </a:t>
            </a:r>
            <a:r>
              <a:rPr sz="1200" dirty="0">
                <a:solidFill>
                  <a:srgbClr val="006FC0"/>
                </a:solidFill>
                <a:latin typeface="Calibri"/>
                <a:cs typeface="Calibri"/>
              </a:rPr>
              <a:t>Job</a:t>
            </a:r>
            <a:endParaRPr sz="1200">
              <a:latin typeface="Calibri"/>
              <a:cs typeface="Calibri"/>
            </a:endParaRPr>
          </a:p>
        </p:txBody>
      </p:sp>
      <p:sp>
        <p:nvSpPr>
          <p:cNvPr id="30" name="object 30"/>
          <p:cNvSpPr/>
          <p:nvPr/>
        </p:nvSpPr>
        <p:spPr>
          <a:xfrm>
            <a:off x="2217420" y="1502663"/>
            <a:ext cx="4369435" cy="1917064"/>
          </a:xfrm>
          <a:custGeom>
            <a:avLst/>
            <a:gdLst/>
            <a:ahLst/>
            <a:cxnLst/>
            <a:rect l="l" t="t" r="r" b="b"/>
            <a:pathLst>
              <a:path w="4369434" h="1917064">
                <a:moveTo>
                  <a:pt x="73406" y="1873885"/>
                </a:moveTo>
                <a:lnTo>
                  <a:pt x="9398" y="1832483"/>
                </a:lnTo>
                <a:lnTo>
                  <a:pt x="0" y="1917065"/>
                </a:lnTo>
                <a:lnTo>
                  <a:pt x="73406" y="1873885"/>
                </a:lnTo>
                <a:close/>
              </a:path>
              <a:path w="4369434" h="1917064">
                <a:moveTo>
                  <a:pt x="104775" y="1767078"/>
                </a:moveTo>
                <a:lnTo>
                  <a:pt x="94107" y="1760220"/>
                </a:lnTo>
                <a:lnTo>
                  <a:pt x="38862" y="1845437"/>
                </a:lnTo>
                <a:lnTo>
                  <a:pt x="49530" y="1852422"/>
                </a:lnTo>
                <a:lnTo>
                  <a:pt x="104775" y="1767078"/>
                </a:lnTo>
                <a:close/>
              </a:path>
              <a:path w="4369434" h="1917064">
                <a:moveTo>
                  <a:pt x="180721" y="1649857"/>
                </a:moveTo>
                <a:lnTo>
                  <a:pt x="170053" y="1642999"/>
                </a:lnTo>
                <a:lnTo>
                  <a:pt x="114808" y="1728216"/>
                </a:lnTo>
                <a:lnTo>
                  <a:pt x="125476" y="1735074"/>
                </a:lnTo>
                <a:lnTo>
                  <a:pt x="180721" y="1649857"/>
                </a:lnTo>
                <a:close/>
              </a:path>
              <a:path w="4369434" h="1917064">
                <a:moveTo>
                  <a:pt x="256667" y="1532636"/>
                </a:moveTo>
                <a:lnTo>
                  <a:pt x="245999" y="1525651"/>
                </a:lnTo>
                <a:lnTo>
                  <a:pt x="190754" y="1610995"/>
                </a:lnTo>
                <a:lnTo>
                  <a:pt x="201422" y="1617853"/>
                </a:lnTo>
                <a:lnTo>
                  <a:pt x="256667" y="1532636"/>
                </a:lnTo>
                <a:close/>
              </a:path>
              <a:path w="4369434" h="1917064">
                <a:moveTo>
                  <a:pt x="332613" y="1415415"/>
                </a:moveTo>
                <a:lnTo>
                  <a:pt x="321945" y="1408430"/>
                </a:lnTo>
                <a:lnTo>
                  <a:pt x="266700" y="1493774"/>
                </a:lnTo>
                <a:lnTo>
                  <a:pt x="277368" y="1500632"/>
                </a:lnTo>
                <a:lnTo>
                  <a:pt x="332613" y="1415415"/>
                </a:lnTo>
                <a:close/>
              </a:path>
              <a:path w="4369434" h="1917064">
                <a:moveTo>
                  <a:pt x="408559" y="1298067"/>
                </a:moveTo>
                <a:lnTo>
                  <a:pt x="397891" y="1291209"/>
                </a:lnTo>
                <a:lnTo>
                  <a:pt x="342646" y="1376553"/>
                </a:lnTo>
                <a:lnTo>
                  <a:pt x="353314" y="1383411"/>
                </a:lnTo>
                <a:lnTo>
                  <a:pt x="408559" y="1298067"/>
                </a:lnTo>
                <a:close/>
              </a:path>
              <a:path w="4369434" h="1917064">
                <a:moveTo>
                  <a:pt x="484505" y="1180846"/>
                </a:moveTo>
                <a:lnTo>
                  <a:pt x="473837" y="1173988"/>
                </a:lnTo>
                <a:lnTo>
                  <a:pt x="418592" y="1259205"/>
                </a:lnTo>
                <a:lnTo>
                  <a:pt x="429260" y="1266190"/>
                </a:lnTo>
                <a:lnTo>
                  <a:pt x="484505" y="1180846"/>
                </a:lnTo>
                <a:close/>
              </a:path>
              <a:path w="4369434" h="1917064">
                <a:moveTo>
                  <a:pt x="560451" y="1063625"/>
                </a:moveTo>
                <a:lnTo>
                  <a:pt x="549783" y="1056767"/>
                </a:lnTo>
                <a:lnTo>
                  <a:pt x="494538" y="1141984"/>
                </a:lnTo>
                <a:lnTo>
                  <a:pt x="505206" y="1148969"/>
                </a:lnTo>
                <a:lnTo>
                  <a:pt x="560451" y="1063625"/>
                </a:lnTo>
                <a:close/>
              </a:path>
              <a:path w="4369434" h="1917064">
                <a:moveTo>
                  <a:pt x="636397" y="946404"/>
                </a:moveTo>
                <a:lnTo>
                  <a:pt x="625729" y="939546"/>
                </a:lnTo>
                <a:lnTo>
                  <a:pt x="570484" y="1024763"/>
                </a:lnTo>
                <a:lnTo>
                  <a:pt x="581152" y="1031621"/>
                </a:lnTo>
                <a:lnTo>
                  <a:pt x="636397" y="946404"/>
                </a:lnTo>
                <a:close/>
              </a:path>
              <a:path w="4369434" h="1917064">
                <a:moveTo>
                  <a:pt x="712343" y="829183"/>
                </a:moveTo>
                <a:lnTo>
                  <a:pt x="701802" y="822198"/>
                </a:lnTo>
                <a:lnTo>
                  <a:pt x="646557" y="907542"/>
                </a:lnTo>
                <a:lnTo>
                  <a:pt x="657098" y="914400"/>
                </a:lnTo>
                <a:lnTo>
                  <a:pt x="712343" y="829183"/>
                </a:lnTo>
                <a:close/>
              </a:path>
              <a:path w="4369434" h="1917064">
                <a:moveTo>
                  <a:pt x="788416" y="711962"/>
                </a:moveTo>
                <a:lnTo>
                  <a:pt x="777748" y="704977"/>
                </a:lnTo>
                <a:lnTo>
                  <a:pt x="722503" y="790321"/>
                </a:lnTo>
                <a:lnTo>
                  <a:pt x="733171" y="797179"/>
                </a:lnTo>
                <a:lnTo>
                  <a:pt x="788416" y="711962"/>
                </a:lnTo>
                <a:close/>
              </a:path>
              <a:path w="4369434" h="1917064">
                <a:moveTo>
                  <a:pt x="864362" y="594614"/>
                </a:moveTo>
                <a:lnTo>
                  <a:pt x="853694" y="587756"/>
                </a:lnTo>
                <a:lnTo>
                  <a:pt x="798449" y="672973"/>
                </a:lnTo>
                <a:lnTo>
                  <a:pt x="809117" y="679958"/>
                </a:lnTo>
                <a:lnTo>
                  <a:pt x="864362" y="594614"/>
                </a:lnTo>
                <a:close/>
              </a:path>
              <a:path w="4369434" h="1917064">
                <a:moveTo>
                  <a:pt x="940308" y="477393"/>
                </a:moveTo>
                <a:lnTo>
                  <a:pt x="929640" y="470535"/>
                </a:lnTo>
                <a:lnTo>
                  <a:pt x="874395" y="555752"/>
                </a:lnTo>
                <a:lnTo>
                  <a:pt x="885063" y="562737"/>
                </a:lnTo>
                <a:lnTo>
                  <a:pt x="940308" y="477393"/>
                </a:lnTo>
                <a:close/>
              </a:path>
              <a:path w="4369434" h="1917064">
                <a:moveTo>
                  <a:pt x="1653032" y="371602"/>
                </a:moveTo>
                <a:lnTo>
                  <a:pt x="1551432" y="371602"/>
                </a:lnTo>
                <a:lnTo>
                  <a:pt x="1551432" y="384302"/>
                </a:lnTo>
                <a:lnTo>
                  <a:pt x="1653032" y="384302"/>
                </a:lnTo>
                <a:lnTo>
                  <a:pt x="1653032" y="371602"/>
                </a:lnTo>
                <a:close/>
              </a:path>
              <a:path w="4369434" h="1917064">
                <a:moveTo>
                  <a:pt x="1714627" y="31750"/>
                </a:moveTo>
                <a:lnTo>
                  <a:pt x="1627632" y="31750"/>
                </a:lnTo>
                <a:lnTo>
                  <a:pt x="1627632" y="0"/>
                </a:lnTo>
                <a:lnTo>
                  <a:pt x="1551432" y="38100"/>
                </a:lnTo>
                <a:lnTo>
                  <a:pt x="1627632" y="76200"/>
                </a:lnTo>
                <a:lnTo>
                  <a:pt x="1627632" y="44450"/>
                </a:lnTo>
                <a:lnTo>
                  <a:pt x="1714627" y="44450"/>
                </a:lnTo>
                <a:lnTo>
                  <a:pt x="1714627" y="31750"/>
                </a:lnTo>
                <a:close/>
              </a:path>
              <a:path w="4369434" h="1917064">
                <a:moveTo>
                  <a:pt x="1792732" y="371602"/>
                </a:moveTo>
                <a:lnTo>
                  <a:pt x="1691132" y="371602"/>
                </a:lnTo>
                <a:lnTo>
                  <a:pt x="1691132" y="384302"/>
                </a:lnTo>
                <a:lnTo>
                  <a:pt x="1792732" y="384302"/>
                </a:lnTo>
                <a:lnTo>
                  <a:pt x="1792732" y="371602"/>
                </a:lnTo>
                <a:close/>
              </a:path>
              <a:path w="4369434" h="1917064">
                <a:moveTo>
                  <a:pt x="1854327" y="31750"/>
                </a:moveTo>
                <a:lnTo>
                  <a:pt x="1752727" y="31750"/>
                </a:lnTo>
                <a:lnTo>
                  <a:pt x="1752727" y="44450"/>
                </a:lnTo>
                <a:lnTo>
                  <a:pt x="1854327" y="44450"/>
                </a:lnTo>
                <a:lnTo>
                  <a:pt x="1854327" y="31750"/>
                </a:lnTo>
                <a:close/>
              </a:path>
              <a:path w="4369434" h="1917064">
                <a:moveTo>
                  <a:pt x="1932432" y="371602"/>
                </a:moveTo>
                <a:lnTo>
                  <a:pt x="1830832" y="371602"/>
                </a:lnTo>
                <a:lnTo>
                  <a:pt x="1830832" y="384302"/>
                </a:lnTo>
                <a:lnTo>
                  <a:pt x="1932432" y="384302"/>
                </a:lnTo>
                <a:lnTo>
                  <a:pt x="1932432" y="371602"/>
                </a:lnTo>
                <a:close/>
              </a:path>
              <a:path w="4369434" h="1917064">
                <a:moveTo>
                  <a:pt x="1994027" y="31750"/>
                </a:moveTo>
                <a:lnTo>
                  <a:pt x="1892427" y="31750"/>
                </a:lnTo>
                <a:lnTo>
                  <a:pt x="1892427" y="44450"/>
                </a:lnTo>
                <a:lnTo>
                  <a:pt x="1994027" y="44450"/>
                </a:lnTo>
                <a:lnTo>
                  <a:pt x="1994027" y="31750"/>
                </a:lnTo>
                <a:close/>
              </a:path>
              <a:path w="4369434" h="1917064">
                <a:moveTo>
                  <a:pt x="2072132" y="371602"/>
                </a:moveTo>
                <a:lnTo>
                  <a:pt x="1970532" y="371602"/>
                </a:lnTo>
                <a:lnTo>
                  <a:pt x="1970532" y="384302"/>
                </a:lnTo>
                <a:lnTo>
                  <a:pt x="2072132" y="384302"/>
                </a:lnTo>
                <a:lnTo>
                  <a:pt x="2072132" y="371602"/>
                </a:lnTo>
                <a:close/>
              </a:path>
              <a:path w="4369434" h="1917064">
                <a:moveTo>
                  <a:pt x="2133727" y="31750"/>
                </a:moveTo>
                <a:lnTo>
                  <a:pt x="2032127" y="31750"/>
                </a:lnTo>
                <a:lnTo>
                  <a:pt x="2032127" y="44450"/>
                </a:lnTo>
                <a:lnTo>
                  <a:pt x="2133727" y="44450"/>
                </a:lnTo>
                <a:lnTo>
                  <a:pt x="2133727" y="31750"/>
                </a:lnTo>
                <a:close/>
              </a:path>
              <a:path w="4369434" h="1917064">
                <a:moveTo>
                  <a:pt x="2211832" y="371602"/>
                </a:moveTo>
                <a:lnTo>
                  <a:pt x="2110232" y="371602"/>
                </a:lnTo>
                <a:lnTo>
                  <a:pt x="2110232" y="384302"/>
                </a:lnTo>
                <a:lnTo>
                  <a:pt x="2211832" y="384302"/>
                </a:lnTo>
                <a:lnTo>
                  <a:pt x="2211832" y="371602"/>
                </a:lnTo>
                <a:close/>
              </a:path>
              <a:path w="4369434" h="1917064">
                <a:moveTo>
                  <a:pt x="2273427" y="31750"/>
                </a:moveTo>
                <a:lnTo>
                  <a:pt x="2171827" y="31750"/>
                </a:lnTo>
                <a:lnTo>
                  <a:pt x="2171827" y="44450"/>
                </a:lnTo>
                <a:lnTo>
                  <a:pt x="2273427" y="44450"/>
                </a:lnTo>
                <a:lnTo>
                  <a:pt x="2273427" y="31750"/>
                </a:lnTo>
                <a:close/>
              </a:path>
              <a:path w="4369434" h="1917064">
                <a:moveTo>
                  <a:pt x="2351532" y="371602"/>
                </a:moveTo>
                <a:lnTo>
                  <a:pt x="2249932" y="371602"/>
                </a:lnTo>
                <a:lnTo>
                  <a:pt x="2249932" y="384302"/>
                </a:lnTo>
                <a:lnTo>
                  <a:pt x="2351532" y="384302"/>
                </a:lnTo>
                <a:lnTo>
                  <a:pt x="2351532" y="371602"/>
                </a:lnTo>
                <a:close/>
              </a:path>
              <a:path w="4369434" h="1917064">
                <a:moveTo>
                  <a:pt x="2413127" y="31750"/>
                </a:moveTo>
                <a:lnTo>
                  <a:pt x="2311527" y="31750"/>
                </a:lnTo>
                <a:lnTo>
                  <a:pt x="2311527" y="44450"/>
                </a:lnTo>
                <a:lnTo>
                  <a:pt x="2413127" y="44450"/>
                </a:lnTo>
                <a:lnTo>
                  <a:pt x="2413127" y="31750"/>
                </a:lnTo>
                <a:close/>
              </a:path>
              <a:path w="4369434" h="1917064">
                <a:moveTo>
                  <a:pt x="2491232" y="371602"/>
                </a:moveTo>
                <a:lnTo>
                  <a:pt x="2389632" y="371602"/>
                </a:lnTo>
                <a:lnTo>
                  <a:pt x="2389632" y="384302"/>
                </a:lnTo>
                <a:lnTo>
                  <a:pt x="2491232" y="384302"/>
                </a:lnTo>
                <a:lnTo>
                  <a:pt x="2491232" y="371602"/>
                </a:lnTo>
                <a:close/>
              </a:path>
              <a:path w="4369434" h="1917064">
                <a:moveTo>
                  <a:pt x="2552827" y="31750"/>
                </a:moveTo>
                <a:lnTo>
                  <a:pt x="2451227" y="31750"/>
                </a:lnTo>
                <a:lnTo>
                  <a:pt x="2451227" y="44450"/>
                </a:lnTo>
                <a:lnTo>
                  <a:pt x="2552827" y="44450"/>
                </a:lnTo>
                <a:lnTo>
                  <a:pt x="2552827" y="31750"/>
                </a:lnTo>
                <a:close/>
              </a:path>
              <a:path w="4369434" h="1917064">
                <a:moveTo>
                  <a:pt x="2630932" y="371602"/>
                </a:moveTo>
                <a:lnTo>
                  <a:pt x="2529332" y="371602"/>
                </a:lnTo>
                <a:lnTo>
                  <a:pt x="2529332" y="384302"/>
                </a:lnTo>
                <a:lnTo>
                  <a:pt x="2630932" y="384302"/>
                </a:lnTo>
                <a:lnTo>
                  <a:pt x="2630932" y="371602"/>
                </a:lnTo>
                <a:close/>
              </a:path>
              <a:path w="4369434" h="1917064">
                <a:moveTo>
                  <a:pt x="2692527" y="31750"/>
                </a:moveTo>
                <a:lnTo>
                  <a:pt x="2590927" y="31750"/>
                </a:lnTo>
                <a:lnTo>
                  <a:pt x="2590927" y="44450"/>
                </a:lnTo>
                <a:lnTo>
                  <a:pt x="2692527" y="44450"/>
                </a:lnTo>
                <a:lnTo>
                  <a:pt x="2692527" y="31750"/>
                </a:lnTo>
                <a:close/>
              </a:path>
              <a:path w="4369434" h="1917064">
                <a:moveTo>
                  <a:pt x="2770632" y="371602"/>
                </a:moveTo>
                <a:lnTo>
                  <a:pt x="2669032" y="371602"/>
                </a:lnTo>
                <a:lnTo>
                  <a:pt x="2669032" y="384302"/>
                </a:lnTo>
                <a:lnTo>
                  <a:pt x="2770632" y="384302"/>
                </a:lnTo>
                <a:lnTo>
                  <a:pt x="2770632" y="371602"/>
                </a:lnTo>
                <a:close/>
              </a:path>
              <a:path w="4369434" h="1917064">
                <a:moveTo>
                  <a:pt x="2832227" y="31750"/>
                </a:moveTo>
                <a:lnTo>
                  <a:pt x="2730627" y="31750"/>
                </a:lnTo>
                <a:lnTo>
                  <a:pt x="2730627" y="44450"/>
                </a:lnTo>
                <a:lnTo>
                  <a:pt x="2832227" y="44450"/>
                </a:lnTo>
                <a:lnTo>
                  <a:pt x="2832227" y="31750"/>
                </a:lnTo>
                <a:close/>
              </a:path>
              <a:path w="4369434" h="1917064">
                <a:moveTo>
                  <a:pt x="2910332" y="371602"/>
                </a:moveTo>
                <a:lnTo>
                  <a:pt x="2808732" y="371602"/>
                </a:lnTo>
                <a:lnTo>
                  <a:pt x="2808732" y="384302"/>
                </a:lnTo>
                <a:lnTo>
                  <a:pt x="2910332" y="384302"/>
                </a:lnTo>
                <a:lnTo>
                  <a:pt x="2910332" y="371602"/>
                </a:lnTo>
                <a:close/>
              </a:path>
              <a:path w="4369434" h="1917064">
                <a:moveTo>
                  <a:pt x="2971927" y="31750"/>
                </a:moveTo>
                <a:lnTo>
                  <a:pt x="2870327" y="31750"/>
                </a:lnTo>
                <a:lnTo>
                  <a:pt x="2870327" y="44450"/>
                </a:lnTo>
                <a:lnTo>
                  <a:pt x="2971927" y="44450"/>
                </a:lnTo>
                <a:lnTo>
                  <a:pt x="2971927" y="31750"/>
                </a:lnTo>
                <a:close/>
              </a:path>
              <a:path w="4369434" h="1917064">
                <a:moveTo>
                  <a:pt x="3050032" y="371602"/>
                </a:moveTo>
                <a:lnTo>
                  <a:pt x="2948432" y="371602"/>
                </a:lnTo>
                <a:lnTo>
                  <a:pt x="2948432" y="384302"/>
                </a:lnTo>
                <a:lnTo>
                  <a:pt x="3050032" y="384302"/>
                </a:lnTo>
                <a:lnTo>
                  <a:pt x="3050032" y="371602"/>
                </a:lnTo>
                <a:close/>
              </a:path>
              <a:path w="4369434" h="1917064">
                <a:moveTo>
                  <a:pt x="3111627" y="31750"/>
                </a:moveTo>
                <a:lnTo>
                  <a:pt x="3010027" y="31750"/>
                </a:lnTo>
                <a:lnTo>
                  <a:pt x="3010027" y="44450"/>
                </a:lnTo>
                <a:lnTo>
                  <a:pt x="3111627" y="44450"/>
                </a:lnTo>
                <a:lnTo>
                  <a:pt x="3111627" y="31750"/>
                </a:lnTo>
                <a:close/>
              </a:path>
              <a:path w="4369434" h="1917064">
                <a:moveTo>
                  <a:pt x="3189732" y="371602"/>
                </a:moveTo>
                <a:lnTo>
                  <a:pt x="3088132" y="371602"/>
                </a:lnTo>
                <a:lnTo>
                  <a:pt x="3088132" y="384302"/>
                </a:lnTo>
                <a:lnTo>
                  <a:pt x="3189732" y="384302"/>
                </a:lnTo>
                <a:lnTo>
                  <a:pt x="3189732" y="371602"/>
                </a:lnTo>
                <a:close/>
              </a:path>
              <a:path w="4369434" h="1917064">
                <a:moveTo>
                  <a:pt x="3251327" y="31750"/>
                </a:moveTo>
                <a:lnTo>
                  <a:pt x="3149727" y="31750"/>
                </a:lnTo>
                <a:lnTo>
                  <a:pt x="3149727" y="44450"/>
                </a:lnTo>
                <a:lnTo>
                  <a:pt x="3251327" y="44450"/>
                </a:lnTo>
                <a:lnTo>
                  <a:pt x="3251327" y="31750"/>
                </a:lnTo>
                <a:close/>
              </a:path>
              <a:path w="4369434" h="1917064">
                <a:moveTo>
                  <a:pt x="3329432" y="371602"/>
                </a:moveTo>
                <a:lnTo>
                  <a:pt x="3227832" y="371602"/>
                </a:lnTo>
                <a:lnTo>
                  <a:pt x="3227832" y="384302"/>
                </a:lnTo>
                <a:lnTo>
                  <a:pt x="3329432" y="384302"/>
                </a:lnTo>
                <a:lnTo>
                  <a:pt x="3329432" y="371602"/>
                </a:lnTo>
                <a:close/>
              </a:path>
              <a:path w="4369434" h="1917064">
                <a:moveTo>
                  <a:pt x="3391027" y="31750"/>
                </a:moveTo>
                <a:lnTo>
                  <a:pt x="3289427" y="31750"/>
                </a:lnTo>
                <a:lnTo>
                  <a:pt x="3289427" y="44450"/>
                </a:lnTo>
                <a:lnTo>
                  <a:pt x="3391027" y="44450"/>
                </a:lnTo>
                <a:lnTo>
                  <a:pt x="3391027" y="31750"/>
                </a:lnTo>
                <a:close/>
              </a:path>
              <a:path w="4369434" h="1917064">
                <a:moveTo>
                  <a:pt x="3469132" y="371602"/>
                </a:moveTo>
                <a:lnTo>
                  <a:pt x="3367532" y="371602"/>
                </a:lnTo>
                <a:lnTo>
                  <a:pt x="3367532" y="384302"/>
                </a:lnTo>
                <a:lnTo>
                  <a:pt x="3469132" y="384302"/>
                </a:lnTo>
                <a:lnTo>
                  <a:pt x="3469132" y="371602"/>
                </a:lnTo>
                <a:close/>
              </a:path>
              <a:path w="4369434" h="1917064">
                <a:moveTo>
                  <a:pt x="3530727" y="31750"/>
                </a:moveTo>
                <a:lnTo>
                  <a:pt x="3429127" y="31750"/>
                </a:lnTo>
                <a:lnTo>
                  <a:pt x="3429127" y="44450"/>
                </a:lnTo>
                <a:lnTo>
                  <a:pt x="3530727" y="44450"/>
                </a:lnTo>
                <a:lnTo>
                  <a:pt x="3530727" y="31750"/>
                </a:lnTo>
                <a:close/>
              </a:path>
              <a:path w="4369434" h="1917064">
                <a:moveTo>
                  <a:pt x="3608832" y="371602"/>
                </a:moveTo>
                <a:lnTo>
                  <a:pt x="3507232" y="371602"/>
                </a:lnTo>
                <a:lnTo>
                  <a:pt x="3507232" y="384302"/>
                </a:lnTo>
                <a:lnTo>
                  <a:pt x="3608832" y="384302"/>
                </a:lnTo>
                <a:lnTo>
                  <a:pt x="3608832" y="371602"/>
                </a:lnTo>
                <a:close/>
              </a:path>
              <a:path w="4369434" h="1917064">
                <a:moveTo>
                  <a:pt x="3670427" y="31750"/>
                </a:moveTo>
                <a:lnTo>
                  <a:pt x="3568827" y="31750"/>
                </a:lnTo>
                <a:lnTo>
                  <a:pt x="3568827" y="44450"/>
                </a:lnTo>
                <a:lnTo>
                  <a:pt x="3670427" y="44450"/>
                </a:lnTo>
                <a:lnTo>
                  <a:pt x="3670427" y="31750"/>
                </a:lnTo>
                <a:close/>
              </a:path>
              <a:path w="4369434" h="1917064">
                <a:moveTo>
                  <a:pt x="3748532" y="371602"/>
                </a:moveTo>
                <a:lnTo>
                  <a:pt x="3646932" y="371602"/>
                </a:lnTo>
                <a:lnTo>
                  <a:pt x="3646932" y="384302"/>
                </a:lnTo>
                <a:lnTo>
                  <a:pt x="3748532" y="384302"/>
                </a:lnTo>
                <a:lnTo>
                  <a:pt x="3748532" y="371602"/>
                </a:lnTo>
                <a:close/>
              </a:path>
              <a:path w="4369434" h="1917064">
                <a:moveTo>
                  <a:pt x="3810127" y="31750"/>
                </a:moveTo>
                <a:lnTo>
                  <a:pt x="3708527" y="31750"/>
                </a:lnTo>
                <a:lnTo>
                  <a:pt x="3708527" y="44450"/>
                </a:lnTo>
                <a:lnTo>
                  <a:pt x="3810127" y="44450"/>
                </a:lnTo>
                <a:lnTo>
                  <a:pt x="3810127" y="31750"/>
                </a:lnTo>
                <a:close/>
              </a:path>
              <a:path w="4369434" h="1917064">
                <a:moveTo>
                  <a:pt x="3888232" y="371602"/>
                </a:moveTo>
                <a:lnTo>
                  <a:pt x="3786632" y="371602"/>
                </a:lnTo>
                <a:lnTo>
                  <a:pt x="3786632" y="384302"/>
                </a:lnTo>
                <a:lnTo>
                  <a:pt x="3888232" y="384302"/>
                </a:lnTo>
                <a:lnTo>
                  <a:pt x="3888232" y="371602"/>
                </a:lnTo>
                <a:close/>
              </a:path>
              <a:path w="4369434" h="1917064">
                <a:moveTo>
                  <a:pt x="3949827" y="31750"/>
                </a:moveTo>
                <a:lnTo>
                  <a:pt x="3848227" y="31750"/>
                </a:lnTo>
                <a:lnTo>
                  <a:pt x="3848227" y="44450"/>
                </a:lnTo>
                <a:lnTo>
                  <a:pt x="3949827" y="44450"/>
                </a:lnTo>
                <a:lnTo>
                  <a:pt x="3949827" y="31750"/>
                </a:lnTo>
                <a:close/>
              </a:path>
              <a:path w="4369434" h="1917064">
                <a:moveTo>
                  <a:pt x="4027932" y="371602"/>
                </a:moveTo>
                <a:lnTo>
                  <a:pt x="3926332" y="371602"/>
                </a:lnTo>
                <a:lnTo>
                  <a:pt x="3926332" y="384302"/>
                </a:lnTo>
                <a:lnTo>
                  <a:pt x="4027932" y="384302"/>
                </a:lnTo>
                <a:lnTo>
                  <a:pt x="4027932" y="371602"/>
                </a:lnTo>
                <a:close/>
              </a:path>
              <a:path w="4369434" h="1917064">
                <a:moveTo>
                  <a:pt x="4089527" y="31750"/>
                </a:moveTo>
                <a:lnTo>
                  <a:pt x="3987927" y="31750"/>
                </a:lnTo>
                <a:lnTo>
                  <a:pt x="3987927" y="44450"/>
                </a:lnTo>
                <a:lnTo>
                  <a:pt x="4089527" y="44450"/>
                </a:lnTo>
                <a:lnTo>
                  <a:pt x="4089527" y="31750"/>
                </a:lnTo>
                <a:close/>
              </a:path>
              <a:path w="4369434" h="1917064">
                <a:moveTo>
                  <a:pt x="4167632" y="371602"/>
                </a:moveTo>
                <a:lnTo>
                  <a:pt x="4066032" y="371602"/>
                </a:lnTo>
                <a:lnTo>
                  <a:pt x="4066032" y="384302"/>
                </a:lnTo>
                <a:lnTo>
                  <a:pt x="4167632" y="384302"/>
                </a:lnTo>
                <a:lnTo>
                  <a:pt x="4167632" y="371602"/>
                </a:lnTo>
                <a:close/>
              </a:path>
              <a:path w="4369434" h="1917064">
                <a:moveTo>
                  <a:pt x="4229227" y="31750"/>
                </a:moveTo>
                <a:lnTo>
                  <a:pt x="4127627" y="31750"/>
                </a:lnTo>
                <a:lnTo>
                  <a:pt x="4127627" y="44450"/>
                </a:lnTo>
                <a:lnTo>
                  <a:pt x="4229227" y="44450"/>
                </a:lnTo>
                <a:lnTo>
                  <a:pt x="4229227" y="31750"/>
                </a:lnTo>
                <a:close/>
              </a:path>
              <a:path w="4369434" h="1917064">
                <a:moveTo>
                  <a:pt x="4368927" y="377952"/>
                </a:moveTo>
                <a:lnTo>
                  <a:pt x="4356227" y="371602"/>
                </a:lnTo>
                <a:lnTo>
                  <a:pt x="4292727" y="339852"/>
                </a:lnTo>
                <a:lnTo>
                  <a:pt x="4292727" y="371602"/>
                </a:lnTo>
                <a:lnTo>
                  <a:pt x="4205732" y="371602"/>
                </a:lnTo>
                <a:lnTo>
                  <a:pt x="4205732" y="384302"/>
                </a:lnTo>
                <a:lnTo>
                  <a:pt x="4292727" y="384302"/>
                </a:lnTo>
                <a:lnTo>
                  <a:pt x="4292727" y="416052"/>
                </a:lnTo>
                <a:lnTo>
                  <a:pt x="4356227" y="384302"/>
                </a:lnTo>
                <a:lnTo>
                  <a:pt x="4368927" y="377952"/>
                </a:lnTo>
                <a:close/>
              </a:path>
              <a:path w="4369434" h="1917064">
                <a:moveTo>
                  <a:pt x="4368927" y="31750"/>
                </a:moveTo>
                <a:lnTo>
                  <a:pt x="4267327" y="31750"/>
                </a:lnTo>
                <a:lnTo>
                  <a:pt x="4267327" y="44450"/>
                </a:lnTo>
                <a:lnTo>
                  <a:pt x="4368927" y="44450"/>
                </a:lnTo>
                <a:lnTo>
                  <a:pt x="4368927" y="31750"/>
                </a:lnTo>
                <a:close/>
              </a:path>
            </a:pathLst>
          </a:custGeom>
          <a:solidFill>
            <a:srgbClr val="006FC0"/>
          </a:solidFill>
        </p:spPr>
        <p:txBody>
          <a:bodyPr wrap="square" lIns="0" tIns="0" rIns="0" bIns="0" rtlCol="0"/>
          <a:lstStyle/>
          <a:p>
            <a:endParaRPr/>
          </a:p>
        </p:txBody>
      </p:sp>
      <p:sp>
        <p:nvSpPr>
          <p:cNvPr id="31" name="object 31"/>
          <p:cNvSpPr txBox="1"/>
          <p:nvPr/>
        </p:nvSpPr>
        <p:spPr>
          <a:xfrm>
            <a:off x="4436490" y="1327861"/>
            <a:ext cx="1454150"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2.</a:t>
            </a:r>
            <a:r>
              <a:rPr sz="1200" spc="-20" dirty="0">
                <a:solidFill>
                  <a:srgbClr val="006FC0"/>
                </a:solidFill>
                <a:latin typeface="Calibri"/>
                <a:cs typeface="Calibri"/>
              </a:rPr>
              <a:t> </a:t>
            </a:r>
            <a:r>
              <a:rPr sz="1200" spc="-5" dirty="0">
                <a:solidFill>
                  <a:srgbClr val="006FC0"/>
                </a:solidFill>
                <a:latin typeface="Calibri"/>
                <a:cs typeface="Calibri"/>
              </a:rPr>
              <a:t>Get</a:t>
            </a:r>
            <a:r>
              <a:rPr sz="1200" spc="-10" dirty="0">
                <a:solidFill>
                  <a:srgbClr val="006FC0"/>
                </a:solidFill>
                <a:latin typeface="Calibri"/>
                <a:cs typeface="Calibri"/>
              </a:rPr>
              <a:t> </a:t>
            </a:r>
            <a:r>
              <a:rPr sz="1200" dirty="0">
                <a:solidFill>
                  <a:srgbClr val="006FC0"/>
                </a:solidFill>
                <a:latin typeface="Calibri"/>
                <a:cs typeface="Calibri"/>
              </a:rPr>
              <a:t>New</a:t>
            </a:r>
            <a:r>
              <a:rPr sz="1200" spc="-25" dirty="0">
                <a:solidFill>
                  <a:srgbClr val="006FC0"/>
                </a:solidFill>
                <a:latin typeface="Calibri"/>
                <a:cs typeface="Calibri"/>
              </a:rPr>
              <a:t> </a:t>
            </a:r>
            <a:r>
              <a:rPr sz="1200" spc="-5" dirty="0">
                <a:solidFill>
                  <a:srgbClr val="006FC0"/>
                </a:solidFill>
                <a:latin typeface="Calibri"/>
                <a:cs typeface="Calibri"/>
              </a:rPr>
              <a:t>Application</a:t>
            </a:r>
            <a:endParaRPr sz="1200">
              <a:latin typeface="Calibri"/>
              <a:cs typeface="Calibri"/>
            </a:endParaRPr>
          </a:p>
        </p:txBody>
      </p:sp>
      <p:sp>
        <p:nvSpPr>
          <p:cNvPr id="32" name="object 32"/>
          <p:cNvSpPr txBox="1"/>
          <p:nvPr/>
        </p:nvSpPr>
        <p:spPr>
          <a:xfrm>
            <a:off x="4502022" y="1678051"/>
            <a:ext cx="134810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4.</a:t>
            </a:r>
            <a:r>
              <a:rPr sz="1200" spc="-25" dirty="0">
                <a:solidFill>
                  <a:srgbClr val="006FC0"/>
                </a:solidFill>
                <a:latin typeface="Calibri"/>
                <a:cs typeface="Calibri"/>
              </a:rPr>
              <a:t> </a:t>
            </a:r>
            <a:r>
              <a:rPr sz="1200" dirty="0">
                <a:solidFill>
                  <a:srgbClr val="006FC0"/>
                </a:solidFill>
                <a:latin typeface="Calibri"/>
                <a:cs typeface="Calibri"/>
              </a:rPr>
              <a:t>Submit</a:t>
            </a:r>
            <a:r>
              <a:rPr sz="1200" spc="-60" dirty="0">
                <a:solidFill>
                  <a:srgbClr val="006FC0"/>
                </a:solidFill>
                <a:latin typeface="Calibri"/>
                <a:cs typeface="Calibri"/>
              </a:rPr>
              <a:t> </a:t>
            </a:r>
            <a:r>
              <a:rPr sz="1200" spc="-5" dirty="0">
                <a:solidFill>
                  <a:srgbClr val="006FC0"/>
                </a:solidFill>
                <a:latin typeface="Calibri"/>
                <a:cs typeface="Calibri"/>
              </a:rPr>
              <a:t>Application</a:t>
            </a:r>
            <a:endParaRPr sz="1200">
              <a:latin typeface="Calibri"/>
              <a:cs typeface="Calibri"/>
            </a:endParaRPr>
          </a:p>
        </p:txBody>
      </p:sp>
      <p:sp>
        <p:nvSpPr>
          <p:cNvPr id="33" name="object 33"/>
          <p:cNvSpPr txBox="1"/>
          <p:nvPr/>
        </p:nvSpPr>
        <p:spPr>
          <a:xfrm>
            <a:off x="1234541" y="2612898"/>
            <a:ext cx="139192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3.</a:t>
            </a:r>
            <a:r>
              <a:rPr sz="1200" spc="-10" dirty="0">
                <a:solidFill>
                  <a:srgbClr val="006FC0"/>
                </a:solidFill>
                <a:latin typeface="Calibri"/>
                <a:cs typeface="Calibri"/>
              </a:rPr>
              <a:t> </a:t>
            </a:r>
            <a:r>
              <a:rPr sz="1200" spc="-5" dirty="0">
                <a:solidFill>
                  <a:srgbClr val="006FC0"/>
                </a:solidFill>
                <a:latin typeface="Calibri"/>
                <a:cs typeface="Calibri"/>
              </a:rPr>
              <a:t>Copy</a:t>
            </a:r>
            <a:r>
              <a:rPr sz="1200" spc="-40" dirty="0">
                <a:solidFill>
                  <a:srgbClr val="006FC0"/>
                </a:solidFill>
                <a:latin typeface="Calibri"/>
                <a:cs typeface="Calibri"/>
              </a:rPr>
              <a:t> </a:t>
            </a:r>
            <a:r>
              <a:rPr sz="1200" dirty="0">
                <a:solidFill>
                  <a:srgbClr val="006FC0"/>
                </a:solidFill>
                <a:latin typeface="Calibri"/>
                <a:cs typeface="Calibri"/>
              </a:rPr>
              <a:t>Job</a:t>
            </a:r>
            <a:r>
              <a:rPr sz="1200" spc="-5" dirty="0">
                <a:solidFill>
                  <a:srgbClr val="006FC0"/>
                </a:solidFill>
                <a:latin typeface="Calibri"/>
                <a:cs typeface="Calibri"/>
              </a:rPr>
              <a:t> </a:t>
            </a:r>
            <a:r>
              <a:rPr sz="1200" spc="-10" dirty="0">
                <a:solidFill>
                  <a:srgbClr val="006FC0"/>
                </a:solidFill>
                <a:latin typeface="Calibri"/>
                <a:cs typeface="Calibri"/>
              </a:rPr>
              <a:t>Resources</a:t>
            </a:r>
            <a:endParaRPr sz="1200">
              <a:latin typeface="Calibri"/>
              <a:cs typeface="Calibri"/>
            </a:endParaRPr>
          </a:p>
        </p:txBody>
      </p:sp>
      <p:grpSp>
        <p:nvGrpSpPr>
          <p:cNvPr id="34" name="object 34"/>
          <p:cNvGrpSpPr/>
          <p:nvPr/>
        </p:nvGrpSpPr>
        <p:grpSpPr>
          <a:xfrm>
            <a:off x="5047297" y="1876679"/>
            <a:ext cx="2433320" cy="2489835"/>
            <a:chOff x="5047297" y="1876679"/>
            <a:chExt cx="2433320" cy="2489835"/>
          </a:xfrm>
        </p:grpSpPr>
        <p:sp>
          <p:nvSpPr>
            <p:cNvPr id="35" name="object 35"/>
            <p:cNvSpPr/>
            <p:nvPr/>
          </p:nvSpPr>
          <p:spPr>
            <a:xfrm>
              <a:off x="5052059" y="3044952"/>
              <a:ext cx="1188720" cy="375285"/>
            </a:xfrm>
            <a:custGeom>
              <a:avLst/>
              <a:gdLst/>
              <a:ahLst/>
              <a:cxnLst/>
              <a:rect l="l" t="t" r="r" b="b"/>
              <a:pathLst>
                <a:path w="1188720" h="375285">
                  <a:moveTo>
                    <a:pt x="1126236" y="0"/>
                  </a:moveTo>
                  <a:lnTo>
                    <a:pt x="62484" y="0"/>
                  </a:lnTo>
                  <a:lnTo>
                    <a:pt x="38147" y="4905"/>
                  </a:lnTo>
                  <a:lnTo>
                    <a:pt x="18287" y="18288"/>
                  </a:lnTo>
                  <a:lnTo>
                    <a:pt x="4905" y="38147"/>
                  </a:lnTo>
                  <a:lnTo>
                    <a:pt x="0" y="62484"/>
                  </a:lnTo>
                  <a:lnTo>
                    <a:pt x="0" y="312420"/>
                  </a:lnTo>
                  <a:lnTo>
                    <a:pt x="4905" y="336756"/>
                  </a:lnTo>
                  <a:lnTo>
                    <a:pt x="18287" y="356616"/>
                  </a:lnTo>
                  <a:lnTo>
                    <a:pt x="38147" y="369998"/>
                  </a:lnTo>
                  <a:lnTo>
                    <a:pt x="62484" y="374904"/>
                  </a:lnTo>
                  <a:lnTo>
                    <a:pt x="1126236" y="374904"/>
                  </a:lnTo>
                  <a:lnTo>
                    <a:pt x="1150572" y="369998"/>
                  </a:lnTo>
                  <a:lnTo>
                    <a:pt x="1170431" y="356616"/>
                  </a:lnTo>
                  <a:lnTo>
                    <a:pt x="1183814" y="336756"/>
                  </a:lnTo>
                  <a:lnTo>
                    <a:pt x="1188719" y="312420"/>
                  </a:lnTo>
                  <a:lnTo>
                    <a:pt x="1188719" y="62484"/>
                  </a:lnTo>
                  <a:lnTo>
                    <a:pt x="1183814" y="38147"/>
                  </a:lnTo>
                  <a:lnTo>
                    <a:pt x="1170431" y="18287"/>
                  </a:lnTo>
                  <a:lnTo>
                    <a:pt x="1150572" y="4905"/>
                  </a:lnTo>
                  <a:lnTo>
                    <a:pt x="1126236" y="0"/>
                  </a:lnTo>
                  <a:close/>
                </a:path>
              </a:pathLst>
            </a:custGeom>
            <a:solidFill>
              <a:srgbClr val="0D80B8"/>
            </a:solidFill>
          </p:spPr>
          <p:txBody>
            <a:bodyPr wrap="square" lIns="0" tIns="0" rIns="0" bIns="0" rtlCol="0"/>
            <a:lstStyle/>
            <a:p>
              <a:endParaRPr/>
            </a:p>
          </p:txBody>
        </p:sp>
        <p:sp>
          <p:nvSpPr>
            <p:cNvPr id="36" name="object 36"/>
            <p:cNvSpPr/>
            <p:nvPr/>
          </p:nvSpPr>
          <p:spPr>
            <a:xfrm>
              <a:off x="5052059" y="3044952"/>
              <a:ext cx="1188720" cy="375285"/>
            </a:xfrm>
            <a:custGeom>
              <a:avLst/>
              <a:gdLst/>
              <a:ahLst/>
              <a:cxnLst/>
              <a:rect l="l" t="t" r="r" b="b"/>
              <a:pathLst>
                <a:path w="1188720" h="375285">
                  <a:moveTo>
                    <a:pt x="0" y="62484"/>
                  </a:moveTo>
                  <a:lnTo>
                    <a:pt x="4905" y="38147"/>
                  </a:lnTo>
                  <a:lnTo>
                    <a:pt x="18287" y="18288"/>
                  </a:lnTo>
                  <a:lnTo>
                    <a:pt x="38147" y="4905"/>
                  </a:lnTo>
                  <a:lnTo>
                    <a:pt x="62484" y="0"/>
                  </a:lnTo>
                  <a:lnTo>
                    <a:pt x="1126236" y="0"/>
                  </a:lnTo>
                  <a:lnTo>
                    <a:pt x="1150572" y="4905"/>
                  </a:lnTo>
                  <a:lnTo>
                    <a:pt x="1170431" y="18287"/>
                  </a:lnTo>
                  <a:lnTo>
                    <a:pt x="1183814" y="38147"/>
                  </a:lnTo>
                  <a:lnTo>
                    <a:pt x="1188719" y="62484"/>
                  </a:lnTo>
                  <a:lnTo>
                    <a:pt x="1188719" y="312420"/>
                  </a:lnTo>
                  <a:lnTo>
                    <a:pt x="1183814" y="336756"/>
                  </a:lnTo>
                  <a:lnTo>
                    <a:pt x="1170431" y="356616"/>
                  </a:lnTo>
                  <a:lnTo>
                    <a:pt x="1150572" y="369998"/>
                  </a:lnTo>
                  <a:lnTo>
                    <a:pt x="1126236" y="374904"/>
                  </a:lnTo>
                  <a:lnTo>
                    <a:pt x="62484" y="374904"/>
                  </a:lnTo>
                  <a:lnTo>
                    <a:pt x="38147" y="369998"/>
                  </a:lnTo>
                  <a:lnTo>
                    <a:pt x="18287" y="356616"/>
                  </a:lnTo>
                  <a:lnTo>
                    <a:pt x="4905" y="336756"/>
                  </a:lnTo>
                  <a:lnTo>
                    <a:pt x="0" y="312420"/>
                  </a:lnTo>
                  <a:lnTo>
                    <a:pt x="0" y="62484"/>
                  </a:lnTo>
                  <a:close/>
                </a:path>
              </a:pathLst>
            </a:custGeom>
            <a:ln w="9144">
              <a:solidFill>
                <a:srgbClr val="5F5F5F"/>
              </a:solidFill>
            </a:ln>
          </p:spPr>
          <p:txBody>
            <a:bodyPr wrap="square" lIns="0" tIns="0" rIns="0" bIns="0" rtlCol="0"/>
            <a:lstStyle/>
            <a:p>
              <a:endParaRPr/>
            </a:p>
          </p:txBody>
        </p:sp>
        <p:sp>
          <p:nvSpPr>
            <p:cNvPr id="37" name="object 37"/>
            <p:cNvSpPr/>
            <p:nvPr/>
          </p:nvSpPr>
          <p:spPr>
            <a:xfrm>
              <a:off x="5052059" y="3985260"/>
              <a:ext cx="1188720" cy="376555"/>
            </a:xfrm>
            <a:custGeom>
              <a:avLst/>
              <a:gdLst/>
              <a:ahLst/>
              <a:cxnLst/>
              <a:rect l="l" t="t" r="r" b="b"/>
              <a:pathLst>
                <a:path w="1188720" h="376554">
                  <a:moveTo>
                    <a:pt x="1125981" y="0"/>
                  </a:moveTo>
                  <a:lnTo>
                    <a:pt x="62737" y="0"/>
                  </a:lnTo>
                  <a:lnTo>
                    <a:pt x="38308" y="4930"/>
                  </a:lnTo>
                  <a:lnTo>
                    <a:pt x="18367" y="18376"/>
                  </a:lnTo>
                  <a:lnTo>
                    <a:pt x="4927" y="38319"/>
                  </a:lnTo>
                  <a:lnTo>
                    <a:pt x="0" y="62737"/>
                  </a:lnTo>
                  <a:lnTo>
                    <a:pt x="0" y="313689"/>
                  </a:lnTo>
                  <a:lnTo>
                    <a:pt x="4927" y="338108"/>
                  </a:lnTo>
                  <a:lnTo>
                    <a:pt x="18367" y="358051"/>
                  </a:lnTo>
                  <a:lnTo>
                    <a:pt x="38308" y="371497"/>
                  </a:lnTo>
                  <a:lnTo>
                    <a:pt x="62737" y="376427"/>
                  </a:lnTo>
                  <a:lnTo>
                    <a:pt x="1125981" y="376427"/>
                  </a:lnTo>
                  <a:lnTo>
                    <a:pt x="1150411" y="371497"/>
                  </a:lnTo>
                  <a:lnTo>
                    <a:pt x="1170352" y="358051"/>
                  </a:lnTo>
                  <a:lnTo>
                    <a:pt x="1183792" y="338108"/>
                  </a:lnTo>
                  <a:lnTo>
                    <a:pt x="1188719" y="313689"/>
                  </a:lnTo>
                  <a:lnTo>
                    <a:pt x="1188719" y="62737"/>
                  </a:lnTo>
                  <a:lnTo>
                    <a:pt x="1183792" y="38319"/>
                  </a:lnTo>
                  <a:lnTo>
                    <a:pt x="1170352" y="18376"/>
                  </a:lnTo>
                  <a:lnTo>
                    <a:pt x="1150411" y="4930"/>
                  </a:lnTo>
                  <a:lnTo>
                    <a:pt x="1125981" y="0"/>
                  </a:lnTo>
                  <a:close/>
                </a:path>
              </a:pathLst>
            </a:custGeom>
            <a:solidFill>
              <a:srgbClr val="0D80B8"/>
            </a:solidFill>
          </p:spPr>
          <p:txBody>
            <a:bodyPr wrap="square" lIns="0" tIns="0" rIns="0" bIns="0" rtlCol="0"/>
            <a:lstStyle/>
            <a:p>
              <a:endParaRPr/>
            </a:p>
          </p:txBody>
        </p:sp>
        <p:sp>
          <p:nvSpPr>
            <p:cNvPr id="38" name="object 38"/>
            <p:cNvSpPr/>
            <p:nvPr/>
          </p:nvSpPr>
          <p:spPr>
            <a:xfrm>
              <a:off x="5052059" y="3985260"/>
              <a:ext cx="1188720" cy="376555"/>
            </a:xfrm>
            <a:custGeom>
              <a:avLst/>
              <a:gdLst/>
              <a:ahLst/>
              <a:cxnLst/>
              <a:rect l="l" t="t" r="r" b="b"/>
              <a:pathLst>
                <a:path w="1188720" h="376554">
                  <a:moveTo>
                    <a:pt x="0" y="62737"/>
                  </a:moveTo>
                  <a:lnTo>
                    <a:pt x="4927" y="38319"/>
                  </a:lnTo>
                  <a:lnTo>
                    <a:pt x="18367" y="18376"/>
                  </a:lnTo>
                  <a:lnTo>
                    <a:pt x="38308" y="4930"/>
                  </a:lnTo>
                  <a:lnTo>
                    <a:pt x="62737" y="0"/>
                  </a:lnTo>
                  <a:lnTo>
                    <a:pt x="1125981" y="0"/>
                  </a:lnTo>
                  <a:lnTo>
                    <a:pt x="1150411" y="4930"/>
                  </a:lnTo>
                  <a:lnTo>
                    <a:pt x="1170352" y="18376"/>
                  </a:lnTo>
                  <a:lnTo>
                    <a:pt x="1183792" y="38319"/>
                  </a:lnTo>
                  <a:lnTo>
                    <a:pt x="1188719" y="62737"/>
                  </a:lnTo>
                  <a:lnTo>
                    <a:pt x="1188719" y="313689"/>
                  </a:lnTo>
                  <a:lnTo>
                    <a:pt x="1183792" y="338108"/>
                  </a:lnTo>
                  <a:lnTo>
                    <a:pt x="1170352" y="358051"/>
                  </a:lnTo>
                  <a:lnTo>
                    <a:pt x="1150411" y="371497"/>
                  </a:lnTo>
                  <a:lnTo>
                    <a:pt x="1125981" y="376427"/>
                  </a:lnTo>
                  <a:lnTo>
                    <a:pt x="62737" y="376427"/>
                  </a:lnTo>
                  <a:lnTo>
                    <a:pt x="38308" y="371497"/>
                  </a:lnTo>
                  <a:lnTo>
                    <a:pt x="18367" y="358051"/>
                  </a:lnTo>
                  <a:lnTo>
                    <a:pt x="4927" y="338108"/>
                  </a:lnTo>
                  <a:lnTo>
                    <a:pt x="0" y="313689"/>
                  </a:lnTo>
                  <a:lnTo>
                    <a:pt x="0" y="62737"/>
                  </a:lnTo>
                  <a:close/>
                </a:path>
              </a:pathLst>
            </a:custGeom>
            <a:ln w="9144">
              <a:solidFill>
                <a:srgbClr val="5F5F5F"/>
              </a:solidFill>
            </a:ln>
          </p:spPr>
          <p:txBody>
            <a:bodyPr wrap="square" lIns="0" tIns="0" rIns="0" bIns="0" rtlCol="0"/>
            <a:lstStyle/>
            <a:p>
              <a:endParaRPr/>
            </a:p>
          </p:txBody>
        </p:sp>
        <p:sp>
          <p:nvSpPr>
            <p:cNvPr id="39" name="object 39"/>
            <p:cNvSpPr/>
            <p:nvPr/>
          </p:nvSpPr>
          <p:spPr>
            <a:xfrm>
              <a:off x="5445252" y="1876678"/>
              <a:ext cx="2035175" cy="2301240"/>
            </a:xfrm>
            <a:custGeom>
              <a:avLst/>
              <a:gdLst/>
              <a:ahLst/>
              <a:cxnLst/>
              <a:rect l="l" t="t" r="r" b="b"/>
              <a:pathLst>
                <a:path w="2035175" h="2301240">
                  <a:moveTo>
                    <a:pt x="76200" y="1608709"/>
                  </a:moveTo>
                  <a:lnTo>
                    <a:pt x="69850" y="1596009"/>
                  </a:lnTo>
                  <a:lnTo>
                    <a:pt x="38100" y="1532509"/>
                  </a:lnTo>
                  <a:lnTo>
                    <a:pt x="0" y="1608709"/>
                  </a:lnTo>
                  <a:lnTo>
                    <a:pt x="31750" y="1608709"/>
                  </a:lnTo>
                  <a:lnTo>
                    <a:pt x="31750" y="2108708"/>
                  </a:lnTo>
                  <a:lnTo>
                    <a:pt x="44450" y="2108708"/>
                  </a:lnTo>
                  <a:lnTo>
                    <a:pt x="44450" y="1608709"/>
                  </a:lnTo>
                  <a:lnTo>
                    <a:pt x="76200" y="1608709"/>
                  </a:lnTo>
                  <a:close/>
                </a:path>
                <a:path w="2035175" h="2301240">
                  <a:moveTo>
                    <a:pt x="600456" y="2043176"/>
                  </a:moveTo>
                  <a:lnTo>
                    <a:pt x="568706" y="2043176"/>
                  </a:lnTo>
                  <a:lnTo>
                    <a:pt x="568706" y="1543177"/>
                  </a:lnTo>
                  <a:lnTo>
                    <a:pt x="556006" y="1543177"/>
                  </a:lnTo>
                  <a:lnTo>
                    <a:pt x="556006" y="2043176"/>
                  </a:lnTo>
                  <a:lnTo>
                    <a:pt x="524256" y="2043176"/>
                  </a:lnTo>
                  <a:lnTo>
                    <a:pt x="562356" y="2119376"/>
                  </a:lnTo>
                  <a:lnTo>
                    <a:pt x="594106" y="2055876"/>
                  </a:lnTo>
                  <a:lnTo>
                    <a:pt x="600456" y="2043176"/>
                  </a:lnTo>
                  <a:close/>
                </a:path>
                <a:path w="2035175" h="2301240">
                  <a:moveTo>
                    <a:pt x="1082294" y="7874"/>
                  </a:moveTo>
                  <a:lnTo>
                    <a:pt x="1072261" y="0"/>
                  </a:lnTo>
                  <a:lnTo>
                    <a:pt x="212521" y="1104023"/>
                  </a:lnTo>
                  <a:lnTo>
                    <a:pt x="187452" y="1084453"/>
                  </a:lnTo>
                  <a:lnTo>
                    <a:pt x="170688" y="1168019"/>
                  </a:lnTo>
                  <a:lnTo>
                    <a:pt x="247523" y="1131316"/>
                  </a:lnTo>
                  <a:lnTo>
                    <a:pt x="235305" y="1121791"/>
                  </a:lnTo>
                  <a:lnTo>
                    <a:pt x="222516" y="1111821"/>
                  </a:lnTo>
                  <a:lnTo>
                    <a:pt x="1082294" y="7874"/>
                  </a:lnTo>
                  <a:close/>
                </a:path>
                <a:path w="2035175" h="2301240">
                  <a:moveTo>
                    <a:pt x="2034921" y="67945"/>
                  </a:moveTo>
                  <a:lnTo>
                    <a:pt x="1964563" y="116078"/>
                  </a:lnTo>
                  <a:lnTo>
                    <a:pt x="1992299" y="131495"/>
                  </a:lnTo>
                  <a:lnTo>
                    <a:pt x="789940" y="2294547"/>
                  </a:lnTo>
                  <a:lnTo>
                    <a:pt x="801116" y="2300719"/>
                  </a:lnTo>
                  <a:lnTo>
                    <a:pt x="2003336" y="137617"/>
                  </a:lnTo>
                  <a:lnTo>
                    <a:pt x="2031111" y="153035"/>
                  </a:lnTo>
                  <a:lnTo>
                    <a:pt x="2032571" y="120396"/>
                  </a:lnTo>
                  <a:lnTo>
                    <a:pt x="2034921" y="67945"/>
                  </a:lnTo>
                  <a:close/>
                </a:path>
              </a:pathLst>
            </a:custGeom>
            <a:solidFill>
              <a:srgbClr val="7999A0"/>
            </a:solidFill>
          </p:spPr>
          <p:txBody>
            <a:bodyPr wrap="square" lIns="0" tIns="0" rIns="0" bIns="0" rtlCol="0"/>
            <a:lstStyle/>
            <a:p>
              <a:endParaRPr/>
            </a:p>
          </p:txBody>
        </p:sp>
      </p:grpSp>
      <p:sp>
        <p:nvSpPr>
          <p:cNvPr id="40" name="object 40"/>
          <p:cNvSpPr txBox="1"/>
          <p:nvPr/>
        </p:nvSpPr>
        <p:spPr>
          <a:xfrm>
            <a:off x="4171950" y="1967610"/>
            <a:ext cx="2066289"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5.</a:t>
            </a:r>
            <a:r>
              <a:rPr sz="1200" spc="-10" dirty="0">
                <a:solidFill>
                  <a:srgbClr val="006FC0"/>
                </a:solidFill>
                <a:latin typeface="Calibri"/>
                <a:cs typeface="Calibri"/>
              </a:rPr>
              <a:t> </a:t>
            </a:r>
            <a:r>
              <a:rPr sz="1200" spc="-5" dirty="0">
                <a:solidFill>
                  <a:srgbClr val="006FC0"/>
                </a:solidFill>
                <a:latin typeface="Calibri"/>
                <a:cs typeface="Calibri"/>
              </a:rPr>
              <a:t>Start</a:t>
            </a:r>
            <a:r>
              <a:rPr sz="1200" spc="-35" dirty="0">
                <a:solidFill>
                  <a:srgbClr val="006FC0"/>
                </a:solidFill>
                <a:latin typeface="Calibri"/>
                <a:cs typeface="Calibri"/>
              </a:rPr>
              <a:t> </a:t>
            </a:r>
            <a:r>
              <a:rPr sz="1200" dirty="0">
                <a:solidFill>
                  <a:srgbClr val="006FC0"/>
                </a:solidFill>
                <a:latin typeface="Calibri"/>
                <a:cs typeface="Calibri"/>
              </a:rPr>
              <a:t>MR</a:t>
            </a:r>
            <a:r>
              <a:rPr sz="1200" spc="-15" dirty="0">
                <a:solidFill>
                  <a:srgbClr val="006FC0"/>
                </a:solidFill>
                <a:latin typeface="Calibri"/>
                <a:cs typeface="Calibri"/>
              </a:rPr>
              <a:t> </a:t>
            </a:r>
            <a:r>
              <a:rPr sz="1200" spc="-5" dirty="0">
                <a:solidFill>
                  <a:srgbClr val="006FC0"/>
                </a:solidFill>
                <a:latin typeface="Calibri"/>
                <a:cs typeface="Calibri"/>
              </a:rPr>
              <a:t>AppMaster</a:t>
            </a:r>
            <a:r>
              <a:rPr sz="1200" spc="-40" dirty="0">
                <a:solidFill>
                  <a:srgbClr val="006FC0"/>
                </a:solidFill>
                <a:latin typeface="Calibri"/>
                <a:cs typeface="Calibri"/>
              </a:rPr>
              <a:t> </a:t>
            </a:r>
            <a:r>
              <a:rPr sz="1200" spc="-5" dirty="0">
                <a:solidFill>
                  <a:srgbClr val="006FC0"/>
                </a:solidFill>
                <a:latin typeface="Calibri"/>
                <a:cs typeface="Calibri"/>
              </a:rPr>
              <a:t>container</a:t>
            </a:r>
            <a:endParaRPr sz="1200">
              <a:latin typeface="Calibri"/>
              <a:cs typeface="Calibri"/>
            </a:endParaRPr>
          </a:p>
        </p:txBody>
      </p:sp>
      <p:sp>
        <p:nvSpPr>
          <p:cNvPr id="41" name="object 41"/>
          <p:cNvSpPr/>
          <p:nvPr/>
        </p:nvSpPr>
        <p:spPr>
          <a:xfrm>
            <a:off x="2453639" y="3765041"/>
            <a:ext cx="2599690" cy="415290"/>
          </a:xfrm>
          <a:custGeom>
            <a:avLst/>
            <a:gdLst/>
            <a:ahLst/>
            <a:cxnLst/>
            <a:rect l="l" t="t" r="r" b="b"/>
            <a:pathLst>
              <a:path w="2599690" h="415289">
                <a:moveTo>
                  <a:pt x="76294" y="31434"/>
                </a:moveTo>
                <a:lnTo>
                  <a:pt x="74452" y="44016"/>
                </a:lnTo>
                <a:lnTo>
                  <a:pt x="2597277" y="414921"/>
                </a:lnTo>
                <a:lnTo>
                  <a:pt x="2599182" y="402348"/>
                </a:lnTo>
                <a:lnTo>
                  <a:pt x="76294" y="31434"/>
                </a:lnTo>
                <a:close/>
              </a:path>
              <a:path w="2599690" h="415289">
                <a:moveTo>
                  <a:pt x="80899" y="0"/>
                </a:moveTo>
                <a:lnTo>
                  <a:pt x="0" y="26670"/>
                </a:lnTo>
                <a:lnTo>
                  <a:pt x="69850" y="75438"/>
                </a:lnTo>
                <a:lnTo>
                  <a:pt x="74452" y="44016"/>
                </a:lnTo>
                <a:lnTo>
                  <a:pt x="61849" y="42164"/>
                </a:lnTo>
                <a:lnTo>
                  <a:pt x="63754" y="29591"/>
                </a:lnTo>
                <a:lnTo>
                  <a:pt x="76564" y="29591"/>
                </a:lnTo>
                <a:lnTo>
                  <a:pt x="80899" y="0"/>
                </a:lnTo>
                <a:close/>
              </a:path>
              <a:path w="2599690" h="415289">
                <a:moveTo>
                  <a:pt x="63754" y="29591"/>
                </a:moveTo>
                <a:lnTo>
                  <a:pt x="61849" y="42164"/>
                </a:lnTo>
                <a:lnTo>
                  <a:pt x="74452" y="44016"/>
                </a:lnTo>
                <a:lnTo>
                  <a:pt x="76294" y="31434"/>
                </a:lnTo>
                <a:lnTo>
                  <a:pt x="63754" y="29591"/>
                </a:lnTo>
                <a:close/>
              </a:path>
              <a:path w="2599690" h="415289">
                <a:moveTo>
                  <a:pt x="76564" y="29591"/>
                </a:moveTo>
                <a:lnTo>
                  <a:pt x="63754" y="29591"/>
                </a:lnTo>
                <a:lnTo>
                  <a:pt x="76294" y="31434"/>
                </a:lnTo>
                <a:lnTo>
                  <a:pt x="76564" y="29591"/>
                </a:lnTo>
                <a:close/>
              </a:path>
            </a:pathLst>
          </a:custGeom>
          <a:solidFill>
            <a:srgbClr val="7999A0"/>
          </a:solidFill>
        </p:spPr>
        <p:txBody>
          <a:bodyPr wrap="square" lIns="0" tIns="0" rIns="0" bIns="0" rtlCol="0"/>
          <a:lstStyle/>
          <a:p>
            <a:endParaRPr/>
          </a:p>
        </p:txBody>
      </p:sp>
      <p:sp>
        <p:nvSpPr>
          <p:cNvPr id="42" name="object 42"/>
          <p:cNvSpPr txBox="1"/>
          <p:nvPr/>
        </p:nvSpPr>
        <p:spPr>
          <a:xfrm>
            <a:off x="4903978" y="3099561"/>
            <a:ext cx="1275080" cy="756285"/>
          </a:xfrm>
          <a:prstGeom prst="rect">
            <a:avLst/>
          </a:prstGeom>
        </p:spPr>
        <p:txBody>
          <a:bodyPr vert="horz" wrap="square" lIns="0" tIns="13335" rIns="0" bIns="0" rtlCol="0">
            <a:spAutoFit/>
          </a:bodyPr>
          <a:lstStyle/>
          <a:p>
            <a:pPr marL="219075">
              <a:lnSpc>
                <a:spcPct val="100000"/>
              </a:lnSpc>
              <a:spcBef>
                <a:spcPts val="105"/>
              </a:spcBef>
            </a:pPr>
            <a:r>
              <a:rPr sz="1350" dirty="0">
                <a:solidFill>
                  <a:srgbClr val="FFFFFF"/>
                </a:solidFill>
                <a:latin typeface="Calibri"/>
                <a:cs typeface="Calibri"/>
              </a:rPr>
              <a:t>Node</a:t>
            </a:r>
            <a:r>
              <a:rPr sz="1350" spc="-65" dirty="0">
                <a:solidFill>
                  <a:srgbClr val="FFFFFF"/>
                </a:solidFill>
                <a:latin typeface="Calibri"/>
                <a:cs typeface="Calibri"/>
              </a:rPr>
              <a:t> </a:t>
            </a:r>
            <a:r>
              <a:rPr sz="1350" spc="-5" dirty="0">
                <a:solidFill>
                  <a:srgbClr val="FFFFFF"/>
                </a:solidFill>
                <a:latin typeface="Calibri"/>
                <a:cs typeface="Calibri"/>
              </a:rPr>
              <a:t>Manager</a:t>
            </a:r>
            <a:endParaRPr sz="1350">
              <a:latin typeface="Calibri"/>
              <a:cs typeface="Calibri"/>
            </a:endParaRPr>
          </a:p>
          <a:p>
            <a:pPr>
              <a:lnSpc>
                <a:spcPct val="100000"/>
              </a:lnSpc>
              <a:spcBef>
                <a:spcPts val="15"/>
              </a:spcBef>
            </a:pPr>
            <a:endParaRPr sz="1400">
              <a:latin typeface="Calibri"/>
              <a:cs typeface="Calibri"/>
            </a:endParaRPr>
          </a:p>
          <a:p>
            <a:pPr marL="12700" marR="180975" indent="15240">
              <a:lnSpc>
                <a:spcPct val="100000"/>
              </a:lnSpc>
              <a:tabLst>
                <a:tab pos="651510" algn="l"/>
              </a:tabLst>
            </a:pPr>
            <a:r>
              <a:rPr sz="1000" spc="-5" dirty="0">
                <a:solidFill>
                  <a:srgbClr val="006FC0"/>
                </a:solidFill>
                <a:latin typeface="Calibri"/>
                <a:cs typeface="Calibri"/>
              </a:rPr>
              <a:t>6. Create	9. Start </a:t>
            </a:r>
            <a:r>
              <a:rPr sz="1000" dirty="0">
                <a:solidFill>
                  <a:srgbClr val="006FC0"/>
                </a:solidFill>
                <a:latin typeface="Calibri"/>
                <a:cs typeface="Calibri"/>
              </a:rPr>
              <a:t> </a:t>
            </a:r>
            <a:r>
              <a:rPr sz="1000" spc="-5" dirty="0">
                <a:solidFill>
                  <a:srgbClr val="006FC0"/>
                </a:solidFill>
                <a:latin typeface="Calibri"/>
                <a:cs typeface="Calibri"/>
              </a:rPr>
              <a:t>container</a:t>
            </a:r>
            <a:r>
              <a:rPr sz="1000" spc="195" dirty="0">
                <a:solidFill>
                  <a:srgbClr val="006FC0"/>
                </a:solidFill>
                <a:latin typeface="Calibri"/>
                <a:cs typeface="Calibri"/>
              </a:rPr>
              <a:t> </a:t>
            </a:r>
            <a:r>
              <a:rPr sz="1000" spc="-5" dirty="0">
                <a:solidFill>
                  <a:srgbClr val="006FC0"/>
                </a:solidFill>
                <a:latin typeface="Calibri"/>
                <a:cs typeface="Calibri"/>
              </a:rPr>
              <a:t>container</a:t>
            </a:r>
            <a:endParaRPr sz="1000">
              <a:latin typeface="Calibri"/>
              <a:cs typeface="Calibri"/>
            </a:endParaRPr>
          </a:p>
        </p:txBody>
      </p:sp>
      <p:sp>
        <p:nvSpPr>
          <p:cNvPr id="47" name="object 47"/>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43" name="object 43"/>
          <p:cNvSpPr txBox="1"/>
          <p:nvPr/>
        </p:nvSpPr>
        <p:spPr>
          <a:xfrm>
            <a:off x="3249295" y="3734511"/>
            <a:ext cx="112839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7.</a:t>
            </a:r>
            <a:r>
              <a:rPr sz="1200" spc="-25" dirty="0">
                <a:solidFill>
                  <a:srgbClr val="006FC0"/>
                </a:solidFill>
                <a:latin typeface="Calibri"/>
                <a:cs typeface="Calibri"/>
              </a:rPr>
              <a:t> </a:t>
            </a:r>
            <a:r>
              <a:rPr sz="1200" spc="-5" dirty="0">
                <a:solidFill>
                  <a:srgbClr val="006FC0"/>
                </a:solidFill>
                <a:latin typeface="Calibri"/>
                <a:cs typeface="Calibri"/>
              </a:rPr>
              <a:t>Get</a:t>
            </a:r>
            <a:r>
              <a:rPr sz="1200" spc="-25" dirty="0">
                <a:solidFill>
                  <a:srgbClr val="006FC0"/>
                </a:solidFill>
                <a:latin typeface="Calibri"/>
                <a:cs typeface="Calibri"/>
              </a:rPr>
              <a:t> </a:t>
            </a:r>
            <a:r>
              <a:rPr sz="1200" dirty="0">
                <a:solidFill>
                  <a:srgbClr val="006FC0"/>
                </a:solidFill>
                <a:latin typeface="Calibri"/>
                <a:cs typeface="Calibri"/>
              </a:rPr>
              <a:t>Input</a:t>
            </a:r>
            <a:r>
              <a:rPr sz="1200" spc="-55" dirty="0">
                <a:solidFill>
                  <a:srgbClr val="006FC0"/>
                </a:solidFill>
                <a:latin typeface="Calibri"/>
                <a:cs typeface="Calibri"/>
              </a:rPr>
              <a:t> </a:t>
            </a:r>
            <a:r>
              <a:rPr sz="1200" dirty="0">
                <a:solidFill>
                  <a:srgbClr val="006FC0"/>
                </a:solidFill>
                <a:latin typeface="Calibri"/>
                <a:cs typeface="Calibri"/>
              </a:rPr>
              <a:t>Splits</a:t>
            </a:r>
            <a:endParaRPr sz="1200">
              <a:latin typeface="Calibri"/>
              <a:cs typeface="Calibri"/>
            </a:endParaRPr>
          </a:p>
        </p:txBody>
      </p:sp>
      <p:sp>
        <p:nvSpPr>
          <p:cNvPr id="44" name="object 44"/>
          <p:cNvSpPr txBox="1"/>
          <p:nvPr/>
        </p:nvSpPr>
        <p:spPr>
          <a:xfrm>
            <a:off x="5131053" y="4039615"/>
            <a:ext cx="1078865" cy="563245"/>
          </a:xfrm>
          <a:prstGeom prst="rect">
            <a:avLst/>
          </a:prstGeom>
        </p:spPr>
        <p:txBody>
          <a:bodyPr vert="horz" wrap="square" lIns="0" tIns="13335" rIns="0" bIns="0" rtlCol="0">
            <a:spAutoFit/>
          </a:bodyPr>
          <a:lstStyle/>
          <a:p>
            <a:pPr marL="12700">
              <a:lnSpc>
                <a:spcPct val="100000"/>
              </a:lnSpc>
              <a:spcBef>
                <a:spcPts val="105"/>
              </a:spcBef>
            </a:pPr>
            <a:r>
              <a:rPr sz="1350" dirty="0">
                <a:solidFill>
                  <a:srgbClr val="FFFFFF"/>
                </a:solidFill>
                <a:latin typeface="Calibri"/>
                <a:cs typeface="Calibri"/>
              </a:rPr>
              <a:t>MR</a:t>
            </a:r>
            <a:r>
              <a:rPr sz="1350" spc="-25" dirty="0">
                <a:solidFill>
                  <a:srgbClr val="FFFFFF"/>
                </a:solidFill>
                <a:latin typeface="Calibri"/>
                <a:cs typeface="Calibri"/>
              </a:rPr>
              <a:t> </a:t>
            </a:r>
            <a:r>
              <a:rPr sz="1350" spc="-5" dirty="0">
                <a:solidFill>
                  <a:srgbClr val="FFFFFF"/>
                </a:solidFill>
                <a:latin typeface="Calibri"/>
                <a:cs typeface="Calibri"/>
              </a:rPr>
              <a:t>Ap</a:t>
            </a:r>
            <a:r>
              <a:rPr sz="1350" spc="-10" dirty="0">
                <a:solidFill>
                  <a:srgbClr val="FFFFFF"/>
                </a:solidFill>
                <a:latin typeface="Calibri"/>
                <a:cs typeface="Calibri"/>
              </a:rPr>
              <a:t>p</a:t>
            </a:r>
            <a:r>
              <a:rPr sz="1350" dirty="0">
                <a:solidFill>
                  <a:srgbClr val="FFFFFF"/>
                </a:solidFill>
                <a:latin typeface="Calibri"/>
                <a:cs typeface="Calibri"/>
              </a:rPr>
              <a:t>Ma</a:t>
            </a:r>
            <a:r>
              <a:rPr sz="1350" spc="-20" dirty="0">
                <a:solidFill>
                  <a:srgbClr val="FFFFFF"/>
                </a:solidFill>
                <a:latin typeface="Calibri"/>
                <a:cs typeface="Calibri"/>
              </a:rPr>
              <a:t>s</a:t>
            </a:r>
            <a:r>
              <a:rPr sz="1350" spc="-15" dirty="0">
                <a:solidFill>
                  <a:srgbClr val="FFFFFF"/>
                </a:solidFill>
                <a:latin typeface="Calibri"/>
                <a:cs typeface="Calibri"/>
              </a:rPr>
              <a:t>t</a:t>
            </a:r>
            <a:r>
              <a:rPr sz="1350" dirty="0">
                <a:solidFill>
                  <a:srgbClr val="FFFFFF"/>
                </a:solidFill>
                <a:latin typeface="Calibri"/>
                <a:cs typeface="Calibri"/>
              </a:rPr>
              <a:t>er</a:t>
            </a:r>
            <a:endParaRPr sz="1350">
              <a:latin typeface="Calibri"/>
              <a:cs typeface="Calibri"/>
            </a:endParaRPr>
          </a:p>
          <a:p>
            <a:pPr marL="62865">
              <a:lnSpc>
                <a:spcPct val="100000"/>
              </a:lnSpc>
              <a:spcBef>
                <a:spcPts val="1165"/>
              </a:spcBef>
            </a:pPr>
            <a:r>
              <a:rPr sz="1200" spc="-10" dirty="0">
                <a:solidFill>
                  <a:srgbClr val="006FC0"/>
                </a:solidFill>
                <a:latin typeface="Calibri"/>
                <a:cs typeface="Calibri"/>
              </a:rPr>
              <a:t>Data</a:t>
            </a:r>
            <a:r>
              <a:rPr sz="1200" spc="-55" dirty="0">
                <a:solidFill>
                  <a:srgbClr val="006FC0"/>
                </a:solidFill>
                <a:latin typeface="Calibri"/>
                <a:cs typeface="Calibri"/>
              </a:rPr>
              <a:t> </a:t>
            </a:r>
            <a:r>
              <a:rPr sz="1200" dirty="0">
                <a:solidFill>
                  <a:srgbClr val="006FC0"/>
                </a:solidFill>
                <a:latin typeface="Calibri"/>
                <a:cs typeface="Calibri"/>
              </a:rPr>
              <a:t>Node</a:t>
            </a:r>
            <a:endParaRPr sz="1200">
              <a:latin typeface="Calibri"/>
              <a:cs typeface="Calibri"/>
            </a:endParaRPr>
          </a:p>
        </p:txBody>
      </p:sp>
      <p:sp>
        <p:nvSpPr>
          <p:cNvPr id="45" name="object 45"/>
          <p:cNvSpPr txBox="1"/>
          <p:nvPr/>
        </p:nvSpPr>
        <p:spPr>
          <a:xfrm>
            <a:off x="6250304" y="2630804"/>
            <a:ext cx="678815" cy="39179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8.</a:t>
            </a:r>
            <a:r>
              <a:rPr sz="1200" spc="-65" dirty="0">
                <a:solidFill>
                  <a:srgbClr val="006FC0"/>
                </a:solidFill>
                <a:latin typeface="Calibri"/>
                <a:cs typeface="Calibri"/>
              </a:rPr>
              <a:t> </a:t>
            </a:r>
            <a:r>
              <a:rPr sz="1200" spc="-10" dirty="0">
                <a:solidFill>
                  <a:srgbClr val="006FC0"/>
                </a:solidFill>
                <a:latin typeface="Calibri"/>
                <a:cs typeface="Calibri"/>
              </a:rPr>
              <a:t>Request</a:t>
            </a:r>
            <a:endParaRPr sz="1200">
              <a:latin typeface="Calibri"/>
              <a:cs typeface="Calibri"/>
            </a:endParaRPr>
          </a:p>
          <a:p>
            <a:pPr marL="26034">
              <a:lnSpc>
                <a:spcPct val="100000"/>
              </a:lnSpc>
            </a:pPr>
            <a:r>
              <a:rPr sz="1200" spc="-5" dirty="0">
                <a:solidFill>
                  <a:srgbClr val="006FC0"/>
                </a:solidFill>
                <a:latin typeface="Calibri"/>
                <a:cs typeface="Calibri"/>
              </a:rPr>
              <a:t>Resources</a:t>
            </a:r>
            <a:endParaRPr sz="1200">
              <a:latin typeface="Calibri"/>
              <a:cs typeface="Calibri"/>
            </a:endParaRPr>
          </a:p>
        </p:txBody>
      </p:sp>
      <p:sp>
        <p:nvSpPr>
          <p:cNvPr id="46" name="object 46"/>
          <p:cNvSpPr txBox="1">
            <a:spLocks noGrp="1"/>
          </p:cNvSpPr>
          <p:nvPr>
            <p:ph type="title"/>
          </p:nvPr>
        </p:nvSpPr>
        <p:spPr>
          <a:xfrm>
            <a:off x="471017" y="324053"/>
            <a:ext cx="5534025"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YARN</a:t>
            </a:r>
            <a:r>
              <a:rPr dirty="0">
                <a:solidFill>
                  <a:srgbClr val="095A82"/>
                </a:solidFill>
              </a:rPr>
              <a:t> </a:t>
            </a:r>
            <a:r>
              <a:rPr spc="-5" dirty="0">
                <a:solidFill>
                  <a:srgbClr val="095A82"/>
                </a:solidFill>
              </a:rPr>
              <a:t>MR</a:t>
            </a:r>
            <a:r>
              <a:rPr dirty="0">
                <a:solidFill>
                  <a:srgbClr val="095A82"/>
                </a:solidFill>
              </a:rPr>
              <a:t> </a:t>
            </a:r>
            <a:r>
              <a:rPr spc="-5" dirty="0">
                <a:solidFill>
                  <a:srgbClr val="095A82"/>
                </a:solidFill>
              </a:rPr>
              <a:t>Application</a:t>
            </a:r>
            <a:r>
              <a:rPr dirty="0">
                <a:solidFill>
                  <a:srgbClr val="095A82"/>
                </a:solidFill>
              </a:rPr>
              <a:t> </a:t>
            </a:r>
            <a:r>
              <a:rPr spc="-5" dirty="0">
                <a:solidFill>
                  <a:srgbClr val="095A82"/>
                </a:solidFill>
              </a:rPr>
              <a:t>Execution</a:t>
            </a:r>
            <a:r>
              <a:rPr spc="-15" dirty="0">
                <a:solidFill>
                  <a:srgbClr val="095A82"/>
                </a:solidFill>
              </a:rPr>
              <a:t> </a:t>
            </a:r>
            <a:r>
              <a:rPr spc="-5" dirty="0">
                <a:solidFill>
                  <a:srgbClr val="095A82"/>
                </a:solidFill>
              </a:rPr>
              <a:t>Flow</a:t>
            </a:r>
          </a:p>
        </p:txBody>
      </p:sp>
      <p:sp>
        <p:nvSpPr>
          <p:cNvPr id="48" name="object 3">
            <a:extLst>
              <a:ext uri="{FF2B5EF4-FFF2-40B4-BE49-F238E27FC236}">
                <a16:creationId xmlns:a16="http://schemas.microsoft.com/office/drawing/2014/main" id="{54921559-51E0-3865-E1A0-AD213761786E}"/>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49" name="Rectangle 48">
            <a:extLst>
              <a:ext uri="{FF2B5EF4-FFF2-40B4-BE49-F238E27FC236}">
                <a16:creationId xmlns:a16="http://schemas.microsoft.com/office/drawing/2014/main" id="{FDBCE48A-5AF5-77A9-26E0-0F6EB4E48B25}"/>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334587833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2501" y="844169"/>
            <a:ext cx="8239759" cy="3937000"/>
            <a:chOff x="452501" y="844169"/>
            <a:chExt cx="8239759" cy="3937000"/>
          </a:xfrm>
        </p:grpSpPr>
        <p:sp>
          <p:nvSpPr>
            <p:cNvPr id="3" name="object 3"/>
            <p:cNvSpPr/>
            <p:nvPr/>
          </p:nvSpPr>
          <p:spPr>
            <a:xfrm>
              <a:off x="467106"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pic>
          <p:nvPicPr>
            <p:cNvPr id="4" name="object 4"/>
            <p:cNvPicPr/>
            <p:nvPr/>
          </p:nvPicPr>
          <p:blipFill>
            <a:blip r:embed="rId2" cstate="print"/>
            <a:stretch>
              <a:fillRect/>
            </a:stretch>
          </p:blipFill>
          <p:spPr>
            <a:xfrm>
              <a:off x="693410" y="914299"/>
              <a:ext cx="2968770" cy="1354986"/>
            </a:xfrm>
            <a:prstGeom prst="rect">
              <a:avLst/>
            </a:prstGeom>
          </p:spPr>
        </p:pic>
        <p:sp>
          <p:nvSpPr>
            <p:cNvPr id="5" name="object 5"/>
            <p:cNvSpPr/>
            <p:nvPr/>
          </p:nvSpPr>
          <p:spPr>
            <a:xfrm>
              <a:off x="737616" y="911352"/>
              <a:ext cx="2885440" cy="1280160"/>
            </a:xfrm>
            <a:custGeom>
              <a:avLst/>
              <a:gdLst/>
              <a:ahLst/>
              <a:cxnLst/>
              <a:rect l="l" t="t" r="r" b="b"/>
              <a:pathLst>
                <a:path w="2885440" h="1280160">
                  <a:moveTo>
                    <a:pt x="2884932" y="0"/>
                  </a:moveTo>
                  <a:lnTo>
                    <a:pt x="213359" y="0"/>
                  </a:lnTo>
                  <a:lnTo>
                    <a:pt x="164440" y="5633"/>
                  </a:lnTo>
                  <a:lnTo>
                    <a:pt x="119531" y="21682"/>
                  </a:lnTo>
                  <a:lnTo>
                    <a:pt x="79916" y="46866"/>
                  </a:lnTo>
                  <a:lnTo>
                    <a:pt x="46874" y="79905"/>
                  </a:lnTo>
                  <a:lnTo>
                    <a:pt x="21687" y="119520"/>
                  </a:lnTo>
                  <a:lnTo>
                    <a:pt x="5635" y="164432"/>
                  </a:lnTo>
                  <a:lnTo>
                    <a:pt x="0" y="213360"/>
                  </a:lnTo>
                  <a:lnTo>
                    <a:pt x="0" y="1280160"/>
                  </a:lnTo>
                  <a:lnTo>
                    <a:pt x="2671572" y="1280160"/>
                  </a:lnTo>
                  <a:lnTo>
                    <a:pt x="2720499" y="1274526"/>
                  </a:lnTo>
                  <a:lnTo>
                    <a:pt x="2765411" y="1258477"/>
                  </a:lnTo>
                  <a:lnTo>
                    <a:pt x="2805026" y="1233293"/>
                  </a:lnTo>
                  <a:lnTo>
                    <a:pt x="2838065" y="1200254"/>
                  </a:lnTo>
                  <a:lnTo>
                    <a:pt x="2863249" y="1160639"/>
                  </a:lnTo>
                  <a:lnTo>
                    <a:pt x="2879298" y="1115727"/>
                  </a:lnTo>
                  <a:lnTo>
                    <a:pt x="2884932" y="1066800"/>
                  </a:lnTo>
                  <a:lnTo>
                    <a:pt x="2884932" y="0"/>
                  </a:lnTo>
                  <a:close/>
                </a:path>
              </a:pathLst>
            </a:custGeom>
            <a:solidFill>
              <a:srgbClr val="D6E2BA"/>
            </a:solidFill>
          </p:spPr>
          <p:txBody>
            <a:bodyPr wrap="square" lIns="0" tIns="0" rIns="0" bIns="0" rtlCol="0"/>
            <a:lstStyle/>
            <a:p>
              <a:endParaRPr/>
            </a:p>
          </p:txBody>
        </p:sp>
        <p:pic>
          <p:nvPicPr>
            <p:cNvPr id="6" name="object 6"/>
            <p:cNvPicPr/>
            <p:nvPr/>
          </p:nvPicPr>
          <p:blipFill>
            <a:blip r:embed="rId3" cstate="print"/>
            <a:stretch>
              <a:fillRect/>
            </a:stretch>
          </p:blipFill>
          <p:spPr>
            <a:xfrm>
              <a:off x="6347430" y="925046"/>
              <a:ext cx="2333303" cy="1260380"/>
            </a:xfrm>
            <a:prstGeom prst="rect">
              <a:avLst/>
            </a:prstGeom>
          </p:spPr>
        </p:pic>
        <p:sp>
          <p:nvSpPr>
            <p:cNvPr id="7" name="object 7"/>
            <p:cNvSpPr/>
            <p:nvPr/>
          </p:nvSpPr>
          <p:spPr>
            <a:xfrm>
              <a:off x="6391655" y="922020"/>
              <a:ext cx="2249805" cy="1186180"/>
            </a:xfrm>
            <a:custGeom>
              <a:avLst/>
              <a:gdLst/>
              <a:ahLst/>
              <a:cxnLst/>
              <a:rect l="l" t="t" r="r" b="b"/>
              <a:pathLst>
                <a:path w="2249804" h="1186180">
                  <a:moveTo>
                    <a:pt x="2249424" y="0"/>
                  </a:moveTo>
                  <a:lnTo>
                    <a:pt x="197612" y="0"/>
                  </a:lnTo>
                  <a:lnTo>
                    <a:pt x="152315" y="5221"/>
                  </a:lnTo>
                  <a:lnTo>
                    <a:pt x="110726" y="20093"/>
                  </a:lnTo>
                  <a:lnTo>
                    <a:pt x="74034" y="43427"/>
                  </a:lnTo>
                  <a:lnTo>
                    <a:pt x="43427" y="74034"/>
                  </a:lnTo>
                  <a:lnTo>
                    <a:pt x="20093" y="110726"/>
                  </a:lnTo>
                  <a:lnTo>
                    <a:pt x="5221" y="152315"/>
                  </a:lnTo>
                  <a:lnTo>
                    <a:pt x="0" y="197612"/>
                  </a:lnTo>
                  <a:lnTo>
                    <a:pt x="0" y="1185671"/>
                  </a:lnTo>
                  <a:lnTo>
                    <a:pt x="2051812" y="1185671"/>
                  </a:lnTo>
                  <a:lnTo>
                    <a:pt x="2097108" y="1180450"/>
                  </a:lnTo>
                  <a:lnTo>
                    <a:pt x="2138697" y="1165578"/>
                  </a:lnTo>
                  <a:lnTo>
                    <a:pt x="2175389" y="1142244"/>
                  </a:lnTo>
                  <a:lnTo>
                    <a:pt x="2205996" y="1111637"/>
                  </a:lnTo>
                  <a:lnTo>
                    <a:pt x="2229330" y="1074945"/>
                  </a:lnTo>
                  <a:lnTo>
                    <a:pt x="2244202" y="1033356"/>
                  </a:lnTo>
                  <a:lnTo>
                    <a:pt x="2249424" y="988059"/>
                  </a:lnTo>
                  <a:lnTo>
                    <a:pt x="2249424" y="0"/>
                  </a:lnTo>
                  <a:close/>
                </a:path>
              </a:pathLst>
            </a:custGeom>
            <a:solidFill>
              <a:srgbClr val="D6E2BA"/>
            </a:solidFill>
          </p:spPr>
          <p:txBody>
            <a:bodyPr wrap="square" lIns="0" tIns="0" rIns="0" bIns="0" rtlCol="0"/>
            <a:lstStyle/>
            <a:p>
              <a:endParaRPr/>
            </a:p>
          </p:txBody>
        </p:sp>
        <p:pic>
          <p:nvPicPr>
            <p:cNvPr id="8" name="object 8"/>
            <p:cNvPicPr/>
            <p:nvPr/>
          </p:nvPicPr>
          <p:blipFill>
            <a:blip r:embed="rId4" cstate="print"/>
            <a:stretch>
              <a:fillRect/>
            </a:stretch>
          </p:blipFill>
          <p:spPr>
            <a:xfrm>
              <a:off x="1118560" y="3229274"/>
              <a:ext cx="981579" cy="824660"/>
            </a:xfrm>
            <a:prstGeom prst="rect">
              <a:avLst/>
            </a:prstGeom>
          </p:spPr>
        </p:pic>
        <p:sp>
          <p:nvSpPr>
            <p:cNvPr id="9" name="object 9"/>
            <p:cNvSpPr/>
            <p:nvPr/>
          </p:nvSpPr>
          <p:spPr>
            <a:xfrm>
              <a:off x="1155192" y="3246120"/>
              <a:ext cx="913130" cy="756285"/>
            </a:xfrm>
            <a:custGeom>
              <a:avLst/>
              <a:gdLst/>
              <a:ahLst/>
              <a:cxnLst/>
              <a:rect l="l" t="t" r="r" b="b"/>
              <a:pathLst>
                <a:path w="913130" h="756285">
                  <a:moveTo>
                    <a:pt x="456438" y="0"/>
                  </a:moveTo>
                  <a:lnTo>
                    <a:pt x="388986" y="1365"/>
                  </a:lnTo>
                  <a:lnTo>
                    <a:pt x="324608" y="5332"/>
                  </a:lnTo>
                  <a:lnTo>
                    <a:pt x="264010" y="11706"/>
                  </a:lnTo>
                  <a:lnTo>
                    <a:pt x="207897" y="20292"/>
                  </a:lnTo>
                  <a:lnTo>
                    <a:pt x="156976" y="30896"/>
                  </a:lnTo>
                  <a:lnTo>
                    <a:pt x="111952" y="43322"/>
                  </a:lnTo>
                  <a:lnTo>
                    <a:pt x="73532" y="57376"/>
                  </a:lnTo>
                  <a:lnTo>
                    <a:pt x="19324" y="89591"/>
                  </a:lnTo>
                  <a:lnTo>
                    <a:pt x="0" y="125984"/>
                  </a:lnTo>
                  <a:lnTo>
                    <a:pt x="0" y="629920"/>
                  </a:lnTo>
                  <a:lnTo>
                    <a:pt x="19324" y="666307"/>
                  </a:lnTo>
                  <a:lnTo>
                    <a:pt x="73532" y="698521"/>
                  </a:lnTo>
                  <a:lnTo>
                    <a:pt x="111952" y="712576"/>
                  </a:lnTo>
                  <a:lnTo>
                    <a:pt x="156976" y="725003"/>
                  </a:lnTo>
                  <a:lnTo>
                    <a:pt x="207897" y="735608"/>
                  </a:lnTo>
                  <a:lnTo>
                    <a:pt x="264010" y="744195"/>
                  </a:lnTo>
                  <a:lnTo>
                    <a:pt x="324608" y="750570"/>
                  </a:lnTo>
                  <a:lnTo>
                    <a:pt x="388986" y="754538"/>
                  </a:lnTo>
                  <a:lnTo>
                    <a:pt x="456438" y="755904"/>
                  </a:lnTo>
                  <a:lnTo>
                    <a:pt x="523889" y="754538"/>
                  </a:lnTo>
                  <a:lnTo>
                    <a:pt x="588267" y="750570"/>
                  </a:lnTo>
                  <a:lnTo>
                    <a:pt x="648865" y="744195"/>
                  </a:lnTo>
                  <a:lnTo>
                    <a:pt x="704978" y="735608"/>
                  </a:lnTo>
                  <a:lnTo>
                    <a:pt x="755899" y="725003"/>
                  </a:lnTo>
                  <a:lnTo>
                    <a:pt x="800923" y="712576"/>
                  </a:lnTo>
                  <a:lnTo>
                    <a:pt x="839343" y="698521"/>
                  </a:lnTo>
                  <a:lnTo>
                    <a:pt x="893551" y="666307"/>
                  </a:lnTo>
                  <a:lnTo>
                    <a:pt x="912876" y="629920"/>
                  </a:lnTo>
                  <a:lnTo>
                    <a:pt x="912876" y="125984"/>
                  </a:lnTo>
                  <a:lnTo>
                    <a:pt x="893551" y="89591"/>
                  </a:lnTo>
                  <a:lnTo>
                    <a:pt x="839343" y="57376"/>
                  </a:lnTo>
                  <a:lnTo>
                    <a:pt x="800923" y="43322"/>
                  </a:lnTo>
                  <a:lnTo>
                    <a:pt x="755899" y="30896"/>
                  </a:lnTo>
                  <a:lnTo>
                    <a:pt x="704978" y="20292"/>
                  </a:lnTo>
                  <a:lnTo>
                    <a:pt x="648865" y="11706"/>
                  </a:lnTo>
                  <a:lnTo>
                    <a:pt x="588267" y="5332"/>
                  </a:lnTo>
                  <a:lnTo>
                    <a:pt x="523889" y="1365"/>
                  </a:lnTo>
                  <a:lnTo>
                    <a:pt x="456438" y="0"/>
                  </a:lnTo>
                  <a:close/>
                </a:path>
              </a:pathLst>
            </a:custGeom>
            <a:solidFill>
              <a:srgbClr val="0D80B8"/>
            </a:solidFill>
          </p:spPr>
          <p:txBody>
            <a:bodyPr wrap="square" lIns="0" tIns="0" rIns="0" bIns="0" rtlCol="0"/>
            <a:lstStyle/>
            <a:p>
              <a:endParaRPr/>
            </a:p>
          </p:txBody>
        </p:sp>
        <p:sp>
          <p:nvSpPr>
            <p:cNvPr id="10" name="object 10"/>
            <p:cNvSpPr/>
            <p:nvPr/>
          </p:nvSpPr>
          <p:spPr>
            <a:xfrm>
              <a:off x="1155192" y="3246120"/>
              <a:ext cx="913130" cy="756285"/>
            </a:xfrm>
            <a:custGeom>
              <a:avLst/>
              <a:gdLst/>
              <a:ahLst/>
              <a:cxnLst/>
              <a:rect l="l" t="t" r="r" b="b"/>
              <a:pathLst>
                <a:path w="913130" h="756285">
                  <a:moveTo>
                    <a:pt x="912876" y="125984"/>
                  </a:moveTo>
                  <a:lnTo>
                    <a:pt x="893551" y="162376"/>
                  </a:lnTo>
                  <a:lnTo>
                    <a:pt x="839343" y="194591"/>
                  </a:lnTo>
                  <a:lnTo>
                    <a:pt x="800923" y="208645"/>
                  </a:lnTo>
                  <a:lnTo>
                    <a:pt x="755899" y="221071"/>
                  </a:lnTo>
                  <a:lnTo>
                    <a:pt x="704978" y="231675"/>
                  </a:lnTo>
                  <a:lnTo>
                    <a:pt x="648865" y="240261"/>
                  </a:lnTo>
                  <a:lnTo>
                    <a:pt x="588267" y="246635"/>
                  </a:lnTo>
                  <a:lnTo>
                    <a:pt x="523889" y="250602"/>
                  </a:lnTo>
                  <a:lnTo>
                    <a:pt x="456438" y="251968"/>
                  </a:lnTo>
                  <a:lnTo>
                    <a:pt x="388986" y="250602"/>
                  </a:lnTo>
                  <a:lnTo>
                    <a:pt x="324608" y="246635"/>
                  </a:lnTo>
                  <a:lnTo>
                    <a:pt x="264010" y="240261"/>
                  </a:lnTo>
                  <a:lnTo>
                    <a:pt x="207897" y="231675"/>
                  </a:lnTo>
                  <a:lnTo>
                    <a:pt x="156976" y="221071"/>
                  </a:lnTo>
                  <a:lnTo>
                    <a:pt x="111952" y="208645"/>
                  </a:lnTo>
                  <a:lnTo>
                    <a:pt x="73532" y="194591"/>
                  </a:lnTo>
                  <a:lnTo>
                    <a:pt x="19324" y="162376"/>
                  </a:lnTo>
                  <a:lnTo>
                    <a:pt x="4948" y="144604"/>
                  </a:lnTo>
                  <a:lnTo>
                    <a:pt x="0" y="125984"/>
                  </a:lnTo>
                </a:path>
                <a:path w="913130" h="756285">
                  <a:moveTo>
                    <a:pt x="0" y="125984"/>
                  </a:moveTo>
                  <a:lnTo>
                    <a:pt x="19324" y="89591"/>
                  </a:lnTo>
                  <a:lnTo>
                    <a:pt x="73532" y="57376"/>
                  </a:lnTo>
                  <a:lnTo>
                    <a:pt x="111952" y="43322"/>
                  </a:lnTo>
                  <a:lnTo>
                    <a:pt x="156976" y="30896"/>
                  </a:lnTo>
                  <a:lnTo>
                    <a:pt x="207897" y="20292"/>
                  </a:lnTo>
                  <a:lnTo>
                    <a:pt x="264010" y="11706"/>
                  </a:lnTo>
                  <a:lnTo>
                    <a:pt x="324608" y="5332"/>
                  </a:lnTo>
                  <a:lnTo>
                    <a:pt x="388986" y="1365"/>
                  </a:lnTo>
                  <a:lnTo>
                    <a:pt x="456438" y="0"/>
                  </a:lnTo>
                  <a:lnTo>
                    <a:pt x="523889" y="1365"/>
                  </a:lnTo>
                  <a:lnTo>
                    <a:pt x="588267" y="5332"/>
                  </a:lnTo>
                  <a:lnTo>
                    <a:pt x="648865" y="11706"/>
                  </a:lnTo>
                  <a:lnTo>
                    <a:pt x="704978" y="20292"/>
                  </a:lnTo>
                  <a:lnTo>
                    <a:pt x="755899" y="30896"/>
                  </a:lnTo>
                  <a:lnTo>
                    <a:pt x="800923" y="43322"/>
                  </a:lnTo>
                  <a:lnTo>
                    <a:pt x="839343" y="57376"/>
                  </a:lnTo>
                  <a:lnTo>
                    <a:pt x="893551" y="89591"/>
                  </a:lnTo>
                  <a:lnTo>
                    <a:pt x="912876" y="125984"/>
                  </a:lnTo>
                  <a:lnTo>
                    <a:pt x="912876" y="629920"/>
                  </a:lnTo>
                  <a:lnTo>
                    <a:pt x="893551" y="666307"/>
                  </a:lnTo>
                  <a:lnTo>
                    <a:pt x="839343" y="698521"/>
                  </a:lnTo>
                  <a:lnTo>
                    <a:pt x="800923" y="712576"/>
                  </a:lnTo>
                  <a:lnTo>
                    <a:pt x="755899" y="725003"/>
                  </a:lnTo>
                  <a:lnTo>
                    <a:pt x="704978" y="735608"/>
                  </a:lnTo>
                  <a:lnTo>
                    <a:pt x="648865" y="744195"/>
                  </a:lnTo>
                  <a:lnTo>
                    <a:pt x="588267" y="750570"/>
                  </a:lnTo>
                  <a:lnTo>
                    <a:pt x="523889" y="754538"/>
                  </a:lnTo>
                  <a:lnTo>
                    <a:pt x="456438" y="755904"/>
                  </a:lnTo>
                  <a:lnTo>
                    <a:pt x="388986" y="754538"/>
                  </a:lnTo>
                  <a:lnTo>
                    <a:pt x="324608" y="750570"/>
                  </a:lnTo>
                  <a:lnTo>
                    <a:pt x="264010" y="744195"/>
                  </a:lnTo>
                  <a:lnTo>
                    <a:pt x="207897" y="735608"/>
                  </a:lnTo>
                  <a:lnTo>
                    <a:pt x="156976" y="725003"/>
                  </a:lnTo>
                  <a:lnTo>
                    <a:pt x="111952" y="712576"/>
                  </a:lnTo>
                  <a:lnTo>
                    <a:pt x="73532" y="698521"/>
                  </a:lnTo>
                  <a:lnTo>
                    <a:pt x="19324" y="666307"/>
                  </a:lnTo>
                  <a:lnTo>
                    <a:pt x="0" y="629920"/>
                  </a:lnTo>
                  <a:lnTo>
                    <a:pt x="0" y="125984"/>
                  </a:lnTo>
                  <a:close/>
                </a:path>
              </a:pathLst>
            </a:custGeom>
            <a:ln w="6096">
              <a:solidFill>
                <a:srgbClr val="FFFFFF"/>
              </a:solidFill>
            </a:ln>
          </p:spPr>
          <p:txBody>
            <a:bodyPr wrap="square" lIns="0" tIns="0" rIns="0" bIns="0" rtlCol="0"/>
            <a:lstStyle/>
            <a:p>
              <a:endParaRPr/>
            </a:p>
          </p:txBody>
        </p:sp>
        <p:pic>
          <p:nvPicPr>
            <p:cNvPr id="11" name="object 11"/>
            <p:cNvPicPr/>
            <p:nvPr/>
          </p:nvPicPr>
          <p:blipFill>
            <a:blip r:embed="rId5" cstate="print"/>
            <a:stretch>
              <a:fillRect/>
            </a:stretch>
          </p:blipFill>
          <p:spPr>
            <a:xfrm>
              <a:off x="4736577" y="2363678"/>
              <a:ext cx="3944140" cy="2417132"/>
            </a:xfrm>
            <a:prstGeom prst="rect">
              <a:avLst/>
            </a:prstGeom>
          </p:spPr>
        </p:pic>
        <p:sp>
          <p:nvSpPr>
            <p:cNvPr id="12" name="object 12"/>
            <p:cNvSpPr/>
            <p:nvPr/>
          </p:nvSpPr>
          <p:spPr>
            <a:xfrm>
              <a:off x="4780787" y="2360676"/>
              <a:ext cx="3860800" cy="2342515"/>
            </a:xfrm>
            <a:custGeom>
              <a:avLst/>
              <a:gdLst/>
              <a:ahLst/>
              <a:cxnLst/>
              <a:rect l="l" t="t" r="r" b="b"/>
              <a:pathLst>
                <a:path w="3860800" h="2342515">
                  <a:moveTo>
                    <a:pt x="3860291" y="0"/>
                  </a:moveTo>
                  <a:lnTo>
                    <a:pt x="390398" y="0"/>
                  </a:lnTo>
                  <a:lnTo>
                    <a:pt x="341420" y="3041"/>
                  </a:lnTo>
                  <a:lnTo>
                    <a:pt x="294260" y="11921"/>
                  </a:lnTo>
                  <a:lnTo>
                    <a:pt x="249283" y="26273"/>
                  </a:lnTo>
                  <a:lnTo>
                    <a:pt x="206854" y="45734"/>
                  </a:lnTo>
                  <a:lnTo>
                    <a:pt x="167339" y="69936"/>
                  </a:lnTo>
                  <a:lnTo>
                    <a:pt x="131105" y="98515"/>
                  </a:lnTo>
                  <a:lnTo>
                    <a:pt x="98515" y="131105"/>
                  </a:lnTo>
                  <a:lnTo>
                    <a:pt x="69936" y="167339"/>
                  </a:lnTo>
                  <a:lnTo>
                    <a:pt x="45734" y="206854"/>
                  </a:lnTo>
                  <a:lnTo>
                    <a:pt x="26273" y="249283"/>
                  </a:lnTo>
                  <a:lnTo>
                    <a:pt x="11921" y="294260"/>
                  </a:lnTo>
                  <a:lnTo>
                    <a:pt x="3041" y="341420"/>
                  </a:lnTo>
                  <a:lnTo>
                    <a:pt x="0" y="390398"/>
                  </a:lnTo>
                  <a:lnTo>
                    <a:pt x="0" y="2342388"/>
                  </a:lnTo>
                  <a:lnTo>
                    <a:pt x="3469893" y="2342388"/>
                  </a:lnTo>
                  <a:lnTo>
                    <a:pt x="3518871" y="2339346"/>
                  </a:lnTo>
                  <a:lnTo>
                    <a:pt x="3566031" y="2330464"/>
                  </a:lnTo>
                  <a:lnTo>
                    <a:pt x="3611008" y="2316109"/>
                  </a:lnTo>
                  <a:lnTo>
                    <a:pt x="3653437" y="2296645"/>
                  </a:lnTo>
                  <a:lnTo>
                    <a:pt x="3692952" y="2272440"/>
                  </a:lnTo>
                  <a:lnTo>
                    <a:pt x="3729186" y="2243858"/>
                  </a:lnTo>
                  <a:lnTo>
                    <a:pt x="3761776" y="2211265"/>
                  </a:lnTo>
                  <a:lnTo>
                    <a:pt x="3790355" y="2175028"/>
                  </a:lnTo>
                  <a:lnTo>
                    <a:pt x="3814557" y="2135512"/>
                  </a:lnTo>
                  <a:lnTo>
                    <a:pt x="3834018" y="2093083"/>
                  </a:lnTo>
                  <a:lnTo>
                    <a:pt x="3848370" y="2048107"/>
                  </a:lnTo>
                  <a:lnTo>
                    <a:pt x="3857250" y="2000950"/>
                  </a:lnTo>
                  <a:lnTo>
                    <a:pt x="3860291" y="1951977"/>
                  </a:lnTo>
                  <a:lnTo>
                    <a:pt x="3860291" y="0"/>
                  </a:lnTo>
                  <a:close/>
                </a:path>
              </a:pathLst>
            </a:custGeom>
            <a:solidFill>
              <a:srgbClr val="D6E2BA"/>
            </a:solidFill>
          </p:spPr>
          <p:txBody>
            <a:bodyPr wrap="square" lIns="0" tIns="0" rIns="0" bIns="0" rtlCol="0"/>
            <a:lstStyle/>
            <a:p>
              <a:endParaRPr/>
            </a:p>
          </p:txBody>
        </p:sp>
      </p:grpSp>
      <p:sp>
        <p:nvSpPr>
          <p:cNvPr id="13" name="object 13"/>
          <p:cNvSpPr txBox="1"/>
          <p:nvPr/>
        </p:nvSpPr>
        <p:spPr>
          <a:xfrm>
            <a:off x="1434846" y="3575430"/>
            <a:ext cx="35306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H</a:t>
            </a:r>
            <a:r>
              <a:rPr sz="1200" dirty="0">
                <a:solidFill>
                  <a:srgbClr val="FFFFFF"/>
                </a:solidFill>
                <a:latin typeface="Calibri"/>
                <a:cs typeface="Calibri"/>
              </a:rPr>
              <a:t>D</a:t>
            </a:r>
            <a:r>
              <a:rPr sz="1200" spc="-15" dirty="0">
                <a:solidFill>
                  <a:srgbClr val="FFFFFF"/>
                </a:solidFill>
                <a:latin typeface="Calibri"/>
                <a:cs typeface="Calibri"/>
              </a:rPr>
              <a:t>F</a:t>
            </a:r>
            <a:r>
              <a:rPr sz="1200" dirty="0">
                <a:solidFill>
                  <a:srgbClr val="FFFFFF"/>
                </a:solidFill>
                <a:latin typeface="Calibri"/>
                <a:cs typeface="Calibri"/>
              </a:rPr>
              <a:t>S</a:t>
            </a:r>
            <a:endParaRPr sz="1200">
              <a:latin typeface="Calibri"/>
              <a:cs typeface="Calibri"/>
            </a:endParaRPr>
          </a:p>
        </p:txBody>
      </p:sp>
      <p:grpSp>
        <p:nvGrpSpPr>
          <p:cNvPr id="14" name="object 14"/>
          <p:cNvGrpSpPr/>
          <p:nvPr/>
        </p:nvGrpSpPr>
        <p:grpSpPr>
          <a:xfrm>
            <a:off x="787717" y="1119949"/>
            <a:ext cx="2731770" cy="831215"/>
            <a:chOff x="787717" y="1119949"/>
            <a:chExt cx="2731770" cy="831215"/>
          </a:xfrm>
        </p:grpSpPr>
        <p:sp>
          <p:nvSpPr>
            <p:cNvPr id="15" name="object 15"/>
            <p:cNvSpPr/>
            <p:nvPr/>
          </p:nvSpPr>
          <p:spPr>
            <a:xfrm>
              <a:off x="792480" y="1124711"/>
              <a:ext cx="2722245" cy="821690"/>
            </a:xfrm>
            <a:custGeom>
              <a:avLst/>
              <a:gdLst/>
              <a:ahLst/>
              <a:cxnLst/>
              <a:rect l="l" t="t" r="r" b="b"/>
              <a:pathLst>
                <a:path w="2722245" h="821689">
                  <a:moveTo>
                    <a:pt x="0" y="136905"/>
                  </a:moveTo>
                  <a:lnTo>
                    <a:pt x="6979" y="93650"/>
                  </a:lnTo>
                  <a:lnTo>
                    <a:pt x="26413" y="56071"/>
                  </a:lnTo>
                  <a:lnTo>
                    <a:pt x="56049" y="26428"/>
                  </a:lnTo>
                  <a:lnTo>
                    <a:pt x="93631" y="6983"/>
                  </a:lnTo>
                  <a:lnTo>
                    <a:pt x="136906" y="0"/>
                  </a:lnTo>
                  <a:lnTo>
                    <a:pt x="2584958" y="0"/>
                  </a:lnTo>
                  <a:lnTo>
                    <a:pt x="2628213" y="6983"/>
                  </a:lnTo>
                  <a:lnTo>
                    <a:pt x="2665792" y="26428"/>
                  </a:lnTo>
                  <a:lnTo>
                    <a:pt x="2695435" y="56071"/>
                  </a:lnTo>
                  <a:lnTo>
                    <a:pt x="2714880" y="93650"/>
                  </a:lnTo>
                  <a:lnTo>
                    <a:pt x="2721864" y="136905"/>
                  </a:lnTo>
                  <a:lnTo>
                    <a:pt x="2721864" y="684529"/>
                  </a:lnTo>
                  <a:lnTo>
                    <a:pt x="2714880" y="727785"/>
                  </a:lnTo>
                  <a:lnTo>
                    <a:pt x="2695435" y="765364"/>
                  </a:lnTo>
                  <a:lnTo>
                    <a:pt x="2665792" y="795007"/>
                  </a:lnTo>
                  <a:lnTo>
                    <a:pt x="2628213" y="814452"/>
                  </a:lnTo>
                  <a:lnTo>
                    <a:pt x="2584958" y="821436"/>
                  </a:lnTo>
                  <a:lnTo>
                    <a:pt x="136906" y="821436"/>
                  </a:lnTo>
                  <a:lnTo>
                    <a:pt x="93631" y="814452"/>
                  </a:lnTo>
                  <a:lnTo>
                    <a:pt x="56049" y="795007"/>
                  </a:lnTo>
                  <a:lnTo>
                    <a:pt x="26413" y="765364"/>
                  </a:lnTo>
                  <a:lnTo>
                    <a:pt x="6979" y="727785"/>
                  </a:lnTo>
                  <a:lnTo>
                    <a:pt x="0" y="684529"/>
                  </a:lnTo>
                  <a:lnTo>
                    <a:pt x="0" y="136905"/>
                  </a:lnTo>
                  <a:close/>
                </a:path>
              </a:pathLst>
            </a:custGeom>
            <a:ln w="9144">
              <a:solidFill>
                <a:srgbClr val="5F5F5F"/>
              </a:solidFill>
            </a:ln>
          </p:spPr>
          <p:txBody>
            <a:bodyPr wrap="square" lIns="0" tIns="0" rIns="0" bIns="0" rtlCol="0"/>
            <a:lstStyle/>
            <a:p>
              <a:endParaRPr/>
            </a:p>
          </p:txBody>
        </p:sp>
        <p:sp>
          <p:nvSpPr>
            <p:cNvPr id="16" name="object 16"/>
            <p:cNvSpPr/>
            <p:nvPr/>
          </p:nvSpPr>
          <p:spPr>
            <a:xfrm>
              <a:off x="903732" y="1373123"/>
              <a:ext cx="901065" cy="306705"/>
            </a:xfrm>
            <a:custGeom>
              <a:avLst/>
              <a:gdLst/>
              <a:ahLst/>
              <a:cxnLst/>
              <a:rect l="l" t="t" r="r" b="b"/>
              <a:pathLst>
                <a:path w="901064" h="306705">
                  <a:moveTo>
                    <a:pt x="849630" y="0"/>
                  </a:moveTo>
                  <a:lnTo>
                    <a:pt x="51054" y="0"/>
                  </a:lnTo>
                  <a:lnTo>
                    <a:pt x="31182" y="4012"/>
                  </a:lnTo>
                  <a:lnTo>
                    <a:pt x="14954" y="14954"/>
                  </a:lnTo>
                  <a:lnTo>
                    <a:pt x="4012" y="31182"/>
                  </a:lnTo>
                  <a:lnTo>
                    <a:pt x="0" y="51053"/>
                  </a:lnTo>
                  <a:lnTo>
                    <a:pt x="0" y="255270"/>
                  </a:lnTo>
                  <a:lnTo>
                    <a:pt x="4012" y="275141"/>
                  </a:lnTo>
                  <a:lnTo>
                    <a:pt x="14954" y="291369"/>
                  </a:lnTo>
                  <a:lnTo>
                    <a:pt x="31182" y="302311"/>
                  </a:lnTo>
                  <a:lnTo>
                    <a:pt x="51054" y="306324"/>
                  </a:lnTo>
                  <a:lnTo>
                    <a:pt x="849630" y="306324"/>
                  </a:lnTo>
                  <a:lnTo>
                    <a:pt x="869501" y="302311"/>
                  </a:lnTo>
                  <a:lnTo>
                    <a:pt x="885729" y="291369"/>
                  </a:lnTo>
                  <a:lnTo>
                    <a:pt x="896671" y="275141"/>
                  </a:lnTo>
                  <a:lnTo>
                    <a:pt x="900684" y="255270"/>
                  </a:lnTo>
                  <a:lnTo>
                    <a:pt x="900684" y="51053"/>
                  </a:lnTo>
                  <a:lnTo>
                    <a:pt x="896671" y="31182"/>
                  </a:lnTo>
                  <a:lnTo>
                    <a:pt x="885729" y="14954"/>
                  </a:lnTo>
                  <a:lnTo>
                    <a:pt x="869501" y="4012"/>
                  </a:lnTo>
                  <a:lnTo>
                    <a:pt x="849630" y="0"/>
                  </a:lnTo>
                  <a:close/>
                </a:path>
              </a:pathLst>
            </a:custGeom>
            <a:solidFill>
              <a:srgbClr val="FFFFFF"/>
            </a:solidFill>
          </p:spPr>
          <p:txBody>
            <a:bodyPr wrap="square" lIns="0" tIns="0" rIns="0" bIns="0" rtlCol="0"/>
            <a:lstStyle/>
            <a:p>
              <a:endParaRPr/>
            </a:p>
          </p:txBody>
        </p:sp>
        <p:sp>
          <p:nvSpPr>
            <p:cNvPr id="17" name="object 17"/>
            <p:cNvSpPr/>
            <p:nvPr/>
          </p:nvSpPr>
          <p:spPr>
            <a:xfrm>
              <a:off x="903732" y="1373123"/>
              <a:ext cx="901065" cy="306705"/>
            </a:xfrm>
            <a:custGeom>
              <a:avLst/>
              <a:gdLst/>
              <a:ahLst/>
              <a:cxnLst/>
              <a:rect l="l" t="t" r="r" b="b"/>
              <a:pathLst>
                <a:path w="901064" h="306705">
                  <a:moveTo>
                    <a:pt x="0" y="51053"/>
                  </a:moveTo>
                  <a:lnTo>
                    <a:pt x="4012" y="31182"/>
                  </a:lnTo>
                  <a:lnTo>
                    <a:pt x="14954" y="14954"/>
                  </a:lnTo>
                  <a:lnTo>
                    <a:pt x="31182" y="4012"/>
                  </a:lnTo>
                  <a:lnTo>
                    <a:pt x="51054" y="0"/>
                  </a:lnTo>
                  <a:lnTo>
                    <a:pt x="849630" y="0"/>
                  </a:lnTo>
                  <a:lnTo>
                    <a:pt x="869501" y="4012"/>
                  </a:lnTo>
                  <a:lnTo>
                    <a:pt x="885729" y="14954"/>
                  </a:lnTo>
                  <a:lnTo>
                    <a:pt x="896671" y="31182"/>
                  </a:lnTo>
                  <a:lnTo>
                    <a:pt x="900684" y="51053"/>
                  </a:lnTo>
                  <a:lnTo>
                    <a:pt x="900684" y="255270"/>
                  </a:lnTo>
                  <a:lnTo>
                    <a:pt x="896671" y="275141"/>
                  </a:lnTo>
                  <a:lnTo>
                    <a:pt x="885729" y="291369"/>
                  </a:lnTo>
                  <a:lnTo>
                    <a:pt x="869501" y="302311"/>
                  </a:lnTo>
                  <a:lnTo>
                    <a:pt x="849630" y="306324"/>
                  </a:lnTo>
                  <a:lnTo>
                    <a:pt x="51054" y="306324"/>
                  </a:lnTo>
                  <a:lnTo>
                    <a:pt x="31182" y="302311"/>
                  </a:lnTo>
                  <a:lnTo>
                    <a:pt x="14954" y="291369"/>
                  </a:lnTo>
                  <a:lnTo>
                    <a:pt x="4012" y="275141"/>
                  </a:lnTo>
                  <a:lnTo>
                    <a:pt x="0" y="255270"/>
                  </a:lnTo>
                  <a:lnTo>
                    <a:pt x="0" y="51053"/>
                  </a:lnTo>
                  <a:close/>
                </a:path>
              </a:pathLst>
            </a:custGeom>
            <a:ln w="9144">
              <a:solidFill>
                <a:srgbClr val="5F5F5F"/>
              </a:solidFill>
            </a:ln>
          </p:spPr>
          <p:txBody>
            <a:bodyPr wrap="square" lIns="0" tIns="0" rIns="0" bIns="0" rtlCol="0"/>
            <a:lstStyle/>
            <a:p>
              <a:endParaRPr/>
            </a:p>
          </p:txBody>
        </p:sp>
      </p:grpSp>
      <p:sp>
        <p:nvSpPr>
          <p:cNvPr id="18" name="object 18"/>
          <p:cNvSpPr txBox="1"/>
          <p:nvPr/>
        </p:nvSpPr>
        <p:spPr>
          <a:xfrm>
            <a:off x="983081" y="1421638"/>
            <a:ext cx="72707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5F5F5F"/>
                </a:solidFill>
                <a:latin typeface="Calibri"/>
                <a:cs typeface="Calibri"/>
              </a:rPr>
              <a:t>Application</a:t>
            </a:r>
            <a:endParaRPr sz="1200">
              <a:latin typeface="Calibri"/>
              <a:cs typeface="Calibri"/>
            </a:endParaRPr>
          </a:p>
        </p:txBody>
      </p:sp>
      <p:grpSp>
        <p:nvGrpSpPr>
          <p:cNvPr id="19" name="object 19"/>
          <p:cNvGrpSpPr/>
          <p:nvPr/>
        </p:nvGrpSpPr>
        <p:grpSpPr>
          <a:xfrm>
            <a:off x="2170176" y="1173492"/>
            <a:ext cx="1362710" cy="664845"/>
            <a:chOff x="2170176" y="1173492"/>
            <a:chExt cx="1362710" cy="664845"/>
          </a:xfrm>
        </p:grpSpPr>
        <p:pic>
          <p:nvPicPr>
            <p:cNvPr id="20" name="object 20"/>
            <p:cNvPicPr/>
            <p:nvPr/>
          </p:nvPicPr>
          <p:blipFill>
            <a:blip r:embed="rId6" cstate="print"/>
            <a:stretch>
              <a:fillRect/>
            </a:stretch>
          </p:blipFill>
          <p:spPr>
            <a:xfrm>
              <a:off x="2170176" y="1173492"/>
              <a:ext cx="1362455" cy="664451"/>
            </a:xfrm>
            <a:prstGeom prst="rect">
              <a:avLst/>
            </a:prstGeom>
          </p:spPr>
        </p:pic>
        <p:sp>
          <p:nvSpPr>
            <p:cNvPr id="21" name="object 21"/>
            <p:cNvSpPr/>
            <p:nvPr/>
          </p:nvSpPr>
          <p:spPr>
            <a:xfrm>
              <a:off x="2215896" y="1199388"/>
              <a:ext cx="1275715" cy="577850"/>
            </a:xfrm>
            <a:custGeom>
              <a:avLst/>
              <a:gdLst/>
              <a:ahLst/>
              <a:cxnLst/>
              <a:rect l="l" t="t" r="r" b="b"/>
              <a:pathLst>
                <a:path w="1275714" h="577850">
                  <a:moveTo>
                    <a:pt x="637794" y="0"/>
                  </a:moveTo>
                  <a:lnTo>
                    <a:pt x="572574" y="1490"/>
                  </a:lnTo>
                  <a:lnTo>
                    <a:pt x="509240" y="5866"/>
                  </a:lnTo>
                  <a:lnTo>
                    <a:pt x="448113" y="12982"/>
                  </a:lnTo>
                  <a:lnTo>
                    <a:pt x="389512" y="22693"/>
                  </a:lnTo>
                  <a:lnTo>
                    <a:pt x="333759" y="34853"/>
                  </a:lnTo>
                  <a:lnTo>
                    <a:pt x="281173" y="49318"/>
                  </a:lnTo>
                  <a:lnTo>
                    <a:pt x="232075" y="65943"/>
                  </a:lnTo>
                  <a:lnTo>
                    <a:pt x="186785" y="84581"/>
                  </a:lnTo>
                  <a:lnTo>
                    <a:pt x="145623" y="105090"/>
                  </a:lnTo>
                  <a:lnTo>
                    <a:pt x="108910" y="127322"/>
                  </a:lnTo>
                  <a:lnTo>
                    <a:pt x="76967" y="151133"/>
                  </a:lnTo>
                  <a:lnTo>
                    <a:pt x="28669" y="202913"/>
                  </a:lnTo>
                  <a:lnTo>
                    <a:pt x="3292" y="259267"/>
                  </a:lnTo>
                  <a:lnTo>
                    <a:pt x="0" y="288798"/>
                  </a:lnTo>
                  <a:lnTo>
                    <a:pt x="3292" y="318328"/>
                  </a:lnTo>
                  <a:lnTo>
                    <a:pt x="28669" y="374682"/>
                  </a:lnTo>
                  <a:lnTo>
                    <a:pt x="76967" y="426462"/>
                  </a:lnTo>
                  <a:lnTo>
                    <a:pt x="108910" y="450273"/>
                  </a:lnTo>
                  <a:lnTo>
                    <a:pt x="145623" y="472505"/>
                  </a:lnTo>
                  <a:lnTo>
                    <a:pt x="186785" y="493014"/>
                  </a:lnTo>
                  <a:lnTo>
                    <a:pt x="232075" y="511652"/>
                  </a:lnTo>
                  <a:lnTo>
                    <a:pt x="281173" y="528277"/>
                  </a:lnTo>
                  <a:lnTo>
                    <a:pt x="333759" y="542742"/>
                  </a:lnTo>
                  <a:lnTo>
                    <a:pt x="389512" y="554902"/>
                  </a:lnTo>
                  <a:lnTo>
                    <a:pt x="448113" y="564613"/>
                  </a:lnTo>
                  <a:lnTo>
                    <a:pt x="509240" y="571729"/>
                  </a:lnTo>
                  <a:lnTo>
                    <a:pt x="572574" y="576105"/>
                  </a:lnTo>
                  <a:lnTo>
                    <a:pt x="637794" y="577596"/>
                  </a:lnTo>
                  <a:lnTo>
                    <a:pt x="703013" y="576105"/>
                  </a:lnTo>
                  <a:lnTo>
                    <a:pt x="766347" y="571729"/>
                  </a:lnTo>
                  <a:lnTo>
                    <a:pt x="827474" y="564613"/>
                  </a:lnTo>
                  <a:lnTo>
                    <a:pt x="886075" y="554902"/>
                  </a:lnTo>
                  <a:lnTo>
                    <a:pt x="941828" y="542742"/>
                  </a:lnTo>
                  <a:lnTo>
                    <a:pt x="994414" y="528277"/>
                  </a:lnTo>
                  <a:lnTo>
                    <a:pt x="1043512" y="511652"/>
                  </a:lnTo>
                  <a:lnTo>
                    <a:pt x="1088802" y="493014"/>
                  </a:lnTo>
                  <a:lnTo>
                    <a:pt x="1129964" y="472505"/>
                  </a:lnTo>
                  <a:lnTo>
                    <a:pt x="1166677" y="450273"/>
                  </a:lnTo>
                  <a:lnTo>
                    <a:pt x="1198620" y="426462"/>
                  </a:lnTo>
                  <a:lnTo>
                    <a:pt x="1246918" y="374682"/>
                  </a:lnTo>
                  <a:lnTo>
                    <a:pt x="1272295" y="318328"/>
                  </a:lnTo>
                  <a:lnTo>
                    <a:pt x="1275588" y="288798"/>
                  </a:lnTo>
                  <a:lnTo>
                    <a:pt x="1272295" y="259267"/>
                  </a:lnTo>
                  <a:lnTo>
                    <a:pt x="1246918" y="202913"/>
                  </a:lnTo>
                  <a:lnTo>
                    <a:pt x="1198620" y="151133"/>
                  </a:lnTo>
                  <a:lnTo>
                    <a:pt x="1166677" y="127322"/>
                  </a:lnTo>
                  <a:lnTo>
                    <a:pt x="1129964" y="105090"/>
                  </a:lnTo>
                  <a:lnTo>
                    <a:pt x="1088802" y="84581"/>
                  </a:lnTo>
                  <a:lnTo>
                    <a:pt x="1043512" y="65943"/>
                  </a:lnTo>
                  <a:lnTo>
                    <a:pt x="994414" y="49318"/>
                  </a:lnTo>
                  <a:lnTo>
                    <a:pt x="941828" y="34853"/>
                  </a:lnTo>
                  <a:lnTo>
                    <a:pt x="886075" y="22693"/>
                  </a:lnTo>
                  <a:lnTo>
                    <a:pt x="827474" y="12982"/>
                  </a:lnTo>
                  <a:lnTo>
                    <a:pt x="766347" y="5866"/>
                  </a:lnTo>
                  <a:lnTo>
                    <a:pt x="703013" y="1490"/>
                  </a:lnTo>
                  <a:lnTo>
                    <a:pt x="637794" y="0"/>
                  </a:lnTo>
                  <a:close/>
                </a:path>
              </a:pathLst>
            </a:custGeom>
            <a:solidFill>
              <a:srgbClr val="9CB955"/>
            </a:solidFill>
          </p:spPr>
          <p:txBody>
            <a:bodyPr wrap="square" lIns="0" tIns="0" rIns="0" bIns="0" rtlCol="0"/>
            <a:lstStyle/>
            <a:p>
              <a:endParaRPr/>
            </a:p>
          </p:txBody>
        </p:sp>
        <p:sp>
          <p:nvSpPr>
            <p:cNvPr id="22" name="object 22"/>
            <p:cNvSpPr/>
            <p:nvPr/>
          </p:nvSpPr>
          <p:spPr>
            <a:xfrm>
              <a:off x="2215896" y="1199388"/>
              <a:ext cx="1275715" cy="577850"/>
            </a:xfrm>
            <a:custGeom>
              <a:avLst/>
              <a:gdLst/>
              <a:ahLst/>
              <a:cxnLst/>
              <a:rect l="l" t="t" r="r" b="b"/>
              <a:pathLst>
                <a:path w="1275714" h="577850">
                  <a:moveTo>
                    <a:pt x="0" y="288798"/>
                  </a:moveTo>
                  <a:lnTo>
                    <a:pt x="12955" y="230591"/>
                  </a:lnTo>
                  <a:lnTo>
                    <a:pt x="50113" y="176379"/>
                  </a:lnTo>
                  <a:lnTo>
                    <a:pt x="108910" y="127322"/>
                  </a:lnTo>
                  <a:lnTo>
                    <a:pt x="145623" y="105090"/>
                  </a:lnTo>
                  <a:lnTo>
                    <a:pt x="186785" y="84581"/>
                  </a:lnTo>
                  <a:lnTo>
                    <a:pt x="232075" y="65943"/>
                  </a:lnTo>
                  <a:lnTo>
                    <a:pt x="281173" y="49318"/>
                  </a:lnTo>
                  <a:lnTo>
                    <a:pt x="333759" y="34853"/>
                  </a:lnTo>
                  <a:lnTo>
                    <a:pt x="389512" y="22693"/>
                  </a:lnTo>
                  <a:lnTo>
                    <a:pt x="448113" y="12982"/>
                  </a:lnTo>
                  <a:lnTo>
                    <a:pt x="509240" y="5866"/>
                  </a:lnTo>
                  <a:lnTo>
                    <a:pt x="572574" y="1490"/>
                  </a:lnTo>
                  <a:lnTo>
                    <a:pt x="637794" y="0"/>
                  </a:lnTo>
                  <a:lnTo>
                    <a:pt x="703013" y="1490"/>
                  </a:lnTo>
                  <a:lnTo>
                    <a:pt x="766347" y="5866"/>
                  </a:lnTo>
                  <a:lnTo>
                    <a:pt x="827474" y="12982"/>
                  </a:lnTo>
                  <a:lnTo>
                    <a:pt x="886075" y="22693"/>
                  </a:lnTo>
                  <a:lnTo>
                    <a:pt x="941828" y="34853"/>
                  </a:lnTo>
                  <a:lnTo>
                    <a:pt x="994414" y="49318"/>
                  </a:lnTo>
                  <a:lnTo>
                    <a:pt x="1043512" y="65943"/>
                  </a:lnTo>
                  <a:lnTo>
                    <a:pt x="1088802" y="84581"/>
                  </a:lnTo>
                  <a:lnTo>
                    <a:pt x="1129964" y="105090"/>
                  </a:lnTo>
                  <a:lnTo>
                    <a:pt x="1166677" y="127322"/>
                  </a:lnTo>
                  <a:lnTo>
                    <a:pt x="1198620" y="151133"/>
                  </a:lnTo>
                  <a:lnTo>
                    <a:pt x="1246918" y="202913"/>
                  </a:lnTo>
                  <a:lnTo>
                    <a:pt x="1272295" y="259267"/>
                  </a:lnTo>
                  <a:lnTo>
                    <a:pt x="1275588" y="288798"/>
                  </a:lnTo>
                  <a:lnTo>
                    <a:pt x="1272295" y="318328"/>
                  </a:lnTo>
                  <a:lnTo>
                    <a:pt x="1246918" y="374682"/>
                  </a:lnTo>
                  <a:lnTo>
                    <a:pt x="1198620" y="426462"/>
                  </a:lnTo>
                  <a:lnTo>
                    <a:pt x="1166677" y="450273"/>
                  </a:lnTo>
                  <a:lnTo>
                    <a:pt x="1129964" y="472505"/>
                  </a:lnTo>
                  <a:lnTo>
                    <a:pt x="1088802" y="493014"/>
                  </a:lnTo>
                  <a:lnTo>
                    <a:pt x="1043512" y="511652"/>
                  </a:lnTo>
                  <a:lnTo>
                    <a:pt x="994414" y="528277"/>
                  </a:lnTo>
                  <a:lnTo>
                    <a:pt x="941828" y="542742"/>
                  </a:lnTo>
                  <a:lnTo>
                    <a:pt x="886075" y="554902"/>
                  </a:lnTo>
                  <a:lnTo>
                    <a:pt x="827474" y="564613"/>
                  </a:lnTo>
                  <a:lnTo>
                    <a:pt x="766347" y="571729"/>
                  </a:lnTo>
                  <a:lnTo>
                    <a:pt x="703013" y="576105"/>
                  </a:lnTo>
                  <a:lnTo>
                    <a:pt x="637794" y="577596"/>
                  </a:lnTo>
                  <a:lnTo>
                    <a:pt x="572574" y="576105"/>
                  </a:lnTo>
                  <a:lnTo>
                    <a:pt x="509240" y="571729"/>
                  </a:lnTo>
                  <a:lnTo>
                    <a:pt x="448113" y="564613"/>
                  </a:lnTo>
                  <a:lnTo>
                    <a:pt x="389512" y="554902"/>
                  </a:lnTo>
                  <a:lnTo>
                    <a:pt x="333759" y="542742"/>
                  </a:lnTo>
                  <a:lnTo>
                    <a:pt x="281173" y="528277"/>
                  </a:lnTo>
                  <a:lnTo>
                    <a:pt x="232075" y="511652"/>
                  </a:lnTo>
                  <a:lnTo>
                    <a:pt x="186785" y="493014"/>
                  </a:lnTo>
                  <a:lnTo>
                    <a:pt x="145623" y="472505"/>
                  </a:lnTo>
                  <a:lnTo>
                    <a:pt x="108910" y="450273"/>
                  </a:lnTo>
                  <a:lnTo>
                    <a:pt x="76967" y="426462"/>
                  </a:lnTo>
                  <a:lnTo>
                    <a:pt x="28669" y="374682"/>
                  </a:lnTo>
                  <a:lnTo>
                    <a:pt x="3292" y="318328"/>
                  </a:lnTo>
                  <a:lnTo>
                    <a:pt x="0" y="288798"/>
                  </a:lnTo>
                  <a:close/>
                </a:path>
              </a:pathLst>
            </a:custGeom>
            <a:ln w="6096">
              <a:solidFill>
                <a:srgbClr val="FFFFFF"/>
              </a:solidFill>
            </a:ln>
          </p:spPr>
          <p:txBody>
            <a:bodyPr wrap="square" lIns="0" tIns="0" rIns="0" bIns="0" rtlCol="0"/>
            <a:lstStyle/>
            <a:p>
              <a:endParaRPr/>
            </a:p>
          </p:txBody>
        </p:sp>
      </p:grpSp>
      <p:sp>
        <p:nvSpPr>
          <p:cNvPr id="23" name="object 23"/>
          <p:cNvSpPr txBox="1"/>
          <p:nvPr/>
        </p:nvSpPr>
        <p:spPr>
          <a:xfrm>
            <a:off x="2516504" y="1391488"/>
            <a:ext cx="678815" cy="208915"/>
          </a:xfrm>
          <a:prstGeom prst="rect">
            <a:avLst/>
          </a:prstGeom>
        </p:spPr>
        <p:txBody>
          <a:bodyPr vert="horz" wrap="square" lIns="0" tIns="12700" rIns="0" bIns="0" rtlCol="0">
            <a:spAutoFit/>
          </a:bodyPr>
          <a:lstStyle/>
          <a:p>
            <a:pPr marL="12700">
              <a:lnSpc>
                <a:spcPct val="100000"/>
              </a:lnSpc>
              <a:spcBef>
                <a:spcPts val="100"/>
              </a:spcBef>
            </a:pPr>
            <a:r>
              <a:rPr sz="1200" dirty="0">
                <a:latin typeface="Calibri"/>
                <a:cs typeface="Calibri"/>
              </a:rPr>
              <a:t>Job</a:t>
            </a:r>
            <a:r>
              <a:rPr sz="1200" spc="-65" dirty="0">
                <a:latin typeface="Calibri"/>
                <a:cs typeface="Calibri"/>
              </a:rPr>
              <a:t> </a:t>
            </a:r>
            <a:r>
              <a:rPr sz="1200" spc="-5" dirty="0">
                <a:latin typeface="Calibri"/>
                <a:cs typeface="Calibri"/>
              </a:rPr>
              <a:t>Object</a:t>
            </a:r>
            <a:endParaRPr sz="1200">
              <a:latin typeface="Calibri"/>
              <a:cs typeface="Calibri"/>
            </a:endParaRPr>
          </a:p>
        </p:txBody>
      </p:sp>
      <p:grpSp>
        <p:nvGrpSpPr>
          <p:cNvPr id="24" name="object 24"/>
          <p:cNvGrpSpPr/>
          <p:nvPr/>
        </p:nvGrpSpPr>
        <p:grpSpPr>
          <a:xfrm>
            <a:off x="1802892" y="1274076"/>
            <a:ext cx="6513830" cy="490855"/>
            <a:chOff x="1802892" y="1274076"/>
            <a:chExt cx="6513830" cy="490855"/>
          </a:xfrm>
        </p:grpSpPr>
        <p:sp>
          <p:nvSpPr>
            <p:cNvPr id="25" name="object 25"/>
            <p:cNvSpPr/>
            <p:nvPr/>
          </p:nvSpPr>
          <p:spPr>
            <a:xfrm>
              <a:off x="1802892" y="1461515"/>
              <a:ext cx="405130" cy="76200"/>
            </a:xfrm>
            <a:custGeom>
              <a:avLst/>
              <a:gdLst/>
              <a:ahLst/>
              <a:cxnLst/>
              <a:rect l="l" t="t" r="r" b="b"/>
              <a:pathLst>
                <a:path w="405130" h="76200">
                  <a:moveTo>
                    <a:pt x="101600" y="31750"/>
                  </a:moveTo>
                  <a:lnTo>
                    <a:pt x="0" y="31750"/>
                  </a:lnTo>
                  <a:lnTo>
                    <a:pt x="0" y="44450"/>
                  </a:lnTo>
                  <a:lnTo>
                    <a:pt x="101600" y="44450"/>
                  </a:lnTo>
                  <a:lnTo>
                    <a:pt x="101600" y="31750"/>
                  </a:lnTo>
                  <a:close/>
                </a:path>
                <a:path w="405130" h="76200">
                  <a:moveTo>
                    <a:pt x="241300" y="31750"/>
                  </a:moveTo>
                  <a:lnTo>
                    <a:pt x="139700" y="31750"/>
                  </a:lnTo>
                  <a:lnTo>
                    <a:pt x="139700" y="44450"/>
                  </a:lnTo>
                  <a:lnTo>
                    <a:pt x="241300" y="44450"/>
                  </a:lnTo>
                  <a:lnTo>
                    <a:pt x="241300" y="31750"/>
                  </a:lnTo>
                  <a:close/>
                </a:path>
                <a:path w="405130" h="76200">
                  <a:moveTo>
                    <a:pt x="328802" y="0"/>
                  </a:moveTo>
                  <a:lnTo>
                    <a:pt x="328802" y="76200"/>
                  </a:lnTo>
                  <a:lnTo>
                    <a:pt x="392302" y="44450"/>
                  </a:lnTo>
                  <a:lnTo>
                    <a:pt x="341502" y="44450"/>
                  </a:lnTo>
                  <a:lnTo>
                    <a:pt x="341502" y="31750"/>
                  </a:lnTo>
                  <a:lnTo>
                    <a:pt x="392302" y="31750"/>
                  </a:lnTo>
                  <a:lnTo>
                    <a:pt x="328802" y="0"/>
                  </a:lnTo>
                  <a:close/>
                </a:path>
                <a:path w="405130" h="76200">
                  <a:moveTo>
                    <a:pt x="328802" y="31750"/>
                  </a:moveTo>
                  <a:lnTo>
                    <a:pt x="279400" y="31750"/>
                  </a:lnTo>
                  <a:lnTo>
                    <a:pt x="279400" y="44450"/>
                  </a:lnTo>
                  <a:lnTo>
                    <a:pt x="328802" y="44450"/>
                  </a:lnTo>
                  <a:lnTo>
                    <a:pt x="328802" y="31750"/>
                  </a:lnTo>
                  <a:close/>
                </a:path>
                <a:path w="405130" h="76200">
                  <a:moveTo>
                    <a:pt x="392302" y="31750"/>
                  </a:moveTo>
                  <a:lnTo>
                    <a:pt x="341502" y="31750"/>
                  </a:lnTo>
                  <a:lnTo>
                    <a:pt x="341502" y="44450"/>
                  </a:lnTo>
                  <a:lnTo>
                    <a:pt x="392302" y="44450"/>
                  </a:lnTo>
                  <a:lnTo>
                    <a:pt x="405002" y="38100"/>
                  </a:lnTo>
                  <a:lnTo>
                    <a:pt x="392302" y="31750"/>
                  </a:lnTo>
                  <a:close/>
                </a:path>
              </a:pathLst>
            </a:custGeom>
            <a:solidFill>
              <a:srgbClr val="006FC0"/>
            </a:solidFill>
          </p:spPr>
          <p:txBody>
            <a:bodyPr wrap="square" lIns="0" tIns="0" rIns="0" bIns="0" rtlCol="0"/>
            <a:lstStyle/>
            <a:p>
              <a:endParaRPr/>
            </a:p>
          </p:txBody>
        </p:sp>
        <p:pic>
          <p:nvPicPr>
            <p:cNvPr id="26" name="object 26"/>
            <p:cNvPicPr/>
            <p:nvPr/>
          </p:nvPicPr>
          <p:blipFill>
            <a:blip r:embed="rId7" cstate="print"/>
            <a:stretch>
              <a:fillRect/>
            </a:stretch>
          </p:blipFill>
          <p:spPr>
            <a:xfrm>
              <a:off x="6844283" y="1274076"/>
              <a:ext cx="1472183" cy="490715"/>
            </a:xfrm>
            <a:prstGeom prst="rect">
              <a:avLst/>
            </a:prstGeom>
          </p:spPr>
        </p:pic>
      </p:grpSp>
      <p:sp>
        <p:nvSpPr>
          <p:cNvPr id="27" name="object 27"/>
          <p:cNvSpPr txBox="1"/>
          <p:nvPr/>
        </p:nvSpPr>
        <p:spPr>
          <a:xfrm>
            <a:off x="920597" y="1688464"/>
            <a:ext cx="715010" cy="459105"/>
          </a:xfrm>
          <a:prstGeom prst="rect">
            <a:avLst/>
          </a:prstGeom>
        </p:spPr>
        <p:txBody>
          <a:bodyPr vert="horz" wrap="square" lIns="0" tIns="12700" rIns="0" bIns="0" rtlCol="0">
            <a:spAutoFit/>
          </a:bodyPr>
          <a:lstStyle/>
          <a:p>
            <a:pPr marL="12700" marR="5080" indent="33020">
              <a:lnSpc>
                <a:spcPct val="118500"/>
              </a:lnSpc>
              <a:spcBef>
                <a:spcPts val="100"/>
              </a:spcBef>
            </a:pPr>
            <a:r>
              <a:rPr sz="1200" spc="-5" dirty="0">
                <a:latin typeface="Calibri"/>
                <a:cs typeface="Calibri"/>
              </a:rPr>
              <a:t>C</a:t>
            </a:r>
            <a:r>
              <a:rPr sz="1200" dirty="0">
                <a:latin typeface="Calibri"/>
                <a:cs typeface="Calibri"/>
              </a:rPr>
              <a:t>lie</a:t>
            </a:r>
            <a:r>
              <a:rPr sz="1200" spc="-5" dirty="0">
                <a:latin typeface="Calibri"/>
                <a:cs typeface="Calibri"/>
              </a:rPr>
              <a:t>n</a:t>
            </a:r>
            <a:r>
              <a:rPr sz="1200" dirty="0">
                <a:latin typeface="Calibri"/>
                <a:cs typeface="Calibri"/>
              </a:rPr>
              <a:t>t</a:t>
            </a:r>
            <a:r>
              <a:rPr sz="1200" spc="-15" dirty="0">
                <a:latin typeface="Calibri"/>
                <a:cs typeface="Calibri"/>
              </a:rPr>
              <a:t> </a:t>
            </a:r>
            <a:r>
              <a:rPr sz="1200" dirty="0">
                <a:latin typeface="Calibri"/>
                <a:cs typeface="Calibri"/>
              </a:rPr>
              <a:t>JVM  </a:t>
            </a:r>
            <a:r>
              <a:rPr sz="1200" spc="-5" dirty="0">
                <a:solidFill>
                  <a:srgbClr val="5F5F5F"/>
                </a:solidFill>
                <a:latin typeface="Calibri"/>
                <a:cs typeface="Calibri"/>
              </a:rPr>
              <a:t>Client</a:t>
            </a:r>
            <a:endParaRPr sz="1200">
              <a:latin typeface="Calibri"/>
              <a:cs typeface="Calibri"/>
            </a:endParaRPr>
          </a:p>
        </p:txBody>
      </p:sp>
      <p:sp>
        <p:nvSpPr>
          <p:cNvPr id="28" name="object 28"/>
          <p:cNvSpPr txBox="1"/>
          <p:nvPr/>
        </p:nvSpPr>
        <p:spPr>
          <a:xfrm>
            <a:off x="6890004" y="1299972"/>
            <a:ext cx="1385570" cy="403860"/>
          </a:xfrm>
          <a:prstGeom prst="rect">
            <a:avLst/>
          </a:prstGeom>
          <a:solidFill>
            <a:srgbClr val="0D80B8"/>
          </a:solidFill>
          <a:ln w="6096">
            <a:solidFill>
              <a:srgbClr val="FFFFFF"/>
            </a:solidFill>
          </a:ln>
        </p:spPr>
        <p:txBody>
          <a:bodyPr vert="horz" wrap="square" lIns="0" tIns="24130" rIns="0" bIns="0" rtlCol="0">
            <a:spAutoFit/>
          </a:bodyPr>
          <a:lstStyle/>
          <a:p>
            <a:pPr marL="417830" marR="397510" indent="-6350">
              <a:lnSpc>
                <a:spcPct val="100000"/>
              </a:lnSpc>
              <a:spcBef>
                <a:spcPts val="190"/>
              </a:spcBef>
            </a:pPr>
            <a:r>
              <a:rPr sz="1200" spc="-30" dirty="0">
                <a:solidFill>
                  <a:srgbClr val="FFFFFF"/>
                </a:solidFill>
                <a:latin typeface="Calibri"/>
                <a:cs typeface="Calibri"/>
              </a:rPr>
              <a:t>R</a:t>
            </a:r>
            <a:r>
              <a:rPr sz="1200" dirty="0">
                <a:solidFill>
                  <a:srgbClr val="FFFFFF"/>
                </a:solidFill>
                <a:latin typeface="Calibri"/>
                <a:cs typeface="Calibri"/>
              </a:rPr>
              <a:t>esou</a:t>
            </a:r>
            <a:r>
              <a:rPr sz="1200" spc="-15" dirty="0">
                <a:solidFill>
                  <a:srgbClr val="FFFFFF"/>
                </a:solidFill>
                <a:latin typeface="Calibri"/>
                <a:cs typeface="Calibri"/>
              </a:rPr>
              <a:t>r</a:t>
            </a:r>
            <a:r>
              <a:rPr sz="1200" spc="-5" dirty="0">
                <a:solidFill>
                  <a:srgbClr val="FFFFFF"/>
                </a:solidFill>
                <a:latin typeface="Calibri"/>
                <a:cs typeface="Calibri"/>
              </a:rPr>
              <a:t>c</a:t>
            </a:r>
            <a:r>
              <a:rPr sz="1200" dirty="0">
                <a:solidFill>
                  <a:srgbClr val="FFFFFF"/>
                </a:solidFill>
                <a:latin typeface="Calibri"/>
                <a:cs typeface="Calibri"/>
              </a:rPr>
              <a:t>e  Ma</a:t>
            </a:r>
            <a:r>
              <a:rPr sz="1200" spc="5" dirty="0">
                <a:solidFill>
                  <a:srgbClr val="FFFFFF"/>
                </a:solidFill>
                <a:latin typeface="Calibri"/>
                <a:cs typeface="Calibri"/>
              </a:rPr>
              <a:t>n</a:t>
            </a:r>
            <a:r>
              <a:rPr sz="1200" dirty="0">
                <a:solidFill>
                  <a:srgbClr val="FFFFFF"/>
                </a:solidFill>
                <a:latin typeface="Calibri"/>
                <a:cs typeface="Calibri"/>
              </a:rPr>
              <a:t>a</a:t>
            </a:r>
            <a:r>
              <a:rPr sz="1200" spc="-15" dirty="0">
                <a:solidFill>
                  <a:srgbClr val="FFFFFF"/>
                </a:solidFill>
                <a:latin typeface="Calibri"/>
                <a:cs typeface="Calibri"/>
              </a:rPr>
              <a:t>g</a:t>
            </a:r>
            <a:r>
              <a:rPr sz="1200" dirty="0">
                <a:solidFill>
                  <a:srgbClr val="FFFFFF"/>
                </a:solidFill>
                <a:latin typeface="Calibri"/>
                <a:cs typeface="Calibri"/>
              </a:rPr>
              <a:t>er</a:t>
            </a:r>
            <a:endParaRPr sz="1200">
              <a:latin typeface="Calibri"/>
              <a:cs typeface="Calibri"/>
            </a:endParaRPr>
          </a:p>
        </p:txBody>
      </p:sp>
      <p:sp>
        <p:nvSpPr>
          <p:cNvPr id="29" name="object 29"/>
          <p:cNvSpPr txBox="1"/>
          <p:nvPr/>
        </p:nvSpPr>
        <p:spPr>
          <a:xfrm>
            <a:off x="6973951" y="1035507"/>
            <a:ext cx="1226185"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Mana</a:t>
            </a:r>
            <a:r>
              <a:rPr sz="1200" spc="-15" dirty="0">
                <a:solidFill>
                  <a:srgbClr val="006FC0"/>
                </a:solidFill>
                <a:latin typeface="Calibri"/>
                <a:cs typeface="Calibri"/>
              </a:rPr>
              <a:t>g</a:t>
            </a:r>
            <a:r>
              <a:rPr sz="1200" dirty="0">
                <a:solidFill>
                  <a:srgbClr val="006FC0"/>
                </a:solidFill>
                <a:latin typeface="Calibri"/>
                <a:cs typeface="Calibri"/>
              </a:rPr>
              <a:t>eme</a:t>
            </a:r>
            <a:r>
              <a:rPr sz="1200" spc="-10" dirty="0">
                <a:solidFill>
                  <a:srgbClr val="006FC0"/>
                </a:solidFill>
                <a:latin typeface="Calibri"/>
                <a:cs typeface="Calibri"/>
              </a:rPr>
              <a:t>n</a:t>
            </a:r>
            <a:r>
              <a:rPr sz="1200" dirty="0">
                <a:solidFill>
                  <a:srgbClr val="006FC0"/>
                </a:solidFill>
                <a:latin typeface="Calibri"/>
                <a:cs typeface="Calibri"/>
              </a:rPr>
              <a:t>t</a:t>
            </a:r>
            <a:r>
              <a:rPr sz="1200" spc="-30" dirty="0">
                <a:solidFill>
                  <a:srgbClr val="006FC0"/>
                </a:solidFill>
                <a:latin typeface="Calibri"/>
                <a:cs typeface="Calibri"/>
              </a:rPr>
              <a:t> </a:t>
            </a:r>
            <a:r>
              <a:rPr sz="1200" dirty="0">
                <a:solidFill>
                  <a:srgbClr val="006FC0"/>
                </a:solidFill>
                <a:latin typeface="Calibri"/>
                <a:cs typeface="Calibri"/>
              </a:rPr>
              <a:t>N</a:t>
            </a:r>
            <a:r>
              <a:rPr sz="1200" spc="5" dirty="0">
                <a:solidFill>
                  <a:srgbClr val="006FC0"/>
                </a:solidFill>
                <a:latin typeface="Calibri"/>
                <a:cs typeface="Calibri"/>
              </a:rPr>
              <a:t>o</a:t>
            </a:r>
            <a:r>
              <a:rPr sz="1200" dirty="0">
                <a:solidFill>
                  <a:srgbClr val="006FC0"/>
                </a:solidFill>
                <a:latin typeface="Calibri"/>
                <a:cs typeface="Calibri"/>
              </a:rPr>
              <a:t>de</a:t>
            </a:r>
            <a:endParaRPr sz="1200">
              <a:latin typeface="Calibri"/>
              <a:cs typeface="Calibri"/>
            </a:endParaRPr>
          </a:p>
        </p:txBody>
      </p:sp>
      <p:sp>
        <p:nvSpPr>
          <p:cNvPr id="30" name="object 30"/>
          <p:cNvSpPr txBox="1"/>
          <p:nvPr/>
        </p:nvSpPr>
        <p:spPr>
          <a:xfrm>
            <a:off x="1879854" y="922782"/>
            <a:ext cx="6616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1.</a:t>
            </a:r>
            <a:r>
              <a:rPr sz="1200" spc="-40" dirty="0">
                <a:solidFill>
                  <a:srgbClr val="006FC0"/>
                </a:solidFill>
                <a:latin typeface="Calibri"/>
                <a:cs typeface="Calibri"/>
              </a:rPr>
              <a:t> </a:t>
            </a:r>
            <a:r>
              <a:rPr sz="1200" dirty="0">
                <a:solidFill>
                  <a:srgbClr val="006FC0"/>
                </a:solidFill>
                <a:latin typeface="Calibri"/>
                <a:cs typeface="Calibri"/>
              </a:rPr>
              <a:t>Run</a:t>
            </a:r>
            <a:r>
              <a:rPr sz="1200" spc="-55" dirty="0">
                <a:solidFill>
                  <a:srgbClr val="006FC0"/>
                </a:solidFill>
                <a:latin typeface="Calibri"/>
                <a:cs typeface="Calibri"/>
              </a:rPr>
              <a:t> </a:t>
            </a:r>
            <a:r>
              <a:rPr sz="1200" dirty="0">
                <a:solidFill>
                  <a:srgbClr val="006FC0"/>
                </a:solidFill>
                <a:latin typeface="Calibri"/>
                <a:cs typeface="Calibri"/>
              </a:rPr>
              <a:t>Job</a:t>
            </a:r>
            <a:endParaRPr sz="1200">
              <a:latin typeface="Calibri"/>
              <a:cs typeface="Calibri"/>
            </a:endParaRPr>
          </a:p>
        </p:txBody>
      </p:sp>
      <p:sp>
        <p:nvSpPr>
          <p:cNvPr id="31" name="object 31"/>
          <p:cNvSpPr/>
          <p:nvPr/>
        </p:nvSpPr>
        <p:spPr>
          <a:xfrm>
            <a:off x="1802892" y="1295399"/>
            <a:ext cx="4909820" cy="1950720"/>
          </a:xfrm>
          <a:custGeom>
            <a:avLst/>
            <a:gdLst/>
            <a:ahLst/>
            <a:cxnLst/>
            <a:rect l="l" t="t" r="r" b="b"/>
            <a:pathLst>
              <a:path w="4909820" h="1950720">
                <a:moveTo>
                  <a:pt x="80645" y="1848739"/>
                </a:moveTo>
                <a:lnTo>
                  <a:pt x="70358" y="1841373"/>
                </a:lnTo>
                <a:lnTo>
                  <a:pt x="39103" y="1884959"/>
                </a:lnTo>
                <a:lnTo>
                  <a:pt x="13335" y="1866519"/>
                </a:lnTo>
                <a:lnTo>
                  <a:pt x="0" y="1950593"/>
                </a:lnTo>
                <a:lnTo>
                  <a:pt x="75311" y="1910842"/>
                </a:lnTo>
                <a:lnTo>
                  <a:pt x="63944" y="1902714"/>
                </a:lnTo>
                <a:lnTo>
                  <a:pt x="49517" y="1892401"/>
                </a:lnTo>
                <a:lnTo>
                  <a:pt x="80645" y="1848739"/>
                </a:lnTo>
                <a:close/>
              </a:path>
              <a:path w="4909820" h="1950720">
                <a:moveTo>
                  <a:pt x="161925" y="1735201"/>
                </a:moveTo>
                <a:lnTo>
                  <a:pt x="151638" y="1727835"/>
                </a:lnTo>
                <a:lnTo>
                  <a:pt x="92456" y="1810385"/>
                </a:lnTo>
                <a:lnTo>
                  <a:pt x="102743" y="1817751"/>
                </a:lnTo>
                <a:lnTo>
                  <a:pt x="161925" y="1735201"/>
                </a:lnTo>
                <a:close/>
              </a:path>
              <a:path w="4909820" h="1950720">
                <a:moveTo>
                  <a:pt x="243205" y="1621536"/>
                </a:moveTo>
                <a:lnTo>
                  <a:pt x="232791" y="1614170"/>
                </a:lnTo>
                <a:lnTo>
                  <a:pt x="173736" y="1696847"/>
                </a:lnTo>
                <a:lnTo>
                  <a:pt x="184023" y="1704213"/>
                </a:lnTo>
                <a:lnTo>
                  <a:pt x="243205" y="1621536"/>
                </a:lnTo>
                <a:close/>
              </a:path>
              <a:path w="4909820" h="1950720">
                <a:moveTo>
                  <a:pt x="324485" y="1507871"/>
                </a:moveTo>
                <a:lnTo>
                  <a:pt x="314071" y="1500505"/>
                </a:lnTo>
                <a:lnTo>
                  <a:pt x="255016" y="1583182"/>
                </a:lnTo>
                <a:lnTo>
                  <a:pt x="265303" y="1590548"/>
                </a:lnTo>
                <a:lnTo>
                  <a:pt x="324485" y="1507871"/>
                </a:lnTo>
                <a:close/>
              </a:path>
              <a:path w="4909820" h="1950720">
                <a:moveTo>
                  <a:pt x="405765" y="1394333"/>
                </a:moveTo>
                <a:lnTo>
                  <a:pt x="395351" y="1386840"/>
                </a:lnTo>
                <a:lnTo>
                  <a:pt x="336296" y="1469517"/>
                </a:lnTo>
                <a:lnTo>
                  <a:pt x="346583" y="1476883"/>
                </a:lnTo>
                <a:lnTo>
                  <a:pt x="405765" y="1394333"/>
                </a:lnTo>
                <a:close/>
              </a:path>
              <a:path w="4909820" h="1950720">
                <a:moveTo>
                  <a:pt x="487045" y="1280668"/>
                </a:moveTo>
                <a:lnTo>
                  <a:pt x="476631" y="1273302"/>
                </a:lnTo>
                <a:lnTo>
                  <a:pt x="417576" y="1355852"/>
                </a:lnTo>
                <a:lnTo>
                  <a:pt x="427863" y="1363345"/>
                </a:lnTo>
                <a:lnTo>
                  <a:pt x="487045" y="1280668"/>
                </a:lnTo>
                <a:close/>
              </a:path>
              <a:path w="4909820" h="1950720">
                <a:moveTo>
                  <a:pt x="568325" y="1167003"/>
                </a:moveTo>
                <a:lnTo>
                  <a:pt x="557911" y="1159637"/>
                </a:lnTo>
                <a:lnTo>
                  <a:pt x="498856" y="1242314"/>
                </a:lnTo>
                <a:lnTo>
                  <a:pt x="509143" y="1249680"/>
                </a:lnTo>
                <a:lnTo>
                  <a:pt x="568325" y="1167003"/>
                </a:lnTo>
                <a:close/>
              </a:path>
              <a:path w="4909820" h="1950720">
                <a:moveTo>
                  <a:pt x="649605" y="1053465"/>
                </a:moveTo>
                <a:lnTo>
                  <a:pt x="639191" y="1045972"/>
                </a:lnTo>
                <a:lnTo>
                  <a:pt x="580136" y="1128649"/>
                </a:lnTo>
                <a:lnTo>
                  <a:pt x="590423" y="1136015"/>
                </a:lnTo>
                <a:lnTo>
                  <a:pt x="649605" y="1053465"/>
                </a:lnTo>
                <a:close/>
              </a:path>
              <a:path w="4909820" h="1950720">
                <a:moveTo>
                  <a:pt x="730758" y="939800"/>
                </a:moveTo>
                <a:lnTo>
                  <a:pt x="720471" y="932434"/>
                </a:lnTo>
                <a:lnTo>
                  <a:pt x="661416" y="1014984"/>
                </a:lnTo>
                <a:lnTo>
                  <a:pt x="671703" y="1022477"/>
                </a:lnTo>
                <a:lnTo>
                  <a:pt x="730758" y="939800"/>
                </a:lnTo>
                <a:close/>
              </a:path>
              <a:path w="4909820" h="1950720">
                <a:moveTo>
                  <a:pt x="812038" y="826135"/>
                </a:moveTo>
                <a:lnTo>
                  <a:pt x="801751" y="818769"/>
                </a:lnTo>
                <a:lnTo>
                  <a:pt x="742696" y="901446"/>
                </a:lnTo>
                <a:lnTo>
                  <a:pt x="752983" y="908812"/>
                </a:lnTo>
                <a:lnTo>
                  <a:pt x="812038" y="826135"/>
                </a:lnTo>
                <a:close/>
              </a:path>
              <a:path w="4909820" h="1950720">
                <a:moveTo>
                  <a:pt x="893318" y="712470"/>
                </a:moveTo>
                <a:lnTo>
                  <a:pt x="883031" y="705104"/>
                </a:lnTo>
                <a:lnTo>
                  <a:pt x="823976" y="787781"/>
                </a:lnTo>
                <a:lnTo>
                  <a:pt x="834263" y="795147"/>
                </a:lnTo>
                <a:lnTo>
                  <a:pt x="893318" y="712470"/>
                </a:lnTo>
                <a:close/>
              </a:path>
              <a:path w="4909820" h="1950720">
                <a:moveTo>
                  <a:pt x="974598" y="598932"/>
                </a:moveTo>
                <a:lnTo>
                  <a:pt x="964311" y="591566"/>
                </a:lnTo>
                <a:lnTo>
                  <a:pt x="905256" y="674116"/>
                </a:lnTo>
                <a:lnTo>
                  <a:pt x="915543" y="681482"/>
                </a:lnTo>
                <a:lnTo>
                  <a:pt x="974598" y="598932"/>
                </a:lnTo>
                <a:close/>
              </a:path>
              <a:path w="4909820" h="1950720">
                <a:moveTo>
                  <a:pt x="1055878" y="485267"/>
                </a:moveTo>
                <a:lnTo>
                  <a:pt x="1045591" y="477901"/>
                </a:lnTo>
                <a:lnTo>
                  <a:pt x="986409" y="560578"/>
                </a:lnTo>
                <a:lnTo>
                  <a:pt x="996823" y="567956"/>
                </a:lnTo>
                <a:lnTo>
                  <a:pt x="1055878" y="485267"/>
                </a:lnTo>
                <a:close/>
              </a:path>
              <a:path w="4909820" h="1950720">
                <a:moveTo>
                  <a:pt x="1836420" y="31750"/>
                </a:moveTo>
                <a:lnTo>
                  <a:pt x="1819656" y="31750"/>
                </a:lnTo>
                <a:lnTo>
                  <a:pt x="1819656" y="0"/>
                </a:lnTo>
                <a:lnTo>
                  <a:pt x="1743456" y="38100"/>
                </a:lnTo>
                <a:lnTo>
                  <a:pt x="1819656" y="76200"/>
                </a:lnTo>
                <a:lnTo>
                  <a:pt x="1819656" y="44450"/>
                </a:lnTo>
                <a:lnTo>
                  <a:pt x="1836420" y="44450"/>
                </a:lnTo>
                <a:lnTo>
                  <a:pt x="1836420" y="31750"/>
                </a:lnTo>
                <a:close/>
              </a:path>
              <a:path w="4909820" h="1950720">
                <a:moveTo>
                  <a:pt x="1845056" y="377698"/>
                </a:moveTo>
                <a:lnTo>
                  <a:pt x="1743456" y="377698"/>
                </a:lnTo>
                <a:lnTo>
                  <a:pt x="1743456" y="390398"/>
                </a:lnTo>
                <a:lnTo>
                  <a:pt x="1845056" y="390398"/>
                </a:lnTo>
                <a:lnTo>
                  <a:pt x="1845056" y="377698"/>
                </a:lnTo>
                <a:close/>
              </a:path>
              <a:path w="4909820" h="1950720">
                <a:moveTo>
                  <a:pt x="1976120" y="31750"/>
                </a:moveTo>
                <a:lnTo>
                  <a:pt x="1874520" y="31750"/>
                </a:lnTo>
                <a:lnTo>
                  <a:pt x="1874520" y="44450"/>
                </a:lnTo>
                <a:lnTo>
                  <a:pt x="1976120" y="44450"/>
                </a:lnTo>
                <a:lnTo>
                  <a:pt x="1976120" y="31750"/>
                </a:lnTo>
                <a:close/>
              </a:path>
              <a:path w="4909820" h="1950720">
                <a:moveTo>
                  <a:pt x="1984756" y="377698"/>
                </a:moveTo>
                <a:lnTo>
                  <a:pt x="1883156" y="377698"/>
                </a:lnTo>
                <a:lnTo>
                  <a:pt x="1883156" y="390398"/>
                </a:lnTo>
                <a:lnTo>
                  <a:pt x="1984756" y="390398"/>
                </a:lnTo>
                <a:lnTo>
                  <a:pt x="1984756" y="377698"/>
                </a:lnTo>
                <a:close/>
              </a:path>
              <a:path w="4909820" h="1950720">
                <a:moveTo>
                  <a:pt x="2115820" y="31750"/>
                </a:moveTo>
                <a:lnTo>
                  <a:pt x="2014220" y="31750"/>
                </a:lnTo>
                <a:lnTo>
                  <a:pt x="2014220" y="44450"/>
                </a:lnTo>
                <a:lnTo>
                  <a:pt x="2115820" y="44450"/>
                </a:lnTo>
                <a:lnTo>
                  <a:pt x="2115820" y="31750"/>
                </a:lnTo>
                <a:close/>
              </a:path>
              <a:path w="4909820" h="1950720">
                <a:moveTo>
                  <a:pt x="2124456" y="377698"/>
                </a:moveTo>
                <a:lnTo>
                  <a:pt x="2022856" y="377698"/>
                </a:lnTo>
                <a:lnTo>
                  <a:pt x="2022856" y="390398"/>
                </a:lnTo>
                <a:lnTo>
                  <a:pt x="2124456" y="390398"/>
                </a:lnTo>
                <a:lnTo>
                  <a:pt x="2124456" y="377698"/>
                </a:lnTo>
                <a:close/>
              </a:path>
              <a:path w="4909820" h="1950720">
                <a:moveTo>
                  <a:pt x="2255520" y="31750"/>
                </a:moveTo>
                <a:lnTo>
                  <a:pt x="2153920" y="31750"/>
                </a:lnTo>
                <a:lnTo>
                  <a:pt x="2153920" y="44450"/>
                </a:lnTo>
                <a:lnTo>
                  <a:pt x="2255520" y="44450"/>
                </a:lnTo>
                <a:lnTo>
                  <a:pt x="2255520" y="31750"/>
                </a:lnTo>
                <a:close/>
              </a:path>
              <a:path w="4909820" h="1950720">
                <a:moveTo>
                  <a:pt x="2264156" y="377698"/>
                </a:moveTo>
                <a:lnTo>
                  <a:pt x="2162556" y="377698"/>
                </a:lnTo>
                <a:lnTo>
                  <a:pt x="2162556" y="390398"/>
                </a:lnTo>
                <a:lnTo>
                  <a:pt x="2264156" y="390398"/>
                </a:lnTo>
                <a:lnTo>
                  <a:pt x="2264156" y="377698"/>
                </a:lnTo>
                <a:close/>
              </a:path>
              <a:path w="4909820" h="1950720">
                <a:moveTo>
                  <a:pt x="2395220" y="31750"/>
                </a:moveTo>
                <a:lnTo>
                  <a:pt x="2293620" y="31750"/>
                </a:lnTo>
                <a:lnTo>
                  <a:pt x="2293620" y="44450"/>
                </a:lnTo>
                <a:lnTo>
                  <a:pt x="2395220" y="44450"/>
                </a:lnTo>
                <a:lnTo>
                  <a:pt x="2395220" y="31750"/>
                </a:lnTo>
                <a:close/>
              </a:path>
              <a:path w="4909820" h="1950720">
                <a:moveTo>
                  <a:pt x="2403856" y="377698"/>
                </a:moveTo>
                <a:lnTo>
                  <a:pt x="2302256" y="377698"/>
                </a:lnTo>
                <a:lnTo>
                  <a:pt x="2302256" y="390398"/>
                </a:lnTo>
                <a:lnTo>
                  <a:pt x="2403856" y="390398"/>
                </a:lnTo>
                <a:lnTo>
                  <a:pt x="2403856" y="377698"/>
                </a:lnTo>
                <a:close/>
              </a:path>
              <a:path w="4909820" h="1950720">
                <a:moveTo>
                  <a:pt x="2534920" y="31750"/>
                </a:moveTo>
                <a:lnTo>
                  <a:pt x="2433320" y="31750"/>
                </a:lnTo>
                <a:lnTo>
                  <a:pt x="2433320" y="44450"/>
                </a:lnTo>
                <a:lnTo>
                  <a:pt x="2534920" y="44450"/>
                </a:lnTo>
                <a:lnTo>
                  <a:pt x="2534920" y="31750"/>
                </a:lnTo>
                <a:close/>
              </a:path>
              <a:path w="4909820" h="1950720">
                <a:moveTo>
                  <a:pt x="2543556" y="377698"/>
                </a:moveTo>
                <a:lnTo>
                  <a:pt x="2441956" y="377698"/>
                </a:lnTo>
                <a:lnTo>
                  <a:pt x="2441956" y="390398"/>
                </a:lnTo>
                <a:lnTo>
                  <a:pt x="2543556" y="390398"/>
                </a:lnTo>
                <a:lnTo>
                  <a:pt x="2543556" y="377698"/>
                </a:lnTo>
                <a:close/>
              </a:path>
              <a:path w="4909820" h="1950720">
                <a:moveTo>
                  <a:pt x="2674620" y="31750"/>
                </a:moveTo>
                <a:lnTo>
                  <a:pt x="2573020" y="31750"/>
                </a:lnTo>
                <a:lnTo>
                  <a:pt x="2573020" y="44450"/>
                </a:lnTo>
                <a:lnTo>
                  <a:pt x="2674620" y="44450"/>
                </a:lnTo>
                <a:lnTo>
                  <a:pt x="2674620" y="31750"/>
                </a:lnTo>
                <a:close/>
              </a:path>
              <a:path w="4909820" h="1950720">
                <a:moveTo>
                  <a:pt x="2683256" y="377698"/>
                </a:moveTo>
                <a:lnTo>
                  <a:pt x="2581656" y="377698"/>
                </a:lnTo>
                <a:lnTo>
                  <a:pt x="2581656" y="390398"/>
                </a:lnTo>
                <a:lnTo>
                  <a:pt x="2683256" y="390398"/>
                </a:lnTo>
                <a:lnTo>
                  <a:pt x="2683256" y="377698"/>
                </a:lnTo>
                <a:close/>
              </a:path>
              <a:path w="4909820" h="1950720">
                <a:moveTo>
                  <a:pt x="2814320" y="31750"/>
                </a:moveTo>
                <a:lnTo>
                  <a:pt x="2712720" y="31750"/>
                </a:lnTo>
                <a:lnTo>
                  <a:pt x="2712720" y="44450"/>
                </a:lnTo>
                <a:lnTo>
                  <a:pt x="2814320" y="44450"/>
                </a:lnTo>
                <a:lnTo>
                  <a:pt x="2814320" y="31750"/>
                </a:lnTo>
                <a:close/>
              </a:path>
              <a:path w="4909820" h="1950720">
                <a:moveTo>
                  <a:pt x="2822956" y="377698"/>
                </a:moveTo>
                <a:lnTo>
                  <a:pt x="2721356" y="377698"/>
                </a:lnTo>
                <a:lnTo>
                  <a:pt x="2721356" y="390398"/>
                </a:lnTo>
                <a:lnTo>
                  <a:pt x="2822956" y="390398"/>
                </a:lnTo>
                <a:lnTo>
                  <a:pt x="2822956" y="377698"/>
                </a:lnTo>
                <a:close/>
              </a:path>
              <a:path w="4909820" h="1950720">
                <a:moveTo>
                  <a:pt x="2954020" y="31750"/>
                </a:moveTo>
                <a:lnTo>
                  <a:pt x="2852420" y="31750"/>
                </a:lnTo>
                <a:lnTo>
                  <a:pt x="2852420" y="44450"/>
                </a:lnTo>
                <a:lnTo>
                  <a:pt x="2954020" y="44450"/>
                </a:lnTo>
                <a:lnTo>
                  <a:pt x="2954020" y="31750"/>
                </a:lnTo>
                <a:close/>
              </a:path>
              <a:path w="4909820" h="1950720">
                <a:moveTo>
                  <a:pt x="2962656" y="377698"/>
                </a:moveTo>
                <a:lnTo>
                  <a:pt x="2861056" y="377698"/>
                </a:lnTo>
                <a:lnTo>
                  <a:pt x="2861056" y="390398"/>
                </a:lnTo>
                <a:lnTo>
                  <a:pt x="2962656" y="390398"/>
                </a:lnTo>
                <a:lnTo>
                  <a:pt x="2962656" y="377698"/>
                </a:lnTo>
                <a:close/>
              </a:path>
              <a:path w="4909820" h="1950720">
                <a:moveTo>
                  <a:pt x="3093720" y="31750"/>
                </a:moveTo>
                <a:lnTo>
                  <a:pt x="2992120" y="31750"/>
                </a:lnTo>
                <a:lnTo>
                  <a:pt x="2992120" y="44450"/>
                </a:lnTo>
                <a:lnTo>
                  <a:pt x="3093720" y="44450"/>
                </a:lnTo>
                <a:lnTo>
                  <a:pt x="3093720" y="31750"/>
                </a:lnTo>
                <a:close/>
              </a:path>
              <a:path w="4909820" h="1950720">
                <a:moveTo>
                  <a:pt x="3102356" y="377698"/>
                </a:moveTo>
                <a:lnTo>
                  <a:pt x="3000756" y="377698"/>
                </a:lnTo>
                <a:lnTo>
                  <a:pt x="3000756" y="390398"/>
                </a:lnTo>
                <a:lnTo>
                  <a:pt x="3102356" y="390398"/>
                </a:lnTo>
                <a:lnTo>
                  <a:pt x="3102356" y="377698"/>
                </a:lnTo>
                <a:close/>
              </a:path>
              <a:path w="4909820" h="1950720">
                <a:moveTo>
                  <a:pt x="3233420" y="31750"/>
                </a:moveTo>
                <a:lnTo>
                  <a:pt x="3131820" y="31750"/>
                </a:lnTo>
                <a:lnTo>
                  <a:pt x="3131820" y="44450"/>
                </a:lnTo>
                <a:lnTo>
                  <a:pt x="3233420" y="44450"/>
                </a:lnTo>
                <a:lnTo>
                  <a:pt x="3233420" y="31750"/>
                </a:lnTo>
                <a:close/>
              </a:path>
              <a:path w="4909820" h="1950720">
                <a:moveTo>
                  <a:pt x="3242056" y="377698"/>
                </a:moveTo>
                <a:lnTo>
                  <a:pt x="3140456" y="377698"/>
                </a:lnTo>
                <a:lnTo>
                  <a:pt x="3140456" y="390398"/>
                </a:lnTo>
                <a:lnTo>
                  <a:pt x="3242056" y="390398"/>
                </a:lnTo>
                <a:lnTo>
                  <a:pt x="3242056" y="377698"/>
                </a:lnTo>
                <a:close/>
              </a:path>
              <a:path w="4909820" h="1950720">
                <a:moveTo>
                  <a:pt x="3373120" y="31750"/>
                </a:moveTo>
                <a:lnTo>
                  <a:pt x="3271520" y="31750"/>
                </a:lnTo>
                <a:lnTo>
                  <a:pt x="3271520" y="44450"/>
                </a:lnTo>
                <a:lnTo>
                  <a:pt x="3373120" y="44450"/>
                </a:lnTo>
                <a:lnTo>
                  <a:pt x="3373120" y="31750"/>
                </a:lnTo>
                <a:close/>
              </a:path>
              <a:path w="4909820" h="1950720">
                <a:moveTo>
                  <a:pt x="3381756" y="377698"/>
                </a:moveTo>
                <a:lnTo>
                  <a:pt x="3280156" y="377698"/>
                </a:lnTo>
                <a:lnTo>
                  <a:pt x="3280156" y="390398"/>
                </a:lnTo>
                <a:lnTo>
                  <a:pt x="3381756" y="390398"/>
                </a:lnTo>
                <a:lnTo>
                  <a:pt x="3381756" y="377698"/>
                </a:lnTo>
                <a:close/>
              </a:path>
              <a:path w="4909820" h="1950720">
                <a:moveTo>
                  <a:pt x="3512820" y="31750"/>
                </a:moveTo>
                <a:lnTo>
                  <a:pt x="3411220" y="31750"/>
                </a:lnTo>
                <a:lnTo>
                  <a:pt x="3411220" y="44450"/>
                </a:lnTo>
                <a:lnTo>
                  <a:pt x="3512820" y="44450"/>
                </a:lnTo>
                <a:lnTo>
                  <a:pt x="3512820" y="31750"/>
                </a:lnTo>
                <a:close/>
              </a:path>
              <a:path w="4909820" h="1950720">
                <a:moveTo>
                  <a:pt x="3521456" y="377698"/>
                </a:moveTo>
                <a:lnTo>
                  <a:pt x="3419856" y="377698"/>
                </a:lnTo>
                <a:lnTo>
                  <a:pt x="3419856" y="390398"/>
                </a:lnTo>
                <a:lnTo>
                  <a:pt x="3521456" y="390398"/>
                </a:lnTo>
                <a:lnTo>
                  <a:pt x="3521456" y="377698"/>
                </a:lnTo>
                <a:close/>
              </a:path>
              <a:path w="4909820" h="1950720">
                <a:moveTo>
                  <a:pt x="3652520" y="31750"/>
                </a:moveTo>
                <a:lnTo>
                  <a:pt x="3550920" y="31750"/>
                </a:lnTo>
                <a:lnTo>
                  <a:pt x="3550920" y="44450"/>
                </a:lnTo>
                <a:lnTo>
                  <a:pt x="3652520" y="44450"/>
                </a:lnTo>
                <a:lnTo>
                  <a:pt x="3652520" y="31750"/>
                </a:lnTo>
                <a:close/>
              </a:path>
              <a:path w="4909820" h="1950720">
                <a:moveTo>
                  <a:pt x="3661156" y="377698"/>
                </a:moveTo>
                <a:lnTo>
                  <a:pt x="3559556" y="377698"/>
                </a:lnTo>
                <a:lnTo>
                  <a:pt x="3559556" y="390398"/>
                </a:lnTo>
                <a:lnTo>
                  <a:pt x="3661156" y="390398"/>
                </a:lnTo>
                <a:lnTo>
                  <a:pt x="3661156" y="377698"/>
                </a:lnTo>
                <a:close/>
              </a:path>
              <a:path w="4909820" h="1950720">
                <a:moveTo>
                  <a:pt x="3792220" y="31750"/>
                </a:moveTo>
                <a:lnTo>
                  <a:pt x="3690620" y="31750"/>
                </a:lnTo>
                <a:lnTo>
                  <a:pt x="3690620" y="44450"/>
                </a:lnTo>
                <a:lnTo>
                  <a:pt x="3792220" y="44450"/>
                </a:lnTo>
                <a:lnTo>
                  <a:pt x="3792220" y="31750"/>
                </a:lnTo>
                <a:close/>
              </a:path>
              <a:path w="4909820" h="1950720">
                <a:moveTo>
                  <a:pt x="3800856" y="377698"/>
                </a:moveTo>
                <a:lnTo>
                  <a:pt x="3699256" y="377698"/>
                </a:lnTo>
                <a:lnTo>
                  <a:pt x="3699256" y="390398"/>
                </a:lnTo>
                <a:lnTo>
                  <a:pt x="3800856" y="390398"/>
                </a:lnTo>
                <a:lnTo>
                  <a:pt x="3800856" y="377698"/>
                </a:lnTo>
                <a:close/>
              </a:path>
              <a:path w="4909820" h="1950720">
                <a:moveTo>
                  <a:pt x="3931920" y="31750"/>
                </a:moveTo>
                <a:lnTo>
                  <a:pt x="3830320" y="31750"/>
                </a:lnTo>
                <a:lnTo>
                  <a:pt x="3830320" y="44450"/>
                </a:lnTo>
                <a:lnTo>
                  <a:pt x="3931920" y="44450"/>
                </a:lnTo>
                <a:lnTo>
                  <a:pt x="3931920" y="31750"/>
                </a:lnTo>
                <a:close/>
              </a:path>
              <a:path w="4909820" h="1950720">
                <a:moveTo>
                  <a:pt x="3940556" y="377698"/>
                </a:moveTo>
                <a:lnTo>
                  <a:pt x="3838956" y="377698"/>
                </a:lnTo>
                <a:lnTo>
                  <a:pt x="3838956" y="390398"/>
                </a:lnTo>
                <a:lnTo>
                  <a:pt x="3940556" y="390398"/>
                </a:lnTo>
                <a:lnTo>
                  <a:pt x="3940556" y="377698"/>
                </a:lnTo>
                <a:close/>
              </a:path>
              <a:path w="4909820" h="1950720">
                <a:moveTo>
                  <a:pt x="4071620" y="31750"/>
                </a:moveTo>
                <a:lnTo>
                  <a:pt x="3970020" y="31750"/>
                </a:lnTo>
                <a:lnTo>
                  <a:pt x="3970020" y="44450"/>
                </a:lnTo>
                <a:lnTo>
                  <a:pt x="4071620" y="44450"/>
                </a:lnTo>
                <a:lnTo>
                  <a:pt x="4071620" y="31750"/>
                </a:lnTo>
                <a:close/>
              </a:path>
              <a:path w="4909820" h="1950720">
                <a:moveTo>
                  <a:pt x="4080256" y="377698"/>
                </a:moveTo>
                <a:lnTo>
                  <a:pt x="3978656" y="377698"/>
                </a:lnTo>
                <a:lnTo>
                  <a:pt x="3978656" y="390398"/>
                </a:lnTo>
                <a:lnTo>
                  <a:pt x="4080256" y="390398"/>
                </a:lnTo>
                <a:lnTo>
                  <a:pt x="4080256" y="377698"/>
                </a:lnTo>
                <a:close/>
              </a:path>
              <a:path w="4909820" h="1950720">
                <a:moveTo>
                  <a:pt x="4211320" y="31750"/>
                </a:moveTo>
                <a:lnTo>
                  <a:pt x="4109720" y="31750"/>
                </a:lnTo>
                <a:lnTo>
                  <a:pt x="4109720" y="44450"/>
                </a:lnTo>
                <a:lnTo>
                  <a:pt x="4211320" y="44450"/>
                </a:lnTo>
                <a:lnTo>
                  <a:pt x="4211320" y="31750"/>
                </a:lnTo>
                <a:close/>
              </a:path>
              <a:path w="4909820" h="1950720">
                <a:moveTo>
                  <a:pt x="4219956" y="377698"/>
                </a:moveTo>
                <a:lnTo>
                  <a:pt x="4118356" y="377698"/>
                </a:lnTo>
                <a:lnTo>
                  <a:pt x="4118356" y="390398"/>
                </a:lnTo>
                <a:lnTo>
                  <a:pt x="4219956" y="390398"/>
                </a:lnTo>
                <a:lnTo>
                  <a:pt x="4219956" y="377698"/>
                </a:lnTo>
                <a:close/>
              </a:path>
              <a:path w="4909820" h="1950720">
                <a:moveTo>
                  <a:pt x="4351020" y="31750"/>
                </a:moveTo>
                <a:lnTo>
                  <a:pt x="4249420" y="31750"/>
                </a:lnTo>
                <a:lnTo>
                  <a:pt x="4249420" y="44450"/>
                </a:lnTo>
                <a:lnTo>
                  <a:pt x="4351020" y="44450"/>
                </a:lnTo>
                <a:lnTo>
                  <a:pt x="4351020" y="31750"/>
                </a:lnTo>
                <a:close/>
              </a:path>
              <a:path w="4909820" h="1950720">
                <a:moveTo>
                  <a:pt x="4359656" y="377698"/>
                </a:moveTo>
                <a:lnTo>
                  <a:pt x="4258056" y="377698"/>
                </a:lnTo>
                <a:lnTo>
                  <a:pt x="4258056" y="390398"/>
                </a:lnTo>
                <a:lnTo>
                  <a:pt x="4359656" y="390398"/>
                </a:lnTo>
                <a:lnTo>
                  <a:pt x="4359656" y="377698"/>
                </a:lnTo>
                <a:close/>
              </a:path>
              <a:path w="4909820" h="1950720">
                <a:moveTo>
                  <a:pt x="4490720" y="31750"/>
                </a:moveTo>
                <a:lnTo>
                  <a:pt x="4389120" y="31750"/>
                </a:lnTo>
                <a:lnTo>
                  <a:pt x="4389120" y="44450"/>
                </a:lnTo>
                <a:lnTo>
                  <a:pt x="4490720" y="44450"/>
                </a:lnTo>
                <a:lnTo>
                  <a:pt x="4490720" y="31750"/>
                </a:lnTo>
                <a:close/>
              </a:path>
              <a:path w="4909820" h="1950720">
                <a:moveTo>
                  <a:pt x="4499356" y="377698"/>
                </a:moveTo>
                <a:lnTo>
                  <a:pt x="4397756" y="377698"/>
                </a:lnTo>
                <a:lnTo>
                  <a:pt x="4397756" y="390398"/>
                </a:lnTo>
                <a:lnTo>
                  <a:pt x="4499356" y="390398"/>
                </a:lnTo>
                <a:lnTo>
                  <a:pt x="4499356" y="377698"/>
                </a:lnTo>
                <a:close/>
              </a:path>
              <a:path w="4909820" h="1950720">
                <a:moveTo>
                  <a:pt x="4630420" y="31750"/>
                </a:moveTo>
                <a:lnTo>
                  <a:pt x="4528820" y="31750"/>
                </a:lnTo>
                <a:lnTo>
                  <a:pt x="4528820" y="44450"/>
                </a:lnTo>
                <a:lnTo>
                  <a:pt x="4630420" y="44450"/>
                </a:lnTo>
                <a:lnTo>
                  <a:pt x="4630420" y="31750"/>
                </a:lnTo>
                <a:close/>
              </a:path>
              <a:path w="4909820" h="1950720">
                <a:moveTo>
                  <a:pt x="4639056" y="377698"/>
                </a:moveTo>
                <a:lnTo>
                  <a:pt x="4537456" y="377698"/>
                </a:lnTo>
                <a:lnTo>
                  <a:pt x="4537456" y="390398"/>
                </a:lnTo>
                <a:lnTo>
                  <a:pt x="4639056" y="390398"/>
                </a:lnTo>
                <a:lnTo>
                  <a:pt x="4639056" y="377698"/>
                </a:lnTo>
                <a:close/>
              </a:path>
              <a:path w="4909820" h="1950720">
                <a:moveTo>
                  <a:pt x="4770107" y="31750"/>
                </a:moveTo>
                <a:lnTo>
                  <a:pt x="4668520" y="31750"/>
                </a:lnTo>
                <a:lnTo>
                  <a:pt x="4668520" y="44450"/>
                </a:lnTo>
                <a:lnTo>
                  <a:pt x="4770107" y="44450"/>
                </a:lnTo>
                <a:lnTo>
                  <a:pt x="4770107" y="31750"/>
                </a:lnTo>
                <a:close/>
              </a:path>
              <a:path w="4909820" h="1950720">
                <a:moveTo>
                  <a:pt x="4778756" y="377698"/>
                </a:moveTo>
                <a:lnTo>
                  <a:pt x="4677156" y="377698"/>
                </a:lnTo>
                <a:lnTo>
                  <a:pt x="4677156" y="390398"/>
                </a:lnTo>
                <a:lnTo>
                  <a:pt x="4778756" y="390398"/>
                </a:lnTo>
                <a:lnTo>
                  <a:pt x="4778756" y="377698"/>
                </a:lnTo>
                <a:close/>
              </a:path>
              <a:path w="4909820" h="1950720">
                <a:moveTo>
                  <a:pt x="4909820" y="384048"/>
                </a:moveTo>
                <a:lnTo>
                  <a:pt x="4897120" y="377698"/>
                </a:lnTo>
                <a:lnTo>
                  <a:pt x="4833607" y="345948"/>
                </a:lnTo>
                <a:lnTo>
                  <a:pt x="4833607" y="377698"/>
                </a:lnTo>
                <a:lnTo>
                  <a:pt x="4816856" y="377698"/>
                </a:lnTo>
                <a:lnTo>
                  <a:pt x="4816856" y="390398"/>
                </a:lnTo>
                <a:lnTo>
                  <a:pt x="4833607" y="390398"/>
                </a:lnTo>
                <a:lnTo>
                  <a:pt x="4833607" y="422148"/>
                </a:lnTo>
                <a:lnTo>
                  <a:pt x="4897120" y="390398"/>
                </a:lnTo>
                <a:lnTo>
                  <a:pt x="4909820" y="384048"/>
                </a:lnTo>
                <a:close/>
              </a:path>
              <a:path w="4909820" h="1950720">
                <a:moveTo>
                  <a:pt x="4909820" y="31750"/>
                </a:moveTo>
                <a:lnTo>
                  <a:pt x="4808207" y="31750"/>
                </a:lnTo>
                <a:lnTo>
                  <a:pt x="4808207" y="44450"/>
                </a:lnTo>
                <a:lnTo>
                  <a:pt x="4909820" y="44450"/>
                </a:lnTo>
                <a:lnTo>
                  <a:pt x="4909820" y="31750"/>
                </a:lnTo>
                <a:close/>
              </a:path>
            </a:pathLst>
          </a:custGeom>
          <a:solidFill>
            <a:srgbClr val="006FC0"/>
          </a:solidFill>
        </p:spPr>
        <p:txBody>
          <a:bodyPr wrap="square" lIns="0" tIns="0" rIns="0" bIns="0" rtlCol="0"/>
          <a:lstStyle/>
          <a:p>
            <a:endParaRPr/>
          </a:p>
        </p:txBody>
      </p:sp>
      <p:sp>
        <p:nvSpPr>
          <p:cNvPr id="32" name="object 32"/>
          <p:cNvSpPr txBox="1"/>
          <p:nvPr/>
        </p:nvSpPr>
        <p:spPr>
          <a:xfrm>
            <a:off x="4385817" y="1117219"/>
            <a:ext cx="145351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2.</a:t>
            </a:r>
            <a:r>
              <a:rPr sz="1200" spc="-20" dirty="0">
                <a:solidFill>
                  <a:srgbClr val="006FC0"/>
                </a:solidFill>
                <a:latin typeface="Calibri"/>
                <a:cs typeface="Calibri"/>
              </a:rPr>
              <a:t> </a:t>
            </a:r>
            <a:r>
              <a:rPr sz="1200" spc="-5" dirty="0">
                <a:solidFill>
                  <a:srgbClr val="006FC0"/>
                </a:solidFill>
                <a:latin typeface="Calibri"/>
                <a:cs typeface="Calibri"/>
              </a:rPr>
              <a:t>Get</a:t>
            </a:r>
            <a:r>
              <a:rPr sz="1200" spc="-15" dirty="0">
                <a:solidFill>
                  <a:srgbClr val="006FC0"/>
                </a:solidFill>
                <a:latin typeface="Calibri"/>
                <a:cs typeface="Calibri"/>
              </a:rPr>
              <a:t> </a:t>
            </a:r>
            <a:r>
              <a:rPr sz="1200" dirty="0">
                <a:solidFill>
                  <a:srgbClr val="006FC0"/>
                </a:solidFill>
                <a:latin typeface="Calibri"/>
                <a:cs typeface="Calibri"/>
              </a:rPr>
              <a:t>New</a:t>
            </a:r>
            <a:r>
              <a:rPr sz="1200" spc="-20" dirty="0">
                <a:solidFill>
                  <a:srgbClr val="006FC0"/>
                </a:solidFill>
                <a:latin typeface="Calibri"/>
                <a:cs typeface="Calibri"/>
              </a:rPr>
              <a:t> </a:t>
            </a:r>
            <a:r>
              <a:rPr sz="1200" spc="-5" dirty="0">
                <a:solidFill>
                  <a:srgbClr val="006FC0"/>
                </a:solidFill>
                <a:latin typeface="Calibri"/>
                <a:cs typeface="Calibri"/>
              </a:rPr>
              <a:t>Application</a:t>
            </a:r>
            <a:endParaRPr sz="1200">
              <a:latin typeface="Calibri"/>
              <a:cs typeface="Calibri"/>
            </a:endParaRPr>
          </a:p>
        </p:txBody>
      </p:sp>
      <p:sp>
        <p:nvSpPr>
          <p:cNvPr id="33" name="object 33"/>
          <p:cNvSpPr txBox="1"/>
          <p:nvPr/>
        </p:nvSpPr>
        <p:spPr>
          <a:xfrm>
            <a:off x="4453254" y="1473200"/>
            <a:ext cx="134810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4.</a:t>
            </a:r>
            <a:r>
              <a:rPr sz="1200" spc="-25" dirty="0">
                <a:solidFill>
                  <a:srgbClr val="006FC0"/>
                </a:solidFill>
                <a:latin typeface="Calibri"/>
                <a:cs typeface="Calibri"/>
              </a:rPr>
              <a:t> </a:t>
            </a:r>
            <a:r>
              <a:rPr sz="1200" dirty="0">
                <a:solidFill>
                  <a:srgbClr val="006FC0"/>
                </a:solidFill>
                <a:latin typeface="Calibri"/>
                <a:cs typeface="Calibri"/>
              </a:rPr>
              <a:t>Submit</a:t>
            </a:r>
            <a:r>
              <a:rPr sz="1200" spc="-60" dirty="0">
                <a:solidFill>
                  <a:srgbClr val="006FC0"/>
                </a:solidFill>
                <a:latin typeface="Calibri"/>
                <a:cs typeface="Calibri"/>
              </a:rPr>
              <a:t> </a:t>
            </a:r>
            <a:r>
              <a:rPr sz="1200" spc="-5" dirty="0">
                <a:solidFill>
                  <a:srgbClr val="006FC0"/>
                </a:solidFill>
                <a:latin typeface="Calibri"/>
                <a:cs typeface="Calibri"/>
              </a:rPr>
              <a:t>Application</a:t>
            </a:r>
            <a:endParaRPr sz="1200">
              <a:latin typeface="Calibri"/>
              <a:cs typeface="Calibri"/>
            </a:endParaRPr>
          </a:p>
        </p:txBody>
      </p:sp>
      <p:sp>
        <p:nvSpPr>
          <p:cNvPr id="34" name="object 34"/>
          <p:cNvSpPr txBox="1"/>
          <p:nvPr/>
        </p:nvSpPr>
        <p:spPr>
          <a:xfrm>
            <a:off x="783742" y="2424810"/>
            <a:ext cx="139192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3.</a:t>
            </a:r>
            <a:r>
              <a:rPr sz="1200" spc="-10" dirty="0">
                <a:solidFill>
                  <a:srgbClr val="006FC0"/>
                </a:solidFill>
                <a:latin typeface="Calibri"/>
                <a:cs typeface="Calibri"/>
              </a:rPr>
              <a:t> </a:t>
            </a:r>
            <a:r>
              <a:rPr sz="1200" spc="-5" dirty="0">
                <a:solidFill>
                  <a:srgbClr val="006FC0"/>
                </a:solidFill>
                <a:latin typeface="Calibri"/>
                <a:cs typeface="Calibri"/>
              </a:rPr>
              <a:t>Copy</a:t>
            </a:r>
            <a:r>
              <a:rPr sz="1200" spc="-40" dirty="0">
                <a:solidFill>
                  <a:srgbClr val="006FC0"/>
                </a:solidFill>
                <a:latin typeface="Calibri"/>
                <a:cs typeface="Calibri"/>
              </a:rPr>
              <a:t> </a:t>
            </a:r>
            <a:r>
              <a:rPr sz="1200" dirty="0">
                <a:solidFill>
                  <a:srgbClr val="006FC0"/>
                </a:solidFill>
                <a:latin typeface="Calibri"/>
                <a:cs typeface="Calibri"/>
              </a:rPr>
              <a:t>Job</a:t>
            </a:r>
            <a:r>
              <a:rPr sz="1200" spc="-5" dirty="0">
                <a:solidFill>
                  <a:srgbClr val="006FC0"/>
                </a:solidFill>
                <a:latin typeface="Calibri"/>
                <a:cs typeface="Calibri"/>
              </a:rPr>
              <a:t> </a:t>
            </a:r>
            <a:r>
              <a:rPr sz="1200" spc="-10" dirty="0">
                <a:solidFill>
                  <a:srgbClr val="006FC0"/>
                </a:solidFill>
                <a:latin typeface="Calibri"/>
                <a:cs typeface="Calibri"/>
              </a:rPr>
              <a:t>Resources</a:t>
            </a:r>
            <a:endParaRPr sz="1200">
              <a:latin typeface="Calibri"/>
              <a:cs typeface="Calibri"/>
            </a:endParaRPr>
          </a:p>
        </p:txBody>
      </p:sp>
      <p:grpSp>
        <p:nvGrpSpPr>
          <p:cNvPr id="35" name="object 35"/>
          <p:cNvGrpSpPr/>
          <p:nvPr/>
        </p:nvGrpSpPr>
        <p:grpSpPr>
          <a:xfrm>
            <a:off x="4983289" y="2858833"/>
            <a:ext cx="1346200" cy="392430"/>
            <a:chOff x="4983289" y="2858833"/>
            <a:chExt cx="1346200" cy="392430"/>
          </a:xfrm>
        </p:grpSpPr>
        <p:sp>
          <p:nvSpPr>
            <p:cNvPr id="36" name="object 36"/>
            <p:cNvSpPr/>
            <p:nvPr/>
          </p:nvSpPr>
          <p:spPr>
            <a:xfrm>
              <a:off x="4988052" y="2863595"/>
              <a:ext cx="1336675" cy="382905"/>
            </a:xfrm>
            <a:custGeom>
              <a:avLst/>
              <a:gdLst/>
              <a:ahLst/>
              <a:cxnLst/>
              <a:rect l="l" t="t" r="r" b="b"/>
              <a:pathLst>
                <a:path w="1336675" h="382905">
                  <a:moveTo>
                    <a:pt x="1272794" y="0"/>
                  </a:moveTo>
                  <a:lnTo>
                    <a:pt x="63753" y="0"/>
                  </a:lnTo>
                  <a:lnTo>
                    <a:pt x="38951" y="5014"/>
                  </a:lnTo>
                  <a:lnTo>
                    <a:pt x="18684" y="18684"/>
                  </a:lnTo>
                  <a:lnTo>
                    <a:pt x="5014" y="38951"/>
                  </a:lnTo>
                  <a:lnTo>
                    <a:pt x="0" y="63754"/>
                  </a:lnTo>
                  <a:lnTo>
                    <a:pt x="0" y="318770"/>
                  </a:lnTo>
                  <a:lnTo>
                    <a:pt x="5014" y="343572"/>
                  </a:lnTo>
                  <a:lnTo>
                    <a:pt x="18684" y="363839"/>
                  </a:lnTo>
                  <a:lnTo>
                    <a:pt x="38951" y="377509"/>
                  </a:lnTo>
                  <a:lnTo>
                    <a:pt x="63753" y="382524"/>
                  </a:lnTo>
                  <a:lnTo>
                    <a:pt x="1272794" y="382524"/>
                  </a:lnTo>
                  <a:lnTo>
                    <a:pt x="1297596" y="377509"/>
                  </a:lnTo>
                  <a:lnTo>
                    <a:pt x="1317863" y="363839"/>
                  </a:lnTo>
                  <a:lnTo>
                    <a:pt x="1331533" y="343572"/>
                  </a:lnTo>
                  <a:lnTo>
                    <a:pt x="1336548" y="318770"/>
                  </a:lnTo>
                  <a:lnTo>
                    <a:pt x="1336548" y="63754"/>
                  </a:lnTo>
                  <a:lnTo>
                    <a:pt x="1331533" y="38951"/>
                  </a:lnTo>
                  <a:lnTo>
                    <a:pt x="1317863" y="18684"/>
                  </a:lnTo>
                  <a:lnTo>
                    <a:pt x="1297596" y="5014"/>
                  </a:lnTo>
                  <a:lnTo>
                    <a:pt x="1272794" y="0"/>
                  </a:lnTo>
                  <a:close/>
                </a:path>
              </a:pathLst>
            </a:custGeom>
            <a:solidFill>
              <a:srgbClr val="FFFFFF"/>
            </a:solidFill>
          </p:spPr>
          <p:txBody>
            <a:bodyPr wrap="square" lIns="0" tIns="0" rIns="0" bIns="0" rtlCol="0"/>
            <a:lstStyle/>
            <a:p>
              <a:endParaRPr/>
            </a:p>
          </p:txBody>
        </p:sp>
        <p:sp>
          <p:nvSpPr>
            <p:cNvPr id="37" name="object 37"/>
            <p:cNvSpPr/>
            <p:nvPr/>
          </p:nvSpPr>
          <p:spPr>
            <a:xfrm>
              <a:off x="4988052" y="2863595"/>
              <a:ext cx="1336675" cy="382905"/>
            </a:xfrm>
            <a:custGeom>
              <a:avLst/>
              <a:gdLst/>
              <a:ahLst/>
              <a:cxnLst/>
              <a:rect l="l" t="t" r="r" b="b"/>
              <a:pathLst>
                <a:path w="1336675" h="382905">
                  <a:moveTo>
                    <a:pt x="0" y="63754"/>
                  </a:moveTo>
                  <a:lnTo>
                    <a:pt x="5014" y="38951"/>
                  </a:lnTo>
                  <a:lnTo>
                    <a:pt x="18684" y="18684"/>
                  </a:lnTo>
                  <a:lnTo>
                    <a:pt x="38951" y="5014"/>
                  </a:lnTo>
                  <a:lnTo>
                    <a:pt x="63753" y="0"/>
                  </a:lnTo>
                  <a:lnTo>
                    <a:pt x="1272794" y="0"/>
                  </a:lnTo>
                  <a:lnTo>
                    <a:pt x="1297596" y="5014"/>
                  </a:lnTo>
                  <a:lnTo>
                    <a:pt x="1317863" y="18684"/>
                  </a:lnTo>
                  <a:lnTo>
                    <a:pt x="1331533" y="38951"/>
                  </a:lnTo>
                  <a:lnTo>
                    <a:pt x="1336548" y="63754"/>
                  </a:lnTo>
                  <a:lnTo>
                    <a:pt x="1336548" y="318770"/>
                  </a:lnTo>
                  <a:lnTo>
                    <a:pt x="1331533" y="343572"/>
                  </a:lnTo>
                  <a:lnTo>
                    <a:pt x="1317863" y="363839"/>
                  </a:lnTo>
                  <a:lnTo>
                    <a:pt x="1297596" y="377509"/>
                  </a:lnTo>
                  <a:lnTo>
                    <a:pt x="1272794" y="382524"/>
                  </a:lnTo>
                  <a:lnTo>
                    <a:pt x="63753" y="382524"/>
                  </a:lnTo>
                  <a:lnTo>
                    <a:pt x="38951" y="377509"/>
                  </a:lnTo>
                  <a:lnTo>
                    <a:pt x="18684" y="363839"/>
                  </a:lnTo>
                  <a:lnTo>
                    <a:pt x="5014" y="343572"/>
                  </a:lnTo>
                  <a:lnTo>
                    <a:pt x="0" y="318770"/>
                  </a:lnTo>
                  <a:lnTo>
                    <a:pt x="0" y="63754"/>
                  </a:lnTo>
                  <a:close/>
                </a:path>
              </a:pathLst>
            </a:custGeom>
            <a:ln w="9143">
              <a:solidFill>
                <a:srgbClr val="5F5F5F"/>
              </a:solidFill>
            </a:ln>
          </p:spPr>
          <p:txBody>
            <a:bodyPr wrap="square" lIns="0" tIns="0" rIns="0" bIns="0" rtlCol="0"/>
            <a:lstStyle/>
            <a:p>
              <a:endParaRPr/>
            </a:p>
          </p:txBody>
        </p:sp>
      </p:grpSp>
      <p:sp>
        <p:nvSpPr>
          <p:cNvPr id="38" name="object 38"/>
          <p:cNvSpPr txBox="1"/>
          <p:nvPr/>
        </p:nvSpPr>
        <p:spPr>
          <a:xfrm>
            <a:off x="5169789" y="2941447"/>
            <a:ext cx="95313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Node</a:t>
            </a:r>
            <a:r>
              <a:rPr sz="1200" spc="-60" dirty="0">
                <a:solidFill>
                  <a:srgbClr val="5F5F5F"/>
                </a:solidFill>
                <a:latin typeface="Calibri"/>
                <a:cs typeface="Calibri"/>
              </a:rPr>
              <a:t> </a:t>
            </a:r>
            <a:r>
              <a:rPr sz="1200" spc="-5" dirty="0">
                <a:solidFill>
                  <a:srgbClr val="5F5F5F"/>
                </a:solidFill>
                <a:latin typeface="Calibri"/>
                <a:cs typeface="Calibri"/>
              </a:rPr>
              <a:t>Manager</a:t>
            </a:r>
            <a:endParaRPr sz="1200">
              <a:latin typeface="Calibri"/>
              <a:cs typeface="Calibri"/>
            </a:endParaRPr>
          </a:p>
        </p:txBody>
      </p:sp>
      <p:grpSp>
        <p:nvGrpSpPr>
          <p:cNvPr id="39" name="object 39"/>
          <p:cNvGrpSpPr/>
          <p:nvPr/>
        </p:nvGrpSpPr>
        <p:grpSpPr>
          <a:xfrm>
            <a:off x="4983289" y="3817429"/>
            <a:ext cx="1346200" cy="392430"/>
            <a:chOff x="4983289" y="3817429"/>
            <a:chExt cx="1346200" cy="392430"/>
          </a:xfrm>
        </p:grpSpPr>
        <p:sp>
          <p:nvSpPr>
            <p:cNvPr id="40" name="object 40"/>
            <p:cNvSpPr/>
            <p:nvPr/>
          </p:nvSpPr>
          <p:spPr>
            <a:xfrm>
              <a:off x="4988052" y="3822191"/>
              <a:ext cx="1336675" cy="382905"/>
            </a:xfrm>
            <a:custGeom>
              <a:avLst/>
              <a:gdLst/>
              <a:ahLst/>
              <a:cxnLst/>
              <a:rect l="l" t="t" r="r" b="b"/>
              <a:pathLst>
                <a:path w="1336675" h="382904">
                  <a:moveTo>
                    <a:pt x="1272794" y="0"/>
                  </a:moveTo>
                  <a:lnTo>
                    <a:pt x="63753" y="0"/>
                  </a:lnTo>
                  <a:lnTo>
                    <a:pt x="38951" y="5014"/>
                  </a:lnTo>
                  <a:lnTo>
                    <a:pt x="18684" y="18684"/>
                  </a:lnTo>
                  <a:lnTo>
                    <a:pt x="5014" y="38951"/>
                  </a:lnTo>
                  <a:lnTo>
                    <a:pt x="0" y="63754"/>
                  </a:lnTo>
                  <a:lnTo>
                    <a:pt x="0" y="318770"/>
                  </a:lnTo>
                  <a:lnTo>
                    <a:pt x="5014" y="343583"/>
                  </a:lnTo>
                  <a:lnTo>
                    <a:pt x="18684" y="363848"/>
                  </a:lnTo>
                  <a:lnTo>
                    <a:pt x="38951" y="377513"/>
                  </a:lnTo>
                  <a:lnTo>
                    <a:pt x="63753" y="382524"/>
                  </a:lnTo>
                  <a:lnTo>
                    <a:pt x="1272794" y="382524"/>
                  </a:lnTo>
                  <a:lnTo>
                    <a:pt x="1297596" y="377513"/>
                  </a:lnTo>
                  <a:lnTo>
                    <a:pt x="1317863" y="363848"/>
                  </a:lnTo>
                  <a:lnTo>
                    <a:pt x="1331533" y="343583"/>
                  </a:lnTo>
                  <a:lnTo>
                    <a:pt x="1336548" y="318770"/>
                  </a:lnTo>
                  <a:lnTo>
                    <a:pt x="1336548" y="63754"/>
                  </a:lnTo>
                  <a:lnTo>
                    <a:pt x="1331533" y="38951"/>
                  </a:lnTo>
                  <a:lnTo>
                    <a:pt x="1317863" y="18684"/>
                  </a:lnTo>
                  <a:lnTo>
                    <a:pt x="1297596" y="5014"/>
                  </a:lnTo>
                  <a:lnTo>
                    <a:pt x="1272794" y="0"/>
                  </a:lnTo>
                  <a:close/>
                </a:path>
              </a:pathLst>
            </a:custGeom>
            <a:solidFill>
              <a:srgbClr val="FFFFFF"/>
            </a:solidFill>
          </p:spPr>
          <p:txBody>
            <a:bodyPr wrap="square" lIns="0" tIns="0" rIns="0" bIns="0" rtlCol="0"/>
            <a:lstStyle/>
            <a:p>
              <a:endParaRPr/>
            </a:p>
          </p:txBody>
        </p:sp>
        <p:sp>
          <p:nvSpPr>
            <p:cNvPr id="41" name="object 41"/>
            <p:cNvSpPr/>
            <p:nvPr/>
          </p:nvSpPr>
          <p:spPr>
            <a:xfrm>
              <a:off x="4988052" y="3822191"/>
              <a:ext cx="1336675" cy="382905"/>
            </a:xfrm>
            <a:custGeom>
              <a:avLst/>
              <a:gdLst/>
              <a:ahLst/>
              <a:cxnLst/>
              <a:rect l="l" t="t" r="r" b="b"/>
              <a:pathLst>
                <a:path w="1336675" h="382904">
                  <a:moveTo>
                    <a:pt x="0" y="63754"/>
                  </a:moveTo>
                  <a:lnTo>
                    <a:pt x="5014" y="38951"/>
                  </a:lnTo>
                  <a:lnTo>
                    <a:pt x="18684" y="18684"/>
                  </a:lnTo>
                  <a:lnTo>
                    <a:pt x="38951" y="5014"/>
                  </a:lnTo>
                  <a:lnTo>
                    <a:pt x="63753" y="0"/>
                  </a:lnTo>
                  <a:lnTo>
                    <a:pt x="1272794" y="0"/>
                  </a:lnTo>
                  <a:lnTo>
                    <a:pt x="1297596" y="5014"/>
                  </a:lnTo>
                  <a:lnTo>
                    <a:pt x="1317863" y="18684"/>
                  </a:lnTo>
                  <a:lnTo>
                    <a:pt x="1331533" y="38951"/>
                  </a:lnTo>
                  <a:lnTo>
                    <a:pt x="1336548" y="63754"/>
                  </a:lnTo>
                  <a:lnTo>
                    <a:pt x="1336548" y="318770"/>
                  </a:lnTo>
                  <a:lnTo>
                    <a:pt x="1331533" y="343583"/>
                  </a:lnTo>
                  <a:lnTo>
                    <a:pt x="1317863" y="363848"/>
                  </a:lnTo>
                  <a:lnTo>
                    <a:pt x="1297596" y="377513"/>
                  </a:lnTo>
                  <a:lnTo>
                    <a:pt x="1272794" y="382524"/>
                  </a:lnTo>
                  <a:lnTo>
                    <a:pt x="63753" y="382524"/>
                  </a:lnTo>
                  <a:lnTo>
                    <a:pt x="38951" y="377513"/>
                  </a:lnTo>
                  <a:lnTo>
                    <a:pt x="18684" y="363848"/>
                  </a:lnTo>
                  <a:lnTo>
                    <a:pt x="5014" y="343583"/>
                  </a:lnTo>
                  <a:lnTo>
                    <a:pt x="0" y="318770"/>
                  </a:lnTo>
                  <a:lnTo>
                    <a:pt x="0" y="63754"/>
                  </a:lnTo>
                  <a:close/>
                </a:path>
              </a:pathLst>
            </a:custGeom>
            <a:ln w="9143">
              <a:solidFill>
                <a:srgbClr val="5F5F5F"/>
              </a:solidFill>
            </a:ln>
          </p:spPr>
          <p:txBody>
            <a:bodyPr wrap="square" lIns="0" tIns="0" rIns="0" bIns="0" rtlCol="0"/>
            <a:lstStyle/>
            <a:p>
              <a:endParaRPr/>
            </a:p>
          </p:txBody>
        </p:sp>
      </p:grpSp>
      <p:sp>
        <p:nvSpPr>
          <p:cNvPr id="42" name="object 42"/>
          <p:cNvSpPr txBox="1"/>
          <p:nvPr/>
        </p:nvSpPr>
        <p:spPr>
          <a:xfrm>
            <a:off x="5165216" y="3896969"/>
            <a:ext cx="963930"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MR</a:t>
            </a:r>
            <a:r>
              <a:rPr sz="1200" spc="-60" dirty="0">
                <a:solidFill>
                  <a:srgbClr val="5F5F5F"/>
                </a:solidFill>
                <a:latin typeface="Calibri"/>
                <a:cs typeface="Calibri"/>
              </a:rPr>
              <a:t> </a:t>
            </a:r>
            <a:r>
              <a:rPr sz="1200" spc="-5" dirty="0">
                <a:solidFill>
                  <a:srgbClr val="5F5F5F"/>
                </a:solidFill>
                <a:latin typeface="Calibri"/>
                <a:cs typeface="Calibri"/>
              </a:rPr>
              <a:t>AppMaster</a:t>
            </a:r>
            <a:endParaRPr sz="1200">
              <a:latin typeface="Calibri"/>
              <a:cs typeface="Calibri"/>
            </a:endParaRPr>
          </a:p>
        </p:txBody>
      </p:sp>
      <p:sp>
        <p:nvSpPr>
          <p:cNvPr id="43" name="object 43"/>
          <p:cNvSpPr/>
          <p:nvPr/>
        </p:nvSpPr>
        <p:spPr>
          <a:xfrm>
            <a:off x="5434584" y="1675256"/>
            <a:ext cx="2263140" cy="2341245"/>
          </a:xfrm>
          <a:custGeom>
            <a:avLst/>
            <a:gdLst/>
            <a:ahLst/>
            <a:cxnLst/>
            <a:rect l="l" t="t" r="r" b="b"/>
            <a:pathLst>
              <a:path w="2263140" h="2341245">
                <a:moveTo>
                  <a:pt x="44450" y="2095881"/>
                </a:moveTo>
                <a:lnTo>
                  <a:pt x="31750" y="2095881"/>
                </a:lnTo>
                <a:lnTo>
                  <a:pt x="31750" y="2146681"/>
                </a:lnTo>
                <a:lnTo>
                  <a:pt x="44450" y="2146681"/>
                </a:lnTo>
                <a:lnTo>
                  <a:pt x="44450" y="2095881"/>
                </a:lnTo>
                <a:close/>
              </a:path>
              <a:path w="2263140" h="2341245">
                <a:moveTo>
                  <a:pt x="44450" y="2006981"/>
                </a:moveTo>
                <a:lnTo>
                  <a:pt x="31750" y="2006981"/>
                </a:lnTo>
                <a:lnTo>
                  <a:pt x="31750" y="2057781"/>
                </a:lnTo>
                <a:lnTo>
                  <a:pt x="44450" y="2057781"/>
                </a:lnTo>
                <a:lnTo>
                  <a:pt x="44450" y="2006981"/>
                </a:lnTo>
                <a:close/>
              </a:path>
              <a:path w="2263140" h="2341245">
                <a:moveTo>
                  <a:pt x="44450" y="1918081"/>
                </a:moveTo>
                <a:lnTo>
                  <a:pt x="31750" y="1918081"/>
                </a:lnTo>
                <a:lnTo>
                  <a:pt x="31750" y="1968881"/>
                </a:lnTo>
                <a:lnTo>
                  <a:pt x="44450" y="1968881"/>
                </a:lnTo>
                <a:lnTo>
                  <a:pt x="44450" y="1918081"/>
                </a:lnTo>
                <a:close/>
              </a:path>
              <a:path w="2263140" h="2341245">
                <a:moveTo>
                  <a:pt x="44450" y="1829181"/>
                </a:moveTo>
                <a:lnTo>
                  <a:pt x="31750" y="1829181"/>
                </a:lnTo>
                <a:lnTo>
                  <a:pt x="31750" y="1879981"/>
                </a:lnTo>
                <a:lnTo>
                  <a:pt x="44450" y="1879981"/>
                </a:lnTo>
                <a:lnTo>
                  <a:pt x="44450" y="1829181"/>
                </a:lnTo>
                <a:close/>
              </a:path>
              <a:path w="2263140" h="2341245">
                <a:moveTo>
                  <a:pt x="44450" y="1740281"/>
                </a:moveTo>
                <a:lnTo>
                  <a:pt x="31750" y="1740281"/>
                </a:lnTo>
                <a:lnTo>
                  <a:pt x="31750" y="1791081"/>
                </a:lnTo>
                <a:lnTo>
                  <a:pt x="44450" y="1791081"/>
                </a:lnTo>
                <a:lnTo>
                  <a:pt x="44450" y="1740281"/>
                </a:lnTo>
                <a:close/>
              </a:path>
              <a:path w="2263140" h="2341245">
                <a:moveTo>
                  <a:pt x="44450" y="1651381"/>
                </a:moveTo>
                <a:lnTo>
                  <a:pt x="31750" y="1651381"/>
                </a:lnTo>
                <a:lnTo>
                  <a:pt x="31750" y="1702181"/>
                </a:lnTo>
                <a:lnTo>
                  <a:pt x="44450" y="1702181"/>
                </a:lnTo>
                <a:lnTo>
                  <a:pt x="44450" y="1651381"/>
                </a:lnTo>
                <a:close/>
              </a:path>
              <a:path w="2263140" h="2341245">
                <a:moveTo>
                  <a:pt x="76200" y="1636395"/>
                </a:moveTo>
                <a:lnTo>
                  <a:pt x="38100" y="1560195"/>
                </a:lnTo>
                <a:lnTo>
                  <a:pt x="0" y="1636395"/>
                </a:lnTo>
                <a:lnTo>
                  <a:pt x="76200" y="1636395"/>
                </a:lnTo>
                <a:close/>
              </a:path>
              <a:path w="2263140" h="2341245">
                <a:moveTo>
                  <a:pt x="266065" y="1156208"/>
                </a:moveTo>
                <a:lnTo>
                  <a:pt x="208280" y="1106551"/>
                </a:lnTo>
                <a:lnTo>
                  <a:pt x="187452" y="1189228"/>
                </a:lnTo>
                <a:lnTo>
                  <a:pt x="266065" y="1156208"/>
                </a:lnTo>
                <a:close/>
              </a:path>
              <a:path w="2263140" h="2341245">
                <a:moveTo>
                  <a:pt x="283845" y="1086866"/>
                </a:moveTo>
                <a:lnTo>
                  <a:pt x="274193" y="1078611"/>
                </a:lnTo>
                <a:lnTo>
                  <a:pt x="241046" y="1117092"/>
                </a:lnTo>
                <a:lnTo>
                  <a:pt x="250698" y="1125347"/>
                </a:lnTo>
                <a:lnTo>
                  <a:pt x="283845" y="1086866"/>
                </a:lnTo>
                <a:close/>
              </a:path>
              <a:path w="2263140" h="2341245">
                <a:moveTo>
                  <a:pt x="341757" y="1019429"/>
                </a:moveTo>
                <a:lnTo>
                  <a:pt x="332105" y="1011174"/>
                </a:lnTo>
                <a:lnTo>
                  <a:pt x="298958" y="1049655"/>
                </a:lnTo>
                <a:lnTo>
                  <a:pt x="308610" y="1057910"/>
                </a:lnTo>
                <a:lnTo>
                  <a:pt x="341757" y="1019429"/>
                </a:lnTo>
                <a:close/>
              </a:path>
              <a:path w="2263140" h="2341245">
                <a:moveTo>
                  <a:pt x="399669" y="951992"/>
                </a:moveTo>
                <a:lnTo>
                  <a:pt x="390144" y="943737"/>
                </a:lnTo>
                <a:lnTo>
                  <a:pt x="356997" y="982218"/>
                </a:lnTo>
                <a:lnTo>
                  <a:pt x="366649" y="990600"/>
                </a:lnTo>
                <a:lnTo>
                  <a:pt x="399669" y="951992"/>
                </a:lnTo>
                <a:close/>
              </a:path>
              <a:path w="2263140" h="2341245">
                <a:moveTo>
                  <a:pt x="457708" y="884682"/>
                </a:moveTo>
                <a:lnTo>
                  <a:pt x="448056" y="876300"/>
                </a:lnTo>
                <a:lnTo>
                  <a:pt x="414909" y="914908"/>
                </a:lnTo>
                <a:lnTo>
                  <a:pt x="424561" y="923163"/>
                </a:lnTo>
                <a:lnTo>
                  <a:pt x="457708" y="884682"/>
                </a:lnTo>
                <a:close/>
              </a:path>
              <a:path w="2263140" h="2341245">
                <a:moveTo>
                  <a:pt x="515620" y="817245"/>
                </a:moveTo>
                <a:lnTo>
                  <a:pt x="505968" y="808990"/>
                </a:lnTo>
                <a:lnTo>
                  <a:pt x="472948" y="847471"/>
                </a:lnTo>
                <a:lnTo>
                  <a:pt x="482473" y="855726"/>
                </a:lnTo>
                <a:lnTo>
                  <a:pt x="515620" y="817245"/>
                </a:lnTo>
                <a:close/>
              </a:path>
              <a:path w="2263140" h="2341245">
                <a:moveTo>
                  <a:pt x="573659" y="749808"/>
                </a:moveTo>
                <a:lnTo>
                  <a:pt x="564007" y="741553"/>
                </a:lnTo>
                <a:lnTo>
                  <a:pt x="530860" y="780034"/>
                </a:lnTo>
                <a:lnTo>
                  <a:pt x="540512" y="788289"/>
                </a:lnTo>
                <a:lnTo>
                  <a:pt x="573659" y="749808"/>
                </a:lnTo>
                <a:close/>
              </a:path>
              <a:path w="2263140" h="2341245">
                <a:moveTo>
                  <a:pt x="631571" y="682371"/>
                </a:moveTo>
                <a:lnTo>
                  <a:pt x="621919" y="674116"/>
                </a:lnTo>
                <a:lnTo>
                  <a:pt x="588772" y="712597"/>
                </a:lnTo>
                <a:lnTo>
                  <a:pt x="598424" y="720979"/>
                </a:lnTo>
                <a:lnTo>
                  <a:pt x="631571" y="682371"/>
                </a:lnTo>
                <a:close/>
              </a:path>
              <a:path w="2263140" h="2341245">
                <a:moveTo>
                  <a:pt x="634238" y="2015363"/>
                </a:moveTo>
                <a:lnTo>
                  <a:pt x="621538" y="2015363"/>
                </a:lnTo>
                <a:lnTo>
                  <a:pt x="621538" y="2066163"/>
                </a:lnTo>
                <a:lnTo>
                  <a:pt x="634238" y="2066163"/>
                </a:lnTo>
                <a:lnTo>
                  <a:pt x="634238" y="2015363"/>
                </a:lnTo>
                <a:close/>
              </a:path>
              <a:path w="2263140" h="2341245">
                <a:moveTo>
                  <a:pt x="634238" y="1926463"/>
                </a:moveTo>
                <a:lnTo>
                  <a:pt x="621538" y="1926463"/>
                </a:lnTo>
                <a:lnTo>
                  <a:pt x="621538" y="1977263"/>
                </a:lnTo>
                <a:lnTo>
                  <a:pt x="634238" y="1977263"/>
                </a:lnTo>
                <a:lnTo>
                  <a:pt x="634238" y="1926463"/>
                </a:lnTo>
                <a:close/>
              </a:path>
              <a:path w="2263140" h="2341245">
                <a:moveTo>
                  <a:pt x="634238" y="1837563"/>
                </a:moveTo>
                <a:lnTo>
                  <a:pt x="621538" y="1837563"/>
                </a:lnTo>
                <a:lnTo>
                  <a:pt x="621538" y="1888363"/>
                </a:lnTo>
                <a:lnTo>
                  <a:pt x="634238" y="1888363"/>
                </a:lnTo>
                <a:lnTo>
                  <a:pt x="634238" y="1837563"/>
                </a:lnTo>
                <a:close/>
              </a:path>
              <a:path w="2263140" h="2341245">
                <a:moveTo>
                  <a:pt x="634238" y="1748663"/>
                </a:moveTo>
                <a:lnTo>
                  <a:pt x="621538" y="1748663"/>
                </a:lnTo>
                <a:lnTo>
                  <a:pt x="621538" y="1799463"/>
                </a:lnTo>
                <a:lnTo>
                  <a:pt x="634238" y="1799463"/>
                </a:lnTo>
                <a:lnTo>
                  <a:pt x="634238" y="1748663"/>
                </a:lnTo>
                <a:close/>
              </a:path>
              <a:path w="2263140" h="2341245">
                <a:moveTo>
                  <a:pt x="634238" y="1659763"/>
                </a:moveTo>
                <a:lnTo>
                  <a:pt x="621538" y="1659763"/>
                </a:lnTo>
                <a:lnTo>
                  <a:pt x="621538" y="1710563"/>
                </a:lnTo>
                <a:lnTo>
                  <a:pt x="634238" y="1710563"/>
                </a:lnTo>
                <a:lnTo>
                  <a:pt x="634238" y="1659763"/>
                </a:lnTo>
                <a:close/>
              </a:path>
              <a:path w="2263140" h="2341245">
                <a:moveTo>
                  <a:pt x="634238" y="1570863"/>
                </a:moveTo>
                <a:lnTo>
                  <a:pt x="621538" y="1570863"/>
                </a:lnTo>
                <a:lnTo>
                  <a:pt x="621538" y="1621663"/>
                </a:lnTo>
                <a:lnTo>
                  <a:pt x="634238" y="1621663"/>
                </a:lnTo>
                <a:lnTo>
                  <a:pt x="634238" y="1570863"/>
                </a:lnTo>
                <a:close/>
              </a:path>
              <a:path w="2263140" h="2341245">
                <a:moveTo>
                  <a:pt x="665988" y="2081149"/>
                </a:moveTo>
                <a:lnTo>
                  <a:pt x="589788" y="2081149"/>
                </a:lnTo>
                <a:lnTo>
                  <a:pt x="627888" y="2157349"/>
                </a:lnTo>
                <a:lnTo>
                  <a:pt x="665988" y="2081149"/>
                </a:lnTo>
                <a:close/>
              </a:path>
              <a:path w="2263140" h="2341245">
                <a:moveTo>
                  <a:pt x="689483" y="615061"/>
                </a:moveTo>
                <a:lnTo>
                  <a:pt x="679831" y="606679"/>
                </a:lnTo>
                <a:lnTo>
                  <a:pt x="646811" y="645287"/>
                </a:lnTo>
                <a:lnTo>
                  <a:pt x="656463" y="653542"/>
                </a:lnTo>
                <a:lnTo>
                  <a:pt x="689483" y="615061"/>
                </a:lnTo>
                <a:close/>
              </a:path>
              <a:path w="2263140" h="2341245">
                <a:moveTo>
                  <a:pt x="747522" y="547624"/>
                </a:moveTo>
                <a:lnTo>
                  <a:pt x="737870" y="539369"/>
                </a:lnTo>
                <a:lnTo>
                  <a:pt x="704723" y="577850"/>
                </a:lnTo>
                <a:lnTo>
                  <a:pt x="714375" y="586105"/>
                </a:lnTo>
                <a:lnTo>
                  <a:pt x="747522" y="547624"/>
                </a:lnTo>
                <a:close/>
              </a:path>
              <a:path w="2263140" h="2341245">
                <a:moveTo>
                  <a:pt x="805434" y="480187"/>
                </a:moveTo>
                <a:lnTo>
                  <a:pt x="795782" y="471932"/>
                </a:lnTo>
                <a:lnTo>
                  <a:pt x="762635" y="510413"/>
                </a:lnTo>
                <a:lnTo>
                  <a:pt x="772287" y="518668"/>
                </a:lnTo>
                <a:lnTo>
                  <a:pt x="805434" y="480187"/>
                </a:lnTo>
                <a:close/>
              </a:path>
              <a:path w="2263140" h="2341245">
                <a:moveTo>
                  <a:pt x="863346" y="412750"/>
                </a:moveTo>
                <a:lnTo>
                  <a:pt x="853821" y="404495"/>
                </a:lnTo>
                <a:lnTo>
                  <a:pt x="820674" y="442976"/>
                </a:lnTo>
                <a:lnTo>
                  <a:pt x="830326" y="451358"/>
                </a:lnTo>
                <a:lnTo>
                  <a:pt x="863346" y="412750"/>
                </a:lnTo>
                <a:close/>
              </a:path>
              <a:path w="2263140" h="2341245">
                <a:moveTo>
                  <a:pt x="921385" y="345313"/>
                </a:moveTo>
                <a:lnTo>
                  <a:pt x="911733" y="337058"/>
                </a:lnTo>
                <a:lnTo>
                  <a:pt x="878586" y="375666"/>
                </a:lnTo>
                <a:lnTo>
                  <a:pt x="888238" y="383921"/>
                </a:lnTo>
                <a:lnTo>
                  <a:pt x="921385" y="345313"/>
                </a:lnTo>
                <a:close/>
              </a:path>
              <a:path w="2263140" h="2341245">
                <a:moveTo>
                  <a:pt x="921766" y="2297734"/>
                </a:moveTo>
                <a:lnTo>
                  <a:pt x="910844" y="2291156"/>
                </a:lnTo>
                <a:lnTo>
                  <a:pt x="884555" y="2334628"/>
                </a:lnTo>
                <a:lnTo>
                  <a:pt x="895477" y="2341194"/>
                </a:lnTo>
                <a:lnTo>
                  <a:pt x="921766" y="2297734"/>
                </a:lnTo>
                <a:close/>
              </a:path>
              <a:path w="2263140" h="2341245">
                <a:moveTo>
                  <a:pt x="967740" y="2221661"/>
                </a:moveTo>
                <a:lnTo>
                  <a:pt x="956818" y="2215096"/>
                </a:lnTo>
                <a:lnTo>
                  <a:pt x="930529" y="2258555"/>
                </a:lnTo>
                <a:lnTo>
                  <a:pt x="941451" y="2265134"/>
                </a:lnTo>
                <a:lnTo>
                  <a:pt x="967740" y="2221661"/>
                </a:lnTo>
                <a:close/>
              </a:path>
              <a:path w="2263140" h="2341245">
                <a:moveTo>
                  <a:pt x="979297" y="278003"/>
                </a:moveTo>
                <a:lnTo>
                  <a:pt x="969645" y="269621"/>
                </a:lnTo>
                <a:lnTo>
                  <a:pt x="936625" y="308229"/>
                </a:lnTo>
                <a:lnTo>
                  <a:pt x="946150" y="316484"/>
                </a:lnTo>
                <a:lnTo>
                  <a:pt x="979297" y="278003"/>
                </a:lnTo>
                <a:close/>
              </a:path>
              <a:path w="2263140" h="2341245">
                <a:moveTo>
                  <a:pt x="1013714" y="2145538"/>
                </a:moveTo>
                <a:lnTo>
                  <a:pt x="1002919" y="2139061"/>
                </a:lnTo>
                <a:lnTo>
                  <a:pt x="976630" y="2182495"/>
                </a:lnTo>
                <a:lnTo>
                  <a:pt x="987425" y="2189099"/>
                </a:lnTo>
                <a:lnTo>
                  <a:pt x="1013714" y="2145538"/>
                </a:lnTo>
                <a:close/>
              </a:path>
              <a:path w="2263140" h="2341245">
                <a:moveTo>
                  <a:pt x="1037336" y="210566"/>
                </a:moveTo>
                <a:lnTo>
                  <a:pt x="1027684" y="202311"/>
                </a:lnTo>
                <a:lnTo>
                  <a:pt x="994537" y="240792"/>
                </a:lnTo>
                <a:lnTo>
                  <a:pt x="1004189" y="249047"/>
                </a:lnTo>
                <a:lnTo>
                  <a:pt x="1037336" y="210566"/>
                </a:lnTo>
                <a:close/>
              </a:path>
              <a:path w="2263140" h="2341245">
                <a:moveTo>
                  <a:pt x="1059815" y="2069465"/>
                </a:moveTo>
                <a:lnTo>
                  <a:pt x="1048893" y="2062988"/>
                </a:lnTo>
                <a:lnTo>
                  <a:pt x="1022604" y="2106422"/>
                </a:lnTo>
                <a:lnTo>
                  <a:pt x="1033526" y="2113026"/>
                </a:lnTo>
                <a:lnTo>
                  <a:pt x="1059815" y="2069465"/>
                </a:lnTo>
                <a:close/>
              </a:path>
              <a:path w="2263140" h="2341245">
                <a:moveTo>
                  <a:pt x="1095235" y="143129"/>
                </a:moveTo>
                <a:lnTo>
                  <a:pt x="1085596" y="134874"/>
                </a:lnTo>
                <a:lnTo>
                  <a:pt x="1052449" y="173355"/>
                </a:lnTo>
                <a:lnTo>
                  <a:pt x="1062101" y="181610"/>
                </a:lnTo>
                <a:lnTo>
                  <a:pt x="1095235" y="143129"/>
                </a:lnTo>
                <a:close/>
              </a:path>
              <a:path w="2263140" h="2341245">
                <a:moveTo>
                  <a:pt x="1105789" y="1993519"/>
                </a:moveTo>
                <a:lnTo>
                  <a:pt x="1094867" y="1986915"/>
                </a:lnTo>
                <a:lnTo>
                  <a:pt x="1068565" y="2030349"/>
                </a:lnTo>
                <a:lnTo>
                  <a:pt x="1079487" y="2036953"/>
                </a:lnTo>
                <a:lnTo>
                  <a:pt x="1105789" y="1993519"/>
                </a:lnTo>
                <a:close/>
              </a:path>
              <a:path w="2263140" h="2341245">
                <a:moveTo>
                  <a:pt x="1151763" y="1917446"/>
                </a:moveTo>
                <a:lnTo>
                  <a:pt x="1140968" y="1910842"/>
                </a:lnTo>
                <a:lnTo>
                  <a:pt x="1114679" y="1954276"/>
                </a:lnTo>
                <a:lnTo>
                  <a:pt x="1125461" y="1960880"/>
                </a:lnTo>
                <a:lnTo>
                  <a:pt x="1151763" y="1917446"/>
                </a:lnTo>
                <a:close/>
              </a:path>
              <a:path w="2263140" h="2341245">
                <a:moveTo>
                  <a:pt x="1153160" y="75692"/>
                </a:moveTo>
                <a:lnTo>
                  <a:pt x="1143635" y="67437"/>
                </a:lnTo>
                <a:lnTo>
                  <a:pt x="1110488" y="105918"/>
                </a:lnTo>
                <a:lnTo>
                  <a:pt x="1120140" y="114300"/>
                </a:lnTo>
                <a:lnTo>
                  <a:pt x="1153160" y="75692"/>
                </a:lnTo>
                <a:close/>
              </a:path>
              <a:path w="2263140" h="2341245">
                <a:moveTo>
                  <a:pt x="1197737" y="1841373"/>
                </a:moveTo>
                <a:lnTo>
                  <a:pt x="1186942" y="1834769"/>
                </a:lnTo>
                <a:lnTo>
                  <a:pt x="1160640" y="1878203"/>
                </a:lnTo>
                <a:lnTo>
                  <a:pt x="1171435" y="1884807"/>
                </a:lnTo>
                <a:lnTo>
                  <a:pt x="1197737" y="1841373"/>
                </a:lnTo>
                <a:close/>
              </a:path>
              <a:path w="2263140" h="2341245">
                <a:moveTo>
                  <a:pt x="1211186" y="8382"/>
                </a:moveTo>
                <a:lnTo>
                  <a:pt x="1201547" y="0"/>
                </a:lnTo>
                <a:lnTo>
                  <a:pt x="1168387" y="38608"/>
                </a:lnTo>
                <a:lnTo>
                  <a:pt x="1178039" y="46863"/>
                </a:lnTo>
                <a:lnTo>
                  <a:pt x="1211186" y="8382"/>
                </a:lnTo>
                <a:close/>
              </a:path>
              <a:path w="2263140" h="2341245">
                <a:moveTo>
                  <a:pt x="1243838" y="1765300"/>
                </a:moveTo>
                <a:lnTo>
                  <a:pt x="1232916" y="1758696"/>
                </a:lnTo>
                <a:lnTo>
                  <a:pt x="1206614" y="1802130"/>
                </a:lnTo>
                <a:lnTo>
                  <a:pt x="1217536" y="1808746"/>
                </a:lnTo>
                <a:lnTo>
                  <a:pt x="1243838" y="1765300"/>
                </a:lnTo>
                <a:close/>
              </a:path>
              <a:path w="2263140" h="2341245">
                <a:moveTo>
                  <a:pt x="1289812" y="1689227"/>
                </a:moveTo>
                <a:lnTo>
                  <a:pt x="1278890" y="1682623"/>
                </a:lnTo>
                <a:lnTo>
                  <a:pt x="1252601" y="1726057"/>
                </a:lnTo>
                <a:lnTo>
                  <a:pt x="1263523" y="1732661"/>
                </a:lnTo>
                <a:lnTo>
                  <a:pt x="1289812" y="1689227"/>
                </a:lnTo>
                <a:close/>
              </a:path>
              <a:path w="2263140" h="2341245">
                <a:moveTo>
                  <a:pt x="1335786" y="1613154"/>
                </a:moveTo>
                <a:lnTo>
                  <a:pt x="1324991" y="1606550"/>
                </a:lnTo>
                <a:lnTo>
                  <a:pt x="1298702" y="1649984"/>
                </a:lnTo>
                <a:lnTo>
                  <a:pt x="1309497" y="1656588"/>
                </a:lnTo>
                <a:lnTo>
                  <a:pt x="1335786" y="1613154"/>
                </a:lnTo>
                <a:close/>
              </a:path>
              <a:path w="2263140" h="2341245">
                <a:moveTo>
                  <a:pt x="1381760" y="1537081"/>
                </a:moveTo>
                <a:lnTo>
                  <a:pt x="1370965" y="1530477"/>
                </a:lnTo>
                <a:lnTo>
                  <a:pt x="1344676" y="1573911"/>
                </a:lnTo>
                <a:lnTo>
                  <a:pt x="1355471" y="1580515"/>
                </a:lnTo>
                <a:lnTo>
                  <a:pt x="1381760" y="1537081"/>
                </a:lnTo>
                <a:close/>
              </a:path>
              <a:path w="2263140" h="2341245">
                <a:moveTo>
                  <a:pt x="1427861" y="1461008"/>
                </a:moveTo>
                <a:lnTo>
                  <a:pt x="1416939" y="1454404"/>
                </a:lnTo>
                <a:lnTo>
                  <a:pt x="1390650" y="1497838"/>
                </a:lnTo>
                <a:lnTo>
                  <a:pt x="1401572" y="1504442"/>
                </a:lnTo>
                <a:lnTo>
                  <a:pt x="1427861" y="1461008"/>
                </a:lnTo>
                <a:close/>
              </a:path>
              <a:path w="2263140" h="2341245">
                <a:moveTo>
                  <a:pt x="1473835" y="1384935"/>
                </a:moveTo>
                <a:lnTo>
                  <a:pt x="1462913" y="1378331"/>
                </a:lnTo>
                <a:lnTo>
                  <a:pt x="1436624" y="1421765"/>
                </a:lnTo>
                <a:lnTo>
                  <a:pt x="1447546" y="1428369"/>
                </a:lnTo>
                <a:lnTo>
                  <a:pt x="1473835" y="1384935"/>
                </a:lnTo>
                <a:close/>
              </a:path>
              <a:path w="2263140" h="2341245">
                <a:moveTo>
                  <a:pt x="1519809" y="1308862"/>
                </a:moveTo>
                <a:lnTo>
                  <a:pt x="1509014" y="1302258"/>
                </a:lnTo>
                <a:lnTo>
                  <a:pt x="1482725" y="1345692"/>
                </a:lnTo>
                <a:lnTo>
                  <a:pt x="1493520" y="1352296"/>
                </a:lnTo>
                <a:lnTo>
                  <a:pt x="1519809" y="1308862"/>
                </a:lnTo>
                <a:close/>
              </a:path>
              <a:path w="2263140" h="2341245">
                <a:moveTo>
                  <a:pt x="1565910" y="1232789"/>
                </a:moveTo>
                <a:lnTo>
                  <a:pt x="1554988" y="1226185"/>
                </a:lnTo>
                <a:lnTo>
                  <a:pt x="1528699" y="1269619"/>
                </a:lnTo>
                <a:lnTo>
                  <a:pt x="1539621" y="1276223"/>
                </a:lnTo>
                <a:lnTo>
                  <a:pt x="1565910" y="1232789"/>
                </a:lnTo>
                <a:close/>
              </a:path>
              <a:path w="2263140" h="2341245">
                <a:moveTo>
                  <a:pt x="1611884" y="1156716"/>
                </a:moveTo>
                <a:lnTo>
                  <a:pt x="1600962" y="1150112"/>
                </a:lnTo>
                <a:lnTo>
                  <a:pt x="1574673" y="1193546"/>
                </a:lnTo>
                <a:lnTo>
                  <a:pt x="1585595" y="1200150"/>
                </a:lnTo>
                <a:lnTo>
                  <a:pt x="1611884" y="1156716"/>
                </a:lnTo>
                <a:close/>
              </a:path>
              <a:path w="2263140" h="2341245">
                <a:moveTo>
                  <a:pt x="1657858" y="1080643"/>
                </a:moveTo>
                <a:lnTo>
                  <a:pt x="1647063" y="1074039"/>
                </a:lnTo>
                <a:lnTo>
                  <a:pt x="1620774" y="1117473"/>
                </a:lnTo>
                <a:lnTo>
                  <a:pt x="1631569" y="1124077"/>
                </a:lnTo>
                <a:lnTo>
                  <a:pt x="1657858" y="1080643"/>
                </a:lnTo>
                <a:close/>
              </a:path>
              <a:path w="2263140" h="2341245">
                <a:moveTo>
                  <a:pt x="1703832" y="1004570"/>
                </a:moveTo>
                <a:lnTo>
                  <a:pt x="1693037" y="997966"/>
                </a:lnTo>
                <a:lnTo>
                  <a:pt x="1666748" y="1041400"/>
                </a:lnTo>
                <a:lnTo>
                  <a:pt x="1677543" y="1048004"/>
                </a:lnTo>
                <a:lnTo>
                  <a:pt x="1703832" y="1004570"/>
                </a:lnTo>
                <a:close/>
              </a:path>
              <a:path w="2263140" h="2341245">
                <a:moveTo>
                  <a:pt x="1749933" y="928497"/>
                </a:moveTo>
                <a:lnTo>
                  <a:pt x="1739011" y="921893"/>
                </a:lnTo>
                <a:lnTo>
                  <a:pt x="1712722" y="965327"/>
                </a:lnTo>
                <a:lnTo>
                  <a:pt x="1723644" y="971931"/>
                </a:lnTo>
                <a:lnTo>
                  <a:pt x="1749933" y="928497"/>
                </a:lnTo>
                <a:close/>
              </a:path>
              <a:path w="2263140" h="2341245">
                <a:moveTo>
                  <a:pt x="1795907" y="852424"/>
                </a:moveTo>
                <a:lnTo>
                  <a:pt x="1784985" y="845820"/>
                </a:lnTo>
                <a:lnTo>
                  <a:pt x="1758696" y="889381"/>
                </a:lnTo>
                <a:lnTo>
                  <a:pt x="1769618" y="895858"/>
                </a:lnTo>
                <a:lnTo>
                  <a:pt x="1795907" y="852424"/>
                </a:lnTo>
                <a:close/>
              </a:path>
              <a:path w="2263140" h="2341245">
                <a:moveTo>
                  <a:pt x="1841881" y="776351"/>
                </a:moveTo>
                <a:lnTo>
                  <a:pt x="1831086" y="769747"/>
                </a:lnTo>
                <a:lnTo>
                  <a:pt x="1804797" y="813308"/>
                </a:lnTo>
                <a:lnTo>
                  <a:pt x="1815592" y="819785"/>
                </a:lnTo>
                <a:lnTo>
                  <a:pt x="1841881" y="776351"/>
                </a:lnTo>
                <a:close/>
              </a:path>
              <a:path w="2263140" h="2341245">
                <a:moveTo>
                  <a:pt x="1887855" y="700278"/>
                </a:moveTo>
                <a:lnTo>
                  <a:pt x="1877060" y="693674"/>
                </a:lnTo>
                <a:lnTo>
                  <a:pt x="1850771" y="737235"/>
                </a:lnTo>
                <a:lnTo>
                  <a:pt x="1861566" y="743712"/>
                </a:lnTo>
                <a:lnTo>
                  <a:pt x="1887855" y="700278"/>
                </a:lnTo>
                <a:close/>
              </a:path>
              <a:path w="2263140" h="2341245">
                <a:moveTo>
                  <a:pt x="1933956" y="624205"/>
                </a:moveTo>
                <a:lnTo>
                  <a:pt x="1923034" y="617601"/>
                </a:lnTo>
                <a:lnTo>
                  <a:pt x="1896745" y="661162"/>
                </a:lnTo>
                <a:lnTo>
                  <a:pt x="1907667" y="667639"/>
                </a:lnTo>
                <a:lnTo>
                  <a:pt x="1933956" y="624205"/>
                </a:lnTo>
                <a:close/>
              </a:path>
              <a:path w="2263140" h="2341245">
                <a:moveTo>
                  <a:pt x="1979930" y="548132"/>
                </a:moveTo>
                <a:lnTo>
                  <a:pt x="1969008" y="541528"/>
                </a:lnTo>
                <a:lnTo>
                  <a:pt x="1942719" y="585089"/>
                </a:lnTo>
                <a:lnTo>
                  <a:pt x="1953641" y="591566"/>
                </a:lnTo>
                <a:lnTo>
                  <a:pt x="1979930" y="548132"/>
                </a:lnTo>
                <a:close/>
              </a:path>
              <a:path w="2263140" h="2341245">
                <a:moveTo>
                  <a:pt x="2025904" y="472059"/>
                </a:moveTo>
                <a:lnTo>
                  <a:pt x="2015109" y="465455"/>
                </a:lnTo>
                <a:lnTo>
                  <a:pt x="1988820" y="509016"/>
                </a:lnTo>
                <a:lnTo>
                  <a:pt x="1999615" y="515493"/>
                </a:lnTo>
                <a:lnTo>
                  <a:pt x="2025904" y="472059"/>
                </a:lnTo>
                <a:close/>
              </a:path>
              <a:path w="2263140" h="2341245">
                <a:moveTo>
                  <a:pt x="2072005" y="395986"/>
                </a:moveTo>
                <a:lnTo>
                  <a:pt x="2061083" y="389382"/>
                </a:lnTo>
                <a:lnTo>
                  <a:pt x="2034794" y="432943"/>
                </a:lnTo>
                <a:lnTo>
                  <a:pt x="2045716" y="439420"/>
                </a:lnTo>
                <a:lnTo>
                  <a:pt x="2072005" y="395986"/>
                </a:lnTo>
                <a:close/>
              </a:path>
              <a:path w="2263140" h="2341245">
                <a:moveTo>
                  <a:pt x="2117979" y="319913"/>
                </a:moveTo>
                <a:lnTo>
                  <a:pt x="2107057" y="313436"/>
                </a:lnTo>
                <a:lnTo>
                  <a:pt x="2080768" y="356870"/>
                </a:lnTo>
                <a:lnTo>
                  <a:pt x="2091690" y="363474"/>
                </a:lnTo>
                <a:lnTo>
                  <a:pt x="2117979" y="319913"/>
                </a:lnTo>
                <a:close/>
              </a:path>
              <a:path w="2263140" h="2341245">
                <a:moveTo>
                  <a:pt x="2163953" y="243840"/>
                </a:moveTo>
                <a:lnTo>
                  <a:pt x="2153158" y="237363"/>
                </a:lnTo>
                <a:lnTo>
                  <a:pt x="2126742" y="280797"/>
                </a:lnTo>
                <a:lnTo>
                  <a:pt x="2137664" y="287401"/>
                </a:lnTo>
                <a:lnTo>
                  <a:pt x="2163953" y="243840"/>
                </a:lnTo>
                <a:close/>
              </a:path>
              <a:path w="2263140" h="2341245">
                <a:moveTo>
                  <a:pt x="2209927" y="167767"/>
                </a:moveTo>
                <a:lnTo>
                  <a:pt x="2199132" y="161290"/>
                </a:lnTo>
                <a:lnTo>
                  <a:pt x="2172843" y="204724"/>
                </a:lnTo>
                <a:lnTo>
                  <a:pt x="2183638" y="211328"/>
                </a:lnTo>
                <a:lnTo>
                  <a:pt x="2209927" y="167767"/>
                </a:lnTo>
                <a:close/>
              </a:path>
              <a:path w="2263140" h="2341245">
                <a:moveTo>
                  <a:pt x="2262759" y="68199"/>
                </a:moveTo>
                <a:lnTo>
                  <a:pt x="2190750" y="113665"/>
                </a:lnTo>
                <a:lnTo>
                  <a:pt x="2255901" y="153174"/>
                </a:lnTo>
                <a:lnTo>
                  <a:pt x="2257336" y="135255"/>
                </a:lnTo>
                <a:lnTo>
                  <a:pt x="2258631" y="119253"/>
                </a:lnTo>
                <a:lnTo>
                  <a:pt x="2262759" y="68199"/>
                </a:lnTo>
                <a:close/>
              </a:path>
            </a:pathLst>
          </a:custGeom>
          <a:solidFill>
            <a:srgbClr val="7999A0"/>
          </a:solidFill>
        </p:spPr>
        <p:txBody>
          <a:bodyPr wrap="square" lIns="0" tIns="0" rIns="0" bIns="0" rtlCol="0"/>
          <a:lstStyle/>
          <a:p>
            <a:endParaRPr/>
          </a:p>
        </p:txBody>
      </p:sp>
      <p:sp>
        <p:nvSpPr>
          <p:cNvPr id="44" name="object 44"/>
          <p:cNvSpPr txBox="1"/>
          <p:nvPr/>
        </p:nvSpPr>
        <p:spPr>
          <a:xfrm>
            <a:off x="4126484" y="1767967"/>
            <a:ext cx="206692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5.</a:t>
            </a:r>
            <a:r>
              <a:rPr sz="1200" spc="-10" dirty="0">
                <a:solidFill>
                  <a:srgbClr val="006FC0"/>
                </a:solidFill>
                <a:latin typeface="Calibri"/>
                <a:cs typeface="Calibri"/>
              </a:rPr>
              <a:t> </a:t>
            </a:r>
            <a:r>
              <a:rPr sz="1200" spc="-5" dirty="0">
                <a:solidFill>
                  <a:srgbClr val="006FC0"/>
                </a:solidFill>
                <a:latin typeface="Calibri"/>
                <a:cs typeface="Calibri"/>
              </a:rPr>
              <a:t>Start</a:t>
            </a:r>
            <a:r>
              <a:rPr sz="1200" spc="-35" dirty="0">
                <a:solidFill>
                  <a:srgbClr val="006FC0"/>
                </a:solidFill>
                <a:latin typeface="Calibri"/>
                <a:cs typeface="Calibri"/>
              </a:rPr>
              <a:t> </a:t>
            </a:r>
            <a:r>
              <a:rPr sz="1200" dirty="0">
                <a:solidFill>
                  <a:srgbClr val="006FC0"/>
                </a:solidFill>
                <a:latin typeface="Calibri"/>
                <a:cs typeface="Calibri"/>
              </a:rPr>
              <a:t>MR</a:t>
            </a:r>
            <a:r>
              <a:rPr sz="1200" spc="-15" dirty="0">
                <a:solidFill>
                  <a:srgbClr val="006FC0"/>
                </a:solidFill>
                <a:latin typeface="Calibri"/>
                <a:cs typeface="Calibri"/>
              </a:rPr>
              <a:t> </a:t>
            </a:r>
            <a:r>
              <a:rPr sz="1200" spc="-5" dirty="0">
                <a:solidFill>
                  <a:srgbClr val="006FC0"/>
                </a:solidFill>
                <a:latin typeface="Calibri"/>
                <a:cs typeface="Calibri"/>
              </a:rPr>
              <a:t>AppMaster</a:t>
            </a:r>
            <a:r>
              <a:rPr sz="1200" spc="-35" dirty="0">
                <a:solidFill>
                  <a:srgbClr val="006FC0"/>
                </a:solidFill>
                <a:latin typeface="Calibri"/>
                <a:cs typeface="Calibri"/>
              </a:rPr>
              <a:t> </a:t>
            </a:r>
            <a:r>
              <a:rPr sz="1200" spc="-5" dirty="0">
                <a:solidFill>
                  <a:srgbClr val="006FC0"/>
                </a:solidFill>
                <a:latin typeface="Calibri"/>
                <a:cs typeface="Calibri"/>
              </a:rPr>
              <a:t>container</a:t>
            </a:r>
            <a:endParaRPr sz="1200">
              <a:latin typeface="Calibri"/>
              <a:cs typeface="Calibri"/>
            </a:endParaRPr>
          </a:p>
        </p:txBody>
      </p:sp>
      <p:sp>
        <p:nvSpPr>
          <p:cNvPr id="45" name="object 45"/>
          <p:cNvSpPr/>
          <p:nvPr/>
        </p:nvSpPr>
        <p:spPr>
          <a:xfrm>
            <a:off x="2068067" y="3597147"/>
            <a:ext cx="2886075" cy="443865"/>
          </a:xfrm>
          <a:custGeom>
            <a:avLst/>
            <a:gdLst/>
            <a:ahLst/>
            <a:cxnLst/>
            <a:rect l="l" t="t" r="r" b="b"/>
            <a:pathLst>
              <a:path w="2886075" h="443864">
                <a:moveTo>
                  <a:pt x="2835656" y="424065"/>
                </a:moveTo>
                <a:lnTo>
                  <a:pt x="2833878" y="436638"/>
                </a:lnTo>
                <a:lnTo>
                  <a:pt x="2884170" y="443788"/>
                </a:lnTo>
                <a:lnTo>
                  <a:pt x="2885947" y="431215"/>
                </a:lnTo>
                <a:lnTo>
                  <a:pt x="2835656" y="424065"/>
                </a:lnTo>
                <a:close/>
              </a:path>
              <a:path w="2886075" h="443864">
                <a:moveTo>
                  <a:pt x="2747645" y="411530"/>
                </a:moveTo>
                <a:lnTo>
                  <a:pt x="2745867" y="424103"/>
                </a:lnTo>
                <a:lnTo>
                  <a:pt x="2796159" y="431266"/>
                </a:lnTo>
                <a:lnTo>
                  <a:pt x="2797936" y="418693"/>
                </a:lnTo>
                <a:lnTo>
                  <a:pt x="2747645" y="411530"/>
                </a:lnTo>
                <a:close/>
              </a:path>
              <a:path w="2886075" h="443864">
                <a:moveTo>
                  <a:pt x="2659634" y="399008"/>
                </a:moveTo>
                <a:lnTo>
                  <a:pt x="2657856" y="411581"/>
                </a:lnTo>
                <a:lnTo>
                  <a:pt x="2708147" y="418744"/>
                </a:lnTo>
                <a:lnTo>
                  <a:pt x="2709926" y="406171"/>
                </a:lnTo>
                <a:lnTo>
                  <a:pt x="2659634" y="399008"/>
                </a:lnTo>
                <a:close/>
              </a:path>
              <a:path w="2886075" h="443864">
                <a:moveTo>
                  <a:pt x="2571622" y="386486"/>
                </a:moveTo>
                <a:lnTo>
                  <a:pt x="2569845" y="399059"/>
                </a:lnTo>
                <a:lnTo>
                  <a:pt x="2620136" y="406209"/>
                </a:lnTo>
                <a:lnTo>
                  <a:pt x="2621915" y="393636"/>
                </a:lnTo>
                <a:lnTo>
                  <a:pt x="2571622" y="386486"/>
                </a:lnTo>
                <a:close/>
              </a:path>
              <a:path w="2886075" h="443864">
                <a:moveTo>
                  <a:pt x="2483611" y="373951"/>
                </a:moveTo>
                <a:lnTo>
                  <a:pt x="2481834" y="386537"/>
                </a:lnTo>
                <a:lnTo>
                  <a:pt x="2532126" y="393687"/>
                </a:lnTo>
                <a:lnTo>
                  <a:pt x="2533904" y="381114"/>
                </a:lnTo>
                <a:lnTo>
                  <a:pt x="2483611" y="373951"/>
                </a:lnTo>
                <a:close/>
              </a:path>
              <a:path w="2886075" h="443864">
                <a:moveTo>
                  <a:pt x="2395601" y="361429"/>
                </a:moveTo>
                <a:lnTo>
                  <a:pt x="2393822" y="374002"/>
                </a:lnTo>
                <a:lnTo>
                  <a:pt x="2444115" y="381165"/>
                </a:lnTo>
                <a:lnTo>
                  <a:pt x="2445893" y="368592"/>
                </a:lnTo>
                <a:lnTo>
                  <a:pt x="2395601" y="361429"/>
                </a:lnTo>
                <a:close/>
              </a:path>
              <a:path w="2886075" h="443864">
                <a:moveTo>
                  <a:pt x="2307590" y="348907"/>
                </a:moveTo>
                <a:lnTo>
                  <a:pt x="2305811" y="361480"/>
                </a:lnTo>
                <a:lnTo>
                  <a:pt x="2356104" y="368642"/>
                </a:lnTo>
                <a:lnTo>
                  <a:pt x="2357882" y="356069"/>
                </a:lnTo>
                <a:lnTo>
                  <a:pt x="2307590" y="348907"/>
                </a:lnTo>
                <a:close/>
              </a:path>
              <a:path w="2886075" h="443864">
                <a:moveTo>
                  <a:pt x="2219579" y="336384"/>
                </a:moveTo>
                <a:lnTo>
                  <a:pt x="2217801" y="348957"/>
                </a:lnTo>
                <a:lnTo>
                  <a:pt x="2268093" y="356107"/>
                </a:lnTo>
                <a:lnTo>
                  <a:pt x="2269871" y="343534"/>
                </a:lnTo>
                <a:lnTo>
                  <a:pt x="2219579" y="336384"/>
                </a:lnTo>
                <a:close/>
              </a:path>
              <a:path w="2886075" h="443864">
                <a:moveTo>
                  <a:pt x="2131568" y="323862"/>
                </a:moveTo>
                <a:lnTo>
                  <a:pt x="2129790" y="336435"/>
                </a:lnTo>
                <a:lnTo>
                  <a:pt x="2180082" y="343585"/>
                </a:lnTo>
                <a:lnTo>
                  <a:pt x="2181860" y="331012"/>
                </a:lnTo>
                <a:lnTo>
                  <a:pt x="2131568" y="323862"/>
                </a:lnTo>
                <a:close/>
              </a:path>
              <a:path w="2886075" h="443864">
                <a:moveTo>
                  <a:pt x="2043557" y="311327"/>
                </a:moveTo>
                <a:lnTo>
                  <a:pt x="2041779" y="323900"/>
                </a:lnTo>
                <a:lnTo>
                  <a:pt x="2092070" y="331063"/>
                </a:lnTo>
                <a:lnTo>
                  <a:pt x="2093848" y="318490"/>
                </a:lnTo>
                <a:lnTo>
                  <a:pt x="2043557" y="311327"/>
                </a:lnTo>
                <a:close/>
              </a:path>
              <a:path w="2886075" h="443864">
                <a:moveTo>
                  <a:pt x="1955545" y="298805"/>
                </a:moveTo>
                <a:lnTo>
                  <a:pt x="1953768" y="311378"/>
                </a:lnTo>
                <a:lnTo>
                  <a:pt x="2004059" y="318541"/>
                </a:lnTo>
                <a:lnTo>
                  <a:pt x="2005837" y="305968"/>
                </a:lnTo>
                <a:lnTo>
                  <a:pt x="1955545" y="298805"/>
                </a:lnTo>
                <a:close/>
              </a:path>
              <a:path w="2886075" h="443864">
                <a:moveTo>
                  <a:pt x="1867534" y="286283"/>
                </a:moveTo>
                <a:lnTo>
                  <a:pt x="1865757" y="298856"/>
                </a:lnTo>
                <a:lnTo>
                  <a:pt x="1916048" y="306006"/>
                </a:lnTo>
                <a:lnTo>
                  <a:pt x="1917827" y="293433"/>
                </a:lnTo>
                <a:lnTo>
                  <a:pt x="1867534" y="286283"/>
                </a:lnTo>
                <a:close/>
              </a:path>
              <a:path w="2886075" h="443864">
                <a:moveTo>
                  <a:pt x="1779523" y="273811"/>
                </a:moveTo>
                <a:lnTo>
                  <a:pt x="1777745" y="286334"/>
                </a:lnTo>
                <a:lnTo>
                  <a:pt x="1828037" y="293484"/>
                </a:lnTo>
                <a:lnTo>
                  <a:pt x="1829816" y="280911"/>
                </a:lnTo>
                <a:lnTo>
                  <a:pt x="1779523" y="273811"/>
                </a:lnTo>
                <a:close/>
              </a:path>
              <a:path w="2886075" h="443864">
                <a:moveTo>
                  <a:pt x="1691512" y="261238"/>
                </a:moveTo>
                <a:lnTo>
                  <a:pt x="1689734" y="273811"/>
                </a:lnTo>
                <a:lnTo>
                  <a:pt x="1740027" y="280962"/>
                </a:lnTo>
                <a:lnTo>
                  <a:pt x="1741805" y="268350"/>
                </a:lnTo>
                <a:lnTo>
                  <a:pt x="1691512" y="261238"/>
                </a:lnTo>
                <a:close/>
              </a:path>
              <a:path w="2886075" h="443864">
                <a:moveTo>
                  <a:pt x="1603502" y="248665"/>
                </a:moveTo>
                <a:lnTo>
                  <a:pt x="1601723" y="261238"/>
                </a:lnTo>
                <a:lnTo>
                  <a:pt x="1652016" y="268477"/>
                </a:lnTo>
                <a:lnTo>
                  <a:pt x="1653794" y="255904"/>
                </a:lnTo>
                <a:lnTo>
                  <a:pt x="1603502" y="248665"/>
                </a:lnTo>
                <a:close/>
              </a:path>
              <a:path w="2886075" h="443864">
                <a:moveTo>
                  <a:pt x="1515491" y="236219"/>
                </a:moveTo>
                <a:lnTo>
                  <a:pt x="1513712" y="248792"/>
                </a:lnTo>
                <a:lnTo>
                  <a:pt x="1564005" y="255904"/>
                </a:lnTo>
                <a:lnTo>
                  <a:pt x="1565783" y="243331"/>
                </a:lnTo>
                <a:lnTo>
                  <a:pt x="1515491" y="236219"/>
                </a:lnTo>
                <a:close/>
              </a:path>
              <a:path w="2886075" h="443864">
                <a:moveTo>
                  <a:pt x="1427480" y="223646"/>
                </a:moveTo>
                <a:lnTo>
                  <a:pt x="1425702" y="236219"/>
                </a:lnTo>
                <a:lnTo>
                  <a:pt x="1475994" y="243331"/>
                </a:lnTo>
                <a:lnTo>
                  <a:pt x="1477771" y="230758"/>
                </a:lnTo>
                <a:lnTo>
                  <a:pt x="1427480" y="223646"/>
                </a:lnTo>
                <a:close/>
              </a:path>
              <a:path w="2886075" h="443864">
                <a:moveTo>
                  <a:pt x="1339469" y="211073"/>
                </a:moveTo>
                <a:lnTo>
                  <a:pt x="1337691" y="223646"/>
                </a:lnTo>
                <a:lnTo>
                  <a:pt x="1387983" y="230885"/>
                </a:lnTo>
                <a:lnTo>
                  <a:pt x="1389760" y="218312"/>
                </a:lnTo>
                <a:lnTo>
                  <a:pt x="1339469" y="211073"/>
                </a:lnTo>
                <a:close/>
              </a:path>
              <a:path w="2886075" h="443864">
                <a:moveTo>
                  <a:pt x="1251458" y="198627"/>
                </a:moveTo>
                <a:lnTo>
                  <a:pt x="1249680" y="211200"/>
                </a:lnTo>
                <a:lnTo>
                  <a:pt x="1299971" y="218312"/>
                </a:lnTo>
                <a:lnTo>
                  <a:pt x="1301749" y="205739"/>
                </a:lnTo>
                <a:lnTo>
                  <a:pt x="1251458" y="198627"/>
                </a:lnTo>
                <a:close/>
              </a:path>
              <a:path w="2886075" h="443864">
                <a:moveTo>
                  <a:pt x="1163446" y="186054"/>
                </a:moveTo>
                <a:lnTo>
                  <a:pt x="1161669" y="198627"/>
                </a:lnTo>
                <a:lnTo>
                  <a:pt x="1211960" y="205866"/>
                </a:lnTo>
                <a:lnTo>
                  <a:pt x="1213739" y="193293"/>
                </a:lnTo>
                <a:lnTo>
                  <a:pt x="1163446" y="186054"/>
                </a:lnTo>
                <a:close/>
              </a:path>
              <a:path w="2886075" h="443864">
                <a:moveTo>
                  <a:pt x="1075436" y="173608"/>
                </a:moveTo>
                <a:lnTo>
                  <a:pt x="1073658" y="186181"/>
                </a:lnTo>
                <a:lnTo>
                  <a:pt x="1123950" y="193293"/>
                </a:lnTo>
                <a:lnTo>
                  <a:pt x="1125727" y="180720"/>
                </a:lnTo>
                <a:lnTo>
                  <a:pt x="1075436" y="173608"/>
                </a:lnTo>
                <a:close/>
              </a:path>
              <a:path w="2886075" h="443864">
                <a:moveTo>
                  <a:pt x="987425" y="161035"/>
                </a:moveTo>
                <a:lnTo>
                  <a:pt x="985646" y="173608"/>
                </a:lnTo>
                <a:lnTo>
                  <a:pt x="1035938" y="180720"/>
                </a:lnTo>
                <a:lnTo>
                  <a:pt x="1037717" y="168147"/>
                </a:lnTo>
                <a:lnTo>
                  <a:pt x="987425" y="161035"/>
                </a:lnTo>
                <a:close/>
              </a:path>
              <a:path w="2886075" h="443864">
                <a:moveTo>
                  <a:pt x="899413" y="148462"/>
                </a:moveTo>
                <a:lnTo>
                  <a:pt x="897636" y="161035"/>
                </a:lnTo>
                <a:lnTo>
                  <a:pt x="947927" y="168274"/>
                </a:lnTo>
                <a:lnTo>
                  <a:pt x="949706" y="155701"/>
                </a:lnTo>
                <a:lnTo>
                  <a:pt x="899413" y="148462"/>
                </a:lnTo>
                <a:close/>
              </a:path>
              <a:path w="2886075" h="443864">
                <a:moveTo>
                  <a:pt x="811402" y="136016"/>
                </a:moveTo>
                <a:lnTo>
                  <a:pt x="809625" y="148589"/>
                </a:lnTo>
                <a:lnTo>
                  <a:pt x="859917" y="155701"/>
                </a:lnTo>
                <a:lnTo>
                  <a:pt x="861694" y="143128"/>
                </a:lnTo>
                <a:lnTo>
                  <a:pt x="811402" y="136016"/>
                </a:lnTo>
                <a:close/>
              </a:path>
              <a:path w="2886075" h="443864">
                <a:moveTo>
                  <a:pt x="723392" y="123443"/>
                </a:moveTo>
                <a:lnTo>
                  <a:pt x="721613" y="136016"/>
                </a:lnTo>
                <a:lnTo>
                  <a:pt x="771906" y="143128"/>
                </a:lnTo>
                <a:lnTo>
                  <a:pt x="773683" y="130555"/>
                </a:lnTo>
                <a:lnTo>
                  <a:pt x="723392" y="123443"/>
                </a:lnTo>
                <a:close/>
              </a:path>
              <a:path w="2886075" h="443864">
                <a:moveTo>
                  <a:pt x="635381" y="110870"/>
                </a:moveTo>
                <a:lnTo>
                  <a:pt x="633476" y="123443"/>
                </a:lnTo>
                <a:lnTo>
                  <a:pt x="683894" y="130682"/>
                </a:lnTo>
                <a:lnTo>
                  <a:pt x="685673" y="118109"/>
                </a:lnTo>
                <a:lnTo>
                  <a:pt x="635381" y="110870"/>
                </a:lnTo>
                <a:close/>
              </a:path>
              <a:path w="2886075" h="443864">
                <a:moveTo>
                  <a:pt x="547369" y="98424"/>
                </a:moveTo>
                <a:lnTo>
                  <a:pt x="545464" y="110997"/>
                </a:lnTo>
                <a:lnTo>
                  <a:pt x="595757" y="118109"/>
                </a:lnTo>
                <a:lnTo>
                  <a:pt x="597662" y="105536"/>
                </a:lnTo>
                <a:lnTo>
                  <a:pt x="547369" y="98424"/>
                </a:lnTo>
                <a:close/>
              </a:path>
              <a:path w="2886075" h="443864">
                <a:moveTo>
                  <a:pt x="459358" y="85851"/>
                </a:moveTo>
                <a:lnTo>
                  <a:pt x="457454" y="98424"/>
                </a:lnTo>
                <a:lnTo>
                  <a:pt x="507745" y="105663"/>
                </a:lnTo>
                <a:lnTo>
                  <a:pt x="509650" y="93090"/>
                </a:lnTo>
                <a:lnTo>
                  <a:pt x="459358" y="85851"/>
                </a:lnTo>
                <a:close/>
              </a:path>
              <a:path w="2886075" h="443864">
                <a:moveTo>
                  <a:pt x="371348" y="73405"/>
                </a:moveTo>
                <a:lnTo>
                  <a:pt x="369443" y="85978"/>
                </a:lnTo>
                <a:lnTo>
                  <a:pt x="419734" y="93090"/>
                </a:lnTo>
                <a:lnTo>
                  <a:pt x="421639" y="80517"/>
                </a:lnTo>
                <a:lnTo>
                  <a:pt x="371348" y="73405"/>
                </a:lnTo>
                <a:close/>
              </a:path>
              <a:path w="2886075" h="443864">
                <a:moveTo>
                  <a:pt x="283337" y="60832"/>
                </a:moveTo>
                <a:lnTo>
                  <a:pt x="281431" y="73405"/>
                </a:lnTo>
                <a:lnTo>
                  <a:pt x="331724" y="80517"/>
                </a:lnTo>
                <a:lnTo>
                  <a:pt x="333629" y="67944"/>
                </a:lnTo>
                <a:lnTo>
                  <a:pt x="283337" y="60832"/>
                </a:lnTo>
                <a:close/>
              </a:path>
              <a:path w="2886075" h="443864">
                <a:moveTo>
                  <a:pt x="195199" y="48259"/>
                </a:moveTo>
                <a:lnTo>
                  <a:pt x="193420" y="60832"/>
                </a:lnTo>
                <a:lnTo>
                  <a:pt x="243712" y="68071"/>
                </a:lnTo>
                <a:lnTo>
                  <a:pt x="245618" y="55498"/>
                </a:lnTo>
                <a:lnTo>
                  <a:pt x="195199" y="48259"/>
                </a:lnTo>
                <a:close/>
              </a:path>
              <a:path w="2886075" h="443864">
                <a:moveTo>
                  <a:pt x="107187" y="35813"/>
                </a:moveTo>
                <a:lnTo>
                  <a:pt x="105409" y="48386"/>
                </a:lnTo>
                <a:lnTo>
                  <a:pt x="155701" y="55498"/>
                </a:lnTo>
                <a:lnTo>
                  <a:pt x="157480" y="42925"/>
                </a:lnTo>
                <a:lnTo>
                  <a:pt x="107187" y="35813"/>
                </a:lnTo>
                <a:close/>
              </a:path>
              <a:path w="2886075" h="443864">
                <a:moveTo>
                  <a:pt x="80771" y="0"/>
                </a:moveTo>
                <a:lnTo>
                  <a:pt x="0" y="26923"/>
                </a:lnTo>
                <a:lnTo>
                  <a:pt x="70104" y="75437"/>
                </a:lnTo>
                <a:lnTo>
                  <a:pt x="74701" y="42925"/>
                </a:lnTo>
                <a:lnTo>
                  <a:pt x="67690" y="42925"/>
                </a:lnTo>
                <a:lnTo>
                  <a:pt x="61975" y="42163"/>
                </a:lnTo>
                <a:lnTo>
                  <a:pt x="63754" y="29590"/>
                </a:lnTo>
                <a:lnTo>
                  <a:pt x="76587" y="29590"/>
                </a:lnTo>
                <a:lnTo>
                  <a:pt x="80771" y="0"/>
                </a:lnTo>
                <a:close/>
              </a:path>
              <a:path w="2886075" h="443864">
                <a:moveTo>
                  <a:pt x="63754" y="29590"/>
                </a:moveTo>
                <a:lnTo>
                  <a:pt x="61975" y="42163"/>
                </a:lnTo>
                <a:lnTo>
                  <a:pt x="67690" y="42925"/>
                </a:lnTo>
                <a:lnTo>
                  <a:pt x="69468" y="30352"/>
                </a:lnTo>
                <a:lnTo>
                  <a:pt x="63754" y="29590"/>
                </a:lnTo>
                <a:close/>
              </a:path>
              <a:path w="2886075" h="443864">
                <a:moveTo>
                  <a:pt x="76587" y="29590"/>
                </a:moveTo>
                <a:lnTo>
                  <a:pt x="63754" y="29590"/>
                </a:lnTo>
                <a:lnTo>
                  <a:pt x="69468" y="30352"/>
                </a:lnTo>
                <a:lnTo>
                  <a:pt x="67690" y="42925"/>
                </a:lnTo>
                <a:lnTo>
                  <a:pt x="74701" y="42925"/>
                </a:lnTo>
                <a:lnTo>
                  <a:pt x="76587" y="29590"/>
                </a:lnTo>
                <a:close/>
              </a:path>
            </a:pathLst>
          </a:custGeom>
          <a:solidFill>
            <a:srgbClr val="7999A0"/>
          </a:solidFill>
        </p:spPr>
        <p:txBody>
          <a:bodyPr wrap="square" lIns="0" tIns="0" rIns="0" bIns="0" rtlCol="0"/>
          <a:lstStyle/>
          <a:p>
            <a:endParaRPr/>
          </a:p>
        </p:txBody>
      </p:sp>
      <p:sp>
        <p:nvSpPr>
          <p:cNvPr id="46" name="object 46"/>
          <p:cNvSpPr txBox="1"/>
          <p:nvPr/>
        </p:nvSpPr>
        <p:spPr>
          <a:xfrm>
            <a:off x="4900421" y="3350717"/>
            <a:ext cx="519430" cy="330835"/>
          </a:xfrm>
          <a:prstGeom prst="rect">
            <a:avLst/>
          </a:prstGeom>
        </p:spPr>
        <p:txBody>
          <a:bodyPr vert="horz" wrap="square" lIns="0" tIns="12065" rIns="0" bIns="0" rtlCol="0">
            <a:spAutoFit/>
          </a:bodyPr>
          <a:lstStyle/>
          <a:p>
            <a:pPr marL="27305">
              <a:lnSpc>
                <a:spcPct val="100000"/>
              </a:lnSpc>
              <a:spcBef>
                <a:spcPts val="95"/>
              </a:spcBef>
            </a:pPr>
            <a:r>
              <a:rPr sz="1000" spc="-5" dirty="0">
                <a:solidFill>
                  <a:srgbClr val="006FC0"/>
                </a:solidFill>
                <a:latin typeface="Calibri"/>
                <a:cs typeface="Calibri"/>
              </a:rPr>
              <a:t>6. </a:t>
            </a:r>
            <a:r>
              <a:rPr sz="1000" spc="-10" dirty="0">
                <a:solidFill>
                  <a:srgbClr val="006FC0"/>
                </a:solidFill>
                <a:latin typeface="Calibri"/>
                <a:cs typeface="Calibri"/>
              </a:rPr>
              <a:t>C</a:t>
            </a:r>
            <a:r>
              <a:rPr sz="1000" spc="-5" dirty="0">
                <a:solidFill>
                  <a:srgbClr val="006FC0"/>
                </a:solidFill>
                <a:latin typeface="Calibri"/>
                <a:cs typeface="Calibri"/>
              </a:rPr>
              <a:t>r</a:t>
            </a:r>
            <a:r>
              <a:rPr sz="1000" spc="-15" dirty="0">
                <a:solidFill>
                  <a:srgbClr val="006FC0"/>
                </a:solidFill>
                <a:latin typeface="Calibri"/>
                <a:cs typeface="Calibri"/>
              </a:rPr>
              <a:t>e</a:t>
            </a:r>
            <a:r>
              <a:rPr sz="1000" spc="-5" dirty="0">
                <a:solidFill>
                  <a:srgbClr val="006FC0"/>
                </a:solidFill>
                <a:latin typeface="Calibri"/>
                <a:cs typeface="Calibri"/>
              </a:rPr>
              <a:t>ate</a:t>
            </a:r>
            <a:endParaRPr sz="1000">
              <a:latin typeface="Calibri"/>
              <a:cs typeface="Calibri"/>
            </a:endParaRPr>
          </a:p>
          <a:p>
            <a:pPr marL="12700">
              <a:lnSpc>
                <a:spcPct val="100000"/>
              </a:lnSpc>
              <a:spcBef>
                <a:spcPts val="5"/>
              </a:spcBef>
            </a:pPr>
            <a:r>
              <a:rPr sz="1000" spc="-5" dirty="0">
                <a:solidFill>
                  <a:srgbClr val="006FC0"/>
                </a:solidFill>
                <a:latin typeface="Calibri"/>
                <a:cs typeface="Calibri"/>
              </a:rPr>
              <a:t>container</a:t>
            </a:r>
            <a:endParaRPr sz="1000">
              <a:latin typeface="Calibri"/>
              <a:cs typeface="Calibri"/>
            </a:endParaRPr>
          </a:p>
        </p:txBody>
      </p:sp>
      <p:sp>
        <p:nvSpPr>
          <p:cNvPr id="47" name="object 47"/>
          <p:cNvSpPr txBox="1"/>
          <p:nvPr/>
        </p:nvSpPr>
        <p:spPr>
          <a:xfrm>
            <a:off x="5505069" y="3353815"/>
            <a:ext cx="519430" cy="330200"/>
          </a:xfrm>
          <a:prstGeom prst="rect">
            <a:avLst/>
          </a:prstGeom>
        </p:spPr>
        <p:txBody>
          <a:bodyPr vert="horz" wrap="square" lIns="0" tIns="12065" rIns="0" bIns="0" rtlCol="0">
            <a:spAutoFit/>
          </a:bodyPr>
          <a:lstStyle/>
          <a:p>
            <a:pPr marL="12700" marR="5080" indent="59055">
              <a:lnSpc>
                <a:spcPct val="100000"/>
              </a:lnSpc>
              <a:spcBef>
                <a:spcPts val="95"/>
              </a:spcBef>
            </a:pPr>
            <a:r>
              <a:rPr sz="1000" spc="-5" dirty="0">
                <a:solidFill>
                  <a:srgbClr val="006FC0"/>
                </a:solidFill>
                <a:latin typeface="Calibri"/>
                <a:cs typeface="Calibri"/>
              </a:rPr>
              <a:t>9. Start </a:t>
            </a:r>
            <a:r>
              <a:rPr sz="1000" dirty="0">
                <a:solidFill>
                  <a:srgbClr val="006FC0"/>
                </a:solidFill>
                <a:latin typeface="Calibri"/>
                <a:cs typeface="Calibri"/>
              </a:rPr>
              <a:t> </a:t>
            </a:r>
            <a:r>
              <a:rPr sz="1000" spc="-5" dirty="0">
                <a:solidFill>
                  <a:srgbClr val="006FC0"/>
                </a:solidFill>
                <a:latin typeface="Calibri"/>
                <a:cs typeface="Calibri"/>
              </a:rPr>
              <a:t>co</a:t>
            </a:r>
            <a:r>
              <a:rPr sz="1000" dirty="0">
                <a:solidFill>
                  <a:srgbClr val="006FC0"/>
                </a:solidFill>
                <a:latin typeface="Calibri"/>
                <a:cs typeface="Calibri"/>
              </a:rPr>
              <a:t>n</a:t>
            </a:r>
            <a:r>
              <a:rPr sz="1000" spc="-5" dirty="0">
                <a:solidFill>
                  <a:srgbClr val="006FC0"/>
                </a:solidFill>
                <a:latin typeface="Calibri"/>
                <a:cs typeface="Calibri"/>
              </a:rPr>
              <a:t>tain</a:t>
            </a:r>
            <a:r>
              <a:rPr sz="1000" spc="-10" dirty="0">
                <a:solidFill>
                  <a:srgbClr val="006FC0"/>
                </a:solidFill>
                <a:latin typeface="Calibri"/>
                <a:cs typeface="Calibri"/>
              </a:rPr>
              <a:t>e</a:t>
            </a:r>
            <a:r>
              <a:rPr sz="1000" spc="-5" dirty="0">
                <a:solidFill>
                  <a:srgbClr val="006FC0"/>
                </a:solidFill>
                <a:latin typeface="Calibri"/>
                <a:cs typeface="Calibri"/>
              </a:rPr>
              <a:t>r</a:t>
            </a:r>
            <a:endParaRPr sz="1000">
              <a:latin typeface="Calibri"/>
              <a:cs typeface="Calibri"/>
            </a:endParaRPr>
          </a:p>
        </p:txBody>
      </p:sp>
      <p:sp>
        <p:nvSpPr>
          <p:cNvPr id="48" name="object 48"/>
          <p:cNvSpPr txBox="1"/>
          <p:nvPr/>
        </p:nvSpPr>
        <p:spPr>
          <a:xfrm>
            <a:off x="6435978" y="2409189"/>
            <a:ext cx="678815" cy="391160"/>
          </a:xfrm>
          <a:prstGeom prst="rect">
            <a:avLst/>
          </a:prstGeom>
        </p:spPr>
        <p:txBody>
          <a:bodyPr vert="horz" wrap="square" lIns="0" tIns="12700" rIns="0" bIns="0" rtlCol="0">
            <a:spAutoFit/>
          </a:bodyPr>
          <a:lstStyle/>
          <a:p>
            <a:pPr marL="26034" marR="5080" indent="-13970">
              <a:lnSpc>
                <a:spcPct val="100000"/>
              </a:lnSpc>
              <a:spcBef>
                <a:spcPts val="100"/>
              </a:spcBef>
            </a:pPr>
            <a:r>
              <a:rPr sz="1200" dirty="0">
                <a:solidFill>
                  <a:srgbClr val="006FC0"/>
                </a:solidFill>
                <a:latin typeface="Calibri"/>
                <a:cs typeface="Calibri"/>
              </a:rPr>
              <a:t>8.</a:t>
            </a:r>
            <a:r>
              <a:rPr sz="1200" spc="-60" dirty="0">
                <a:solidFill>
                  <a:srgbClr val="006FC0"/>
                </a:solidFill>
                <a:latin typeface="Calibri"/>
                <a:cs typeface="Calibri"/>
              </a:rPr>
              <a:t> </a:t>
            </a:r>
            <a:r>
              <a:rPr sz="1200" spc="-10" dirty="0">
                <a:solidFill>
                  <a:srgbClr val="006FC0"/>
                </a:solidFill>
                <a:latin typeface="Calibri"/>
                <a:cs typeface="Calibri"/>
              </a:rPr>
              <a:t>Request </a:t>
            </a:r>
            <a:r>
              <a:rPr sz="1200" spc="-254" dirty="0">
                <a:solidFill>
                  <a:srgbClr val="006FC0"/>
                </a:solidFill>
                <a:latin typeface="Calibri"/>
                <a:cs typeface="Calibri"/>
              </a:rPr>
              <a:t> </a:t>
            </a:r>
            <a:r>
              <a:rPr sz="1200" spc="-10" dirty="0">
                <a:solidFill>
                  <a:srgbClr val="006FC0"/>
                </a:solidFill>
                <a:latin typeface="Calibri"/>
                <a:cs typeface="Calibri"/>
              </a:rPr>
              <a:t>Resources</a:t>
            </a:r>
            <a:endParaRPr sz="1200">
              <a:latin typeface="Calibri"/>
              <a:cs typeface="Calibri"/>
            </a:endParaRPr>
          </a:p>
        </p:txBody>
      </p:sp>
      <p:sp>
        <p:nvSpPr>
          <p:cNvPr id="49" name="object 49"/>
          <p:cNvSpPr txBox="1"/>
          <p:nvPr/>
        </p:nvSpPr>
        <p:spPr>
          <a:xfrm>
            <a:off x="3031617" y="3566541"/>
            <a:ext cx="112839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7.</a:t>
            </a:r>
            <a:r>
              <a:rPr sz="1200" spc="-25" dirty="0">
                <a:solidFill>
                  <a:srgbClr val="006FC0"/>
                </a:solidFill>
                <a:latin typeface="Calibri"/>
                <a:cs typeface="Calibri"/>
              </a:rPr>
              <a:t> </a:t>
            </a:r>
            <a:r>
              <a:rPr sz="1200" spc="-5" dirty="0">
                <a:solidFill>
                  <a:srgbClr val="006FC0"/>
                </a:solidFill>
                <a:latin typeface="Calibri"/>
                <a:cs typeface="Calibri"/>
              </a:rPr>
              <a:t>Get</a:t>
            </a:r>
            <a:r>
              <a:rPr sz="1200" spc="-25" dirty="0">
                <a:solidFill>
                  <a:srgbClr val="006FC0"/>
                </a:solidFill>
                <a:latin typeface="Calibri"/>
                <a:cs typeface="Calibri"/>
              </a:rPr>
              <a:t> </a:t>
            </a:r>
            <a:r>
              <a:rPr sz="1200" dirty="0">
                <a:solidFill>
                  <a:srgbClr val="006FC0"/>
                </a:solidFill>
                <a:latin typeface="Calibri"/>
                <a:cs typeface="Calibri"/>
              </a:rPr>
              <a:t>Input</a:t>
            </a:r>
            <a:r>
              <a:rPr sz="1200" spc="-55" dirty="0">
                <a:solidFill>
                  <a:srgbClr val="006FC0"/>
                </a:solidFill>
                <a:latin typeface="Calibri"/>
                <a:cs typeface="Calibri"/>
              </a:rPr>
              <a:t> </a:t>
            </a:r>
            <a:r>
              <a:rPr sz="1200" dirty="0">
                <a:solidFill>
                  <a:srgbClr val="006FC0"/>
                </a:solidFill>
                <a:latin typeface="Calibri"/>
                <a:cs typeface="Calibri"/>
              </a:rPr>
              <a:t>Splits</a:t>
            </a:r>
            <a:endParaRPr sz="1200">
              <a:latin typeface="Calibri"/>
              <a:cs typeface="Calibri"/>
            </a:endParaRPr>
          </a:p>
        </p:txBody>
      </p:sp>
      <p:sp>
        <p:nvSpPr>
          <p:cNvPr id="50" name="object 50"/>
          <p:cNvSpPr txBox="1"/>
          <p:nvPr/>
        </p:nvSpPr>
        <p:spPr>
          <a:xfrm>
            <a:off x="5146040" y="4210913"/>
            <a:ext cx="683895"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D</a:t>
            </a:r>
            <a:r>
              <a:rPr sz="1200" spc="-15" dirty="0">
                <a:solidFill>
                  <a:srgbClr val="006FC0"/>
                </a:solidFill>
                <a:latin typeface="Calibri"/>
                <a:cs typeface="Calibri"/>
              </a:rPr>
              <a:t>a</a:t>
            </a:r>
            <a:r>
              <a:rPr sz="1200" spc="-10" dirty="0">
                <a:solidFill>
                  <a:srgbClr val="006FC0"/>
                </a:solidFill>
                <a:latin typeface="Calibri"/>
                <a:cs typeface="Calibri"/>
              </a:rPr>
              <a:t>t</a:t>
            </a:r>
            <a:r>
              <a:rPr sz="1200" dirty="0">
                <a:solidFill>
                  <a:srgbClr val="006FC0"/>
                </a:solidFill>
                <a:latin typeface="Calibri"/>
                <a:cs typeface="Calibri"/>
              </a:rPr>
              <a:t>a</a:t>
            </a:r>
            <a:r>
              <a:rPr sz="1200" spc="-20" dirty="0">
                <a:solidFill>
                  <a:srgbClr val="006FC0"/>
                </a:solidFill>
                <a:latin typeface="Calibri"/>
                <a:cs typeface="Calibri"/>
              </a:rPr>
              <a:t> </a:t>
            </a:r>
            <a:r>
              <a:rPr sz="1200" dirty="0">
                <a:solidFill>
                  <a:srgbClr val="006FC0"/>
                </a:solidFill>
                <a:latin typeface="Calibri"/>
                <a:cs typeface="Calibri"/>
              </a:rPr>
              <a:t>N</a:t>
            </a:r>
            <a:r>
              <a:rPr sz="1200" spc="5" dirty="0">
                <a:solidFill>
                  <a:srgbClr val="006FC0"/>
                </a:solidFill>
                <a:latin typeface="Calibri"/>
                <a:cs typeface="Calibri"/>
              </a:rPr>
              <a:t>o</a:t>
            </a:r>
            <a:r>
              <a:rPr sz="1200" dirty="0">
                <a:solidFill>
                  <a:srgbClr val="006FC0"/>
                </a:solidFill>
                <a:latin typeface="Calibri"/>
                <a:cs typeface="Calibri"/>
              </a:rPr>
              <a:t>de</a:t>
            </a:r>
            <a:endParaRPr sz="1200">
              <a:latin typeface="Calibri"/>
              <a:cs typeface="Calibri"/>
            </a:endParaRPr>
          </a:p>
        </p:txBody>
      </p:sp>
      <p:grpSp>
        <p:nvGrpSpPr>
          <p:cNvPr id="51" name="object 51"/>
          <p:cNvGrpSpPr/>
          <p:nvPr/>
        </p:nvGrpSpPr>
        <p:grpSpPr>
          <a:xfrm>
            <a:off x="7109269" y="2794825"/>
            <a:ext cx="1270000" cy="1597660"/>
            <a:chOff x="7109269" y="2794825"/>
            <a:chExt cx="1270000" cy="1597660"/>
          </a:xfrm>
        </p:grpSpPr>
        <p:sp>
          <p:nvSpPr>
            <p:cNvPr id="52" name="object 52"/>
            <p:cNvSpPr/>
            <p:nvPr/>
          </p:nvSpPr>
          <p:spPr>
            <a:xfrm>
              <a:off x="7114031" y="2799588"/>
              <a:ext cx="1260475" cy="1576070"/>
            </a:xfrm>
            <a:custGeom>
              <a:avLst/>
              <a:gdLst/>
              <a:ahLst/>
              <a:cxnLst/>
              <a:rect l="l" t="t" r="r" b="b"/>
              <a:pathLst>
                <a:path w="1260475" h="1576070">
                  <a:moveTo>
                    <a:pt x="1050290" y="0"/>
                  </a:moveTo>
                  <a:lnTo>
                    <a:pt x="210058" y="0"/>
                  </a:lnTo>
                  <a:lnTo>
                    <a:pt x="161912" y="5550"/>
                  </a:lnTo>
                  <a:lnTo>
                    <a:pt x="117706" y="21361"/>
                  </a:lnTo>
                  <a:lnTo>
                    <a:pt x="78702" y="46166"/>
                  </a:lnTo>
                  <a:lnTo>
                    <a:pt x="46166" y="78702"/>
                  </a:lnTo>
                  <a:lnTo>
                    <a:pt x="21361" y="117706"/>
                  </a:lnTo>
                  <a:lnTo>
                    <a:pt x="5550" y="161912"/>
                  </a:lnTo>
                  <a:lnTo>
                    <a:pt x="0" y="210057"/>
                  </a:lnTo>
                  <a:lnTo>
                    <a:pt x="0" y="1365758"/>
                  </a:lnTo>
                  <a:lnTo>
                    <a:pt x="5550" y="1413923"/>
                  </a:lnTo>
                  <a:lnTo>
                    <a:pt x="21361" y="1458137"/>
                  </a:lnTo>
                  <a:lnTo>
                    <a:pt x="46166" y="1497139"/>
                  </a:lnTo>
                  <a:lnTo>
                    <a:pt x="78702" y="1529669"/>
                  </a:lnTo>
                  <a:lnTo>
                    <a:pt x="117706" y="1554465"/>
                  </a:lnTo>
                  <a:lnTo>
                    <a:pt x="161912" y="1570268"/>
                  </a:lnTo>
                  <a:lnTo>
                    <a:pt x="210058" y="1575816"/>
                  </a:lnTo>
                  <a:lnTo>
                    <a:pt x="1050290" y="1575816"/>
                  </a:lnTo>
                  <a:lnTo>
                    <a:pt x="1098435" y="1570268"/>
                  </a:lnTo>
                  <a:lnTo>
                    <a:pt x="1142641" y="1554465"/>
                  </a:lnTo>
                  <a:lnTo>
                    <a:pt x="1181645" y="1529669"/>
                  </a:lnTo>
                  <a:lnTo>
                    <a:pt x="1214181" y="1497139"/>
                  </a:lnTo>
                  <a:lnTo>
                    <a:pt x="1238986" y="1458137"/>
                  </a:lnTo>
                  <a:lnTo>
                    <a:pt x="1254797" y="1413923"/>
                  </a:lnTo>
                  <a:lnTo>
                    <a:pt x="1260348" y="1365758"/>
                  </a:lnTo>
                  <a:lnTo>
                    <a:pt x="1260348" y="210057"/>
                  </a:lnTo>
                  <a:lnTo>
                    <a:pt x="1254797" y="161912"/>
                  </a:lnTo>
                  <a:lnTo>
                    <a:pt x="1238986" y="117706"/>
                  </a:lnTo>
                  <a:lnTo>
                    <a:pt x="1214181" y="78702"/>
                  </a:lnTo>
                  <a:lnTo>
                    <a:pt x="1181645" y="46166"/>
                  </a:lnTo>
                  <a:lnTo>
                    <a:pt x="1142641" y="21361"/>
                  </a:lnTo>
                  <a:lnTo>
                    <a:pt x="1098435" y="5550"/>
                  </a:lnTo>
                  <a:lnTo>
                    <a:pt x="1050290" y="0"/>
                  </a:lnTo>
                  <a:close/>
                </a:path>
              </a:pathLst>
            </a:custGeom>
            <a:solidFill>
              <a:srgbClr val="FFFFFF"/>
            </a:solidFill>
          </p:spPr>
          <p:txBody>
            <a:bodyPr wrap="square" lIns="0" tIns="0" rIns="0" bIns="0" rtlCol="0"/>
            <a:lstStyle/>
            <a:p>
              <a:endParaRPr/>
            </a:p>
          </p:txBody>
        </p:sp>
        <p:sp>
          <p:nvSpPr>
            <p:cNvPr id="53" name="object 53"/>
            <p:cNvSpPr/>
            <p:nvPr/>
          </p:nvSpPr>
          <p:spPr>
            <a:xfrm>
              <a:off x="7114031" y="2799588"/>
              <a:ext cx="1260475" cy="1576070"/>
            </a:xfrm>
            <a:custGeom>
              <a:avLst/>
              <a:gdLst/>
              <a:ahLst/>
              <a:cxnLst/>
              <a:rect l="l" t="t" r="r" b="b"/>
              <a:pathLst>
                <a:path w="1260475" h="1576070">
                  <a:moveTo>
                    <a:pt x="0" y="210057"/>
                  </a:moveTo>
                  <a:lnTo>
                    <a:pt x="5550" y="161912"/>
                  </a:lnTo>
                  <a:lnTo>
                    <a:pt x="21361" y="117706"/>
                  </a:lnTo>
                  <a:lnTo>
                    <a:pt x="46166" y="78702"/>
                  </a:lnTo>
                  <a:lnTo>
                    <a:pt x="78702" y="46166"/>
                  </a:lnTo>
                  <a:lnTo>
                    <a:pt x="117706" y="21361"/>
                  </a:lnTo>
                  <a:lnTo>
                    <a:pt x="161912" y="5550"/>
                  </a:lnTo>
                  <a:lnTo>
                    <a:pt x="210058" y="0"/>
                  </a:lnTo>
                  <a:lnTo>
                    <a:pt x="1050290" y="0"/>
                  </a:lnTo>
                  <a:lnTo>
                    <a:pt x="1098435" y="5550"/>
                  </a:lnTo>
                  <a:lnTo>
                    <a:pt x="1142641" y="21361"/>
                  </a:lnTo>
                  <a:lnTo>
                    <a:pt x="1181645" y="46166"/>
                  </a:lnTo>
                  <a:lnTo>
                    <a:pt x="1214181" y="78702"/>
                  </a:lnTo>
                  <a:lnTo>
                    <a:pt x="1238986" y="117706"/>
                  </a:lnTo>
                  <a:lnTo>
                    <a:pt x="1254797" y="161912"/>
                  </a:lnTo>
                  <a:lnTo>
                    <a:pt x="1260348" y="210057"/>
                  </a:lnTo>
                  <a:lnTo>
                    <a:pt x="1260348" y="1365758"/>
                  </a:lnTo>
                  <a:lnTo>
                    <a:pt x="1254797" y="1413923"/>
                  </a:lnTo>
                  <a:lnTo>
                    <a:pt x="1238986" y="1458137"/>
                  </a:lnTo>
                  <a:lnTo>
                    <a:pt x="1214181" y="1497139"/>
                  </a:lnTo>
                  <a:lnTo>
                    <a:pt x="1181645" y="1529669"/>
                  </a:lnTo>
                  <a:lnTo>
                    <a:pt x="1142641" y="1554465"/>
                  </a:lnTo>
                  <a:lnTo>
                    <a:pt x="1098435" y="1570268"/>
                  </a:lnTo>
                  <a:lnTo>
                    <a:pt x="1050290" y="1575816"/>
                  </a:lnTo>
                  <a:lnTo>
                    <a:pt x="210058" y="1575816"/>
                  </a:lnTo>
                  <a:lnTo>
                    <a:pt x="161912" y="1570268"/>
                  </a:lnTo>
                  <a:lnTo>
                    <a:pt x="117706" y="1554465"/>
                  </a:lnTo>
                  <a:lnTo>
                    <a:pt x="78702" y="1529669"/>
                  </a:lnTo>
                  <a:lnTo>
                    <a:pt x="46166" y="1497139"/>
                  </a:lnTo>
                  <a:lnTo>
                    <a:pt x="21361" y="1458137"/>
                  </a:lnTo>
                  <a:lnTo>
                    <a:pt x="5550" y="1413923"/>
                  </a:lnTo>
                  <a:lnTo>
                    <a:pt x="0" y="1365758"/>
                  </a:lnTo>
                  <a:lnTo>
                    <a:pt x="0" y="210057"/>
                  </a:lnTo>
                  <a:close/>
                </a:path>
              </a:pathLst>
            </a:custGeom>
            <a:ln w="9144">
              <a:solidFill>
                <a:srgbClr val="5F5F5F"/>
              </a:solidFill>
            </a:ln>
          </p:spPr>
          <p:txBody>
            <a:bodyPr wrap="square" lIns="0" tIns="0" rIns="0" bIns="0" rtlCol="0"/>
            <a:lstStyle/>
            <a:p>
              <a:endParaRPr/>
            </a:p>
          </p:txBody>
        </p:sp>
        <p:pic>
          <p:nvPicPr>
            <p:cNvPr id="54" name="object 54"/>
            <p:cNvPicPr/>
            <p:nvPr/>
          </p:nvPicPr>
          <p:blipFill>
            <a:blip r:embed="rId8" cstate="print"/>
            <a:stretch>
              <a:fillRect/>
            </a:stretch>
          </p:blipFill>
          <p:spPr>
            <a:xfrm>
              <a:off x="7245095" y="3770376"/>
              <a:ext cx="1028700" cy="621830"/>
            </a:xfrm>
            <a:prstGeom prst="rect">
              <a:avLst/>
            </a:prstGeom>
          </p:spPr>
        </p:pic>
        <p:sp>
          <p:nvSpPr>
            <p:cNvPr id="55" name="object 55"/>
            <p:cNvSpPr/>
            <p:nvPr/>
          </p:nvSpPr>
          <p:spPr>
            <a:xfrm>
              <a:off x="7290815" y="3796284"/>
              <a:ext cx="942340" cy="535305"/>
            </a:xfrm>
            <a:custGeom>
              <a:avLst/>
              <a:gdLst/>
              <a:ahLst/>
              <a:cxnLst/>
              <a:rect l="l" t="t" r="r" b="b"/>
              <a:pathLst>
                <a:path w="942340" h="535304">
                  <a:moveTo>
                    <a:pt x="470915" y="0"/>
                  </a:moveTo>
                  <a:lnTo>
                    <a:pt x="411842" y="2083"/>
                  </a:lnTo>
                  <a:lnTo>
                    <a:pt x="354958" y="8168"/>
                  </a:lnTo>
                  <a:lnTo>
                    <a:pt x="300707" y="18003"/>
                  </a:lnTo>
                  <a:lnTo>
                    <a:pt x="249528" y="31337"/>
                  </a:lnTo>
                  <a:lnTo>
                    <a:pt x="201864" y="47920"/>
                  </a:lnTo>
                  <a:lnTo>
                    <a:pt x="158155" y="67501"/>
                  </a:lnTo>
                  <a:lnTo>
                    <a:pt x="118842" y="89830"/>
                  </a:lnTo>
                  <a:lnTo>
                    <a:pt x="84368" y="114655"/>
                  </a:lnTo>
                  <a:lnTo>
                    <a:pt x="55171" y="141727"/>
                  </a:lnTo>
                  <a:lnTo>
                    <a:pt x="14381" y="201606"/>
                  </a:lnTo>
                  <a:lnTo>
                    <a:pt x="0" y="267461"/>
                  </a:lnTo>
                  <a:lnTo>
                    <a:pt x="3668" y="301011"/>
                  </a:lnTo>
                  <a:lnTo>
                    <a:pt x="31696" y="364129"/>
                  </a:lnTo>
                  <a:lnTo>
                    <a:pt x="84368" y="420268"/>
                  </a:lnTo>
                  <a:lnTo>
                    <a:pt x="118842" y="445093"/>
                  </a:lnTo>
                  <a:lnTo>
                    <a:pt x="158155" y="467422"/>
                  </a:lnTo>
                  <a:lnTo>
                    <a:pt x="201864" y="487003"/>
                  </a:lnTo>
                  <a:lnTo>
                    <a:pt x="249528" y="503586"/>
                  </a:lnTo>
                  <a:lnTo>
                    <a:pt x="300707" y="516920"/>
                  </a:lnTo>
                  <a:lnTo>
                    <a:pt x="354958" y="526755"/>
                  </a:lnTo>
                  <a:lnTo>
                    <a:pt x="411842" y="532840"/>
                  </a:lnTo>
                  <a:lnTo>
                    <a:pt x="470915" y="534923"/>
                  </a:lnTo>
                  <a:lnTo>
                    <a:pt x="529989" y="532840"/>
                  </a:lnTo>
                  <a:lnTo>
                    <a:pt x="586873" y="526755"/>
                  </a:lnTo>
                  <a:lnTo>
                    <a:pt x="641124" y="516920"/>
                  </a:lnTo>
                  <a:lnTo>
                    <a:pt x="692303" y="503586"/>
                  </a:lnTo>
                  <a:lnTo>
                    <a:pt x="739967" y="487003"/>
                  </a:lnTo>
                  <a:lnTo>
                    <a:pt x="783676" y="467422"/>
                  </a:lnTo>
                  <a:lnTo>
                    <a:pt x="822989" y="445093"/>
                  </a:lnTo>
                  <a:lnTo>
                    <a:pt x="857463" y="420268"/>
                  </a:lnTo>
                  <a:lnTo>
                    <a:pt x="886660" y="393196"/>
                  </a:lnTo>
                  <a:lnTo>
                    <a:pt x="927450" y="333317"/>
                  </a:lnTo>
                  <a:lnTo>
                    <a:pt x="941831" y="267461"/>
                  </a:lnTo>
                  <a:lnTo>
                    <a:pt x="938163" y="233912"/>
                  </a:lnTo>
                  <a:lnTo>
                    <a:pt x="910135" y="170794"/>
                  </a:lnTo>
                  <a:lnTo>
                    <a:pt x="857463" y="114655"/>
                  </a:lnTo>
                  <a:lnTo>
                    <a:pt x="822989" y="89830"/>
                  </a:lnTo>
                  <a:lnTo>
                    <a:pt x="783676" y="67501"/>
                  </a:lnTo>
                  <a:lnTo>
                    <a:pt x="739967" y="47920"/>
                  </a:lnTo>
                  <a:lnTo>
                    <a:pt x="692303" y="31337"/>
                  </a:lnTo>
                  <a:lnTo>
                    <a:pt x="641124" y="18003"/>
                  </a:lnTo>
                  <a:lnTo>
                    <a:pt x="586873" y="8168"/>
                  </a:lnTo>
                  <a:lnTo>
                    <a:pt x="529989" y="2083"/>
                  </a:lnTo>
                  <a:lnTo>
                    <a:pt x="470915" y="0"/>
                  </a:lnTo>
                  <a:close/>
                </a:path>
              </a:pathLst>
            </a:custGeom>
            <a:solidFill>
              <a:srgbClr val="F19C13"/>
            </a:solidFill>
          </p:spPr>
          <p:txBody>
            <a:bodyPr wrap="square" lIns="0" tIns="0" rIns="0" bIns="0" rtlCol="0"/>
            <a:lstStyle/>
            <a:p>
              <a:endParaRPr/>
            </a:p>
          </p:txBody>
        </p:sp>
        <p:sp>
          <p:nvSpPr>
            <p:cNvPr id="56" name="object 56"/>
            <p:cNvSpPr/>
            <p:nvPr/>
          </p:nvSpPr>
          <p:spPr>
            <a:xfrm>
              <a:off x="7290815" y="3796284"/>
              <a:ext cx="942340" cy="535305"/>
            </a:xfrm>
            <a:custGeom>
              <a:avLst/>
              <a:gdLst/>
              <a:ahLst/>
              <a:cxnLst/>
              <a:rect l="l" t="t" r="r" b="b"/>
              <a:pathLst>
                <a:path w="942340" h="535304">
                  <a:moveTo>
                    <a:pt x="0" y="267461"/>
                  </a:moveTo>
                  <a:lnTo>
                    <a:pt x="14381" y="201606"/>
                  </a:lnTo>
                  <a:lnTo>
                    <a:pt x="55171" y="141727"/>
                  </a:lnTo>
                  <a:lnTo>
                    <a:pt x="84368" y="114655"/>
                  </a:lnTo>
                  <a:lnTo>
                    <a:pt x="118842" y="89830"/>
                  </a:lnTo>
                  <a:lnTo>
                    <a:pt x="158155" y="67501"/>
                  </a:lnTo>
                  <a:lnTo>
                    <a:pt x="201864" y="47920"/>
                  </a:lnTo>
                  <a:lnTo>
                    <a:pt x="249528" y="31337"/>
                  </a:lnTo>
                  <a:lnTo>
                    <a:pt x="300707" y="18003"/>
                  </a:lnTo>
                  <a:lnTo>
                    <a:pt x="354958" y="8168"/>
                  </a:lnTo>
                  <a:lnTo>
                    <a:pt x="411842" y="2083"/>
                  </a:lnTo>
                  <a:lnTo>
                    <a:pt x="470915" y="0"/>
                  </a:lnTo>
                  <a:lnTo>
                    <a:pt x="529989" y="2083"/>
                  </a:lnTo>
                  <a:lnTo>
                    <a:pt x="586873" y="8168"/>
                  </a:lnTo>
                  <a:lnTo>
                    <a:pt x="641124" y="18003"/>
                  </a:lnTo>
                  <a:lnTo>
                    <a:pt x="692303" y="31337"/>
                  </a:lnTo>
                  <a:lnTo>
                    <a:pt x="739967" y="47920"/>
                  </a:lnTo>
                  <a:lnTo>
                    <a:pt x="783676" y="67501"/>
                  </a:lnTo>
                  <a:lnTo>
                    <a:pt x="822989" y="89830"/>
                  </a:lnTo>
                  <a:lnTo>
                    <a:pt x="857463" y="114655"/>
                  </a:lnTo>
                  <a:lnTo>
                    <a:pt x="886660" y="141727"/>
                  </a:lnTo>
                  <a:lnTo>
                    <a:pt x="927450" y="201606"/>
                  </a:lnTo>
                  <a:lnTo>
                    <a:pt x="941831" y="267461"/>
                  </a:lnTo>
                  <a:lnTo>
                    <a:pt x="938163" y="301011"/>
                  </a:lnTo>
                  <a:lnTo>
                    <a:pt x="910135" y="364129"/>
                  </a:lnTo>
                  <a:lnTo>
                    <a:pt x="857463" y="420268"/>
                  </a:lnTo>
                  <a:lnTo>
                    <a:pt x="822989" y="445093"/>
                  </a:lnTo>
                  <a:lnTo>
                    <a:pt x="783676" y="467422"/>
                  </a:lnTo>
                  <a:lnTo>
                    <a:pt x="739967" y="487003"/>
                  </a:lnTo>
                  <a:lnTo>
                    <a:pt x="692303" y="503586"/>
                  </a:lnTo>
                  <a:lnTo>
                    <a:pt x="641124" y="516920"/>
                  </a:lnTo>
                  <a:lnTo>
                    <a:pt x="586873" y="526755"/>
                  </a:lnTo>
                  <a:lnTo>
                    <a:pt x="529989" y="532840"/>
                  </a:lnTo>
                  <a:lnTo>
                    <a:pt x="470915" y="534923"/>
                  </a:lnTo>
                  <a:lnTo>
                    <a:pt x="411842" y="532840"/>
                  </a:lnTo>
                  <a:lnTo>
                    <a:pt x="354958" y="526755"/>
                  </a:lnTo>
                  <a:lnTo>
                    <a:pt x="300707" y="516920"/>
                  </a:lnTo>
                  <a:lnTo>
                    <a:pt x="249528" y="503586"/>
                  </a:lnTo>
                  <a:lnTo>
                    <a:pt x="201864" y="487003"/>
                  </a:lnTo>
                  <a:lnTo>
                    <a:pt x="158155" y="467422"/>
                  </a:lnTo>
                  <a:lnTo>
                    <a:pt x="118842" y="445093"/>
                  </a:lnTo>
                  <a:lnTo>
                    <a:pt x="84368" y="420268"/>
                  </a:lnTo>
                  <a:lnTo>
                    <a:pt x="55171" y="393196"/>
                  </a:lnTo>
                  <a:lnTo>
                    <a:pt x="14381" y="333317"/>
                  </a:lnTo>
                  <a:lnTo>
                    <a:pt x="0" y="267461"/>
                  </a:lnTo>
                  <a:close/>
                </a:path>
              </a:pathLst>
            </a:custGeom>
            <a:ln w="6096">
              <a:solidFill>
                <a:srgbClr val="FFFFFF"/>
              </a:solidFill>
            </a:ln>
          </p:spPr>
          <p:txBody>
            <a:bodyPr wrap="square" lIns="0" tIns="0" rIns="0" bIns="0" rtlCol="0"/>
            <a:lstStyle/>
            <a:p>
              <a:endParaRPr/>
            </a:p>
          </p:txBody>
        </p:sp>
        <p:sp>
          <p:nvSpPr>
            <p:cNvPr id="57" name="object 57"/>
            <p:cNvSpPr/>
            <p:nvPr/>
          </p:nvSpPr>
          <p:spPr>
            <a:xfrm>
              <a:off x="7728203" y="3383280"/>
              <a:ext cx="76200" cy="415290"/>
            </a:xfrm>
            <a:custGeom>
              <a:avLst/>
              <a:gdLst/>
              <a:ahLst/>
              <a:cxnLst/>
              <a:rect l="l" t="t" r="r" b="b"/>
              <a:pathLst>
                <a:path w="76200" h="415289">
                  <a:moveTo>
                    <a:pt x="31750" y="338582"/>
                  </a:moveTo>
                  <a:lnTo>
                    <a:pt x="0" y="338582"/>
                  </a:lnTo>
                  <a:lnTo>
                    <a:pt x="38100" y="414782"/>
                  </a:lnTo>
                  <a:lnTo>
                    <a:pt x="69850" y="351282"/>
                  </a:lnTo>
                  <a:lnTo>
                    <a:pt x="31750" y="351282"/>
                  </a:lnTo>
                  <a:lnTo>
                    <a:pt x="31750" y="338582"/>
                  </a:lnTo>
                  <a:close/>
                </a:path>
                <a:path w="76200" h="415289">
                  <a:moveTo>
                    <a:pt x="44450" y="0"/>
                  </a:moveTo>
                  <a:lnTo>
                    <a:pt x="31750" y="0"/>
                  </a:lnTo>
                  <a:lnTo>
                    <a:pt x="31750" y="351282"/>
                  </a:lnTo>
                  <a:lnTo>
                    <a:pt x="44450" y="351282"/>
                  </a:lnTo>
                  <a:lnTo>
                    <a:pt x="44450" y="0"/>
                  </a:lnTo>
                  <a:close/>
                </a:path>
                <a:path w="76200" h="415289">
                  <a:moveTo>
                    <a:pt x="76200" y="338582"/>
                  </a:moveTo>
                  <a:lnTo>
                    <a:pt x="44450" y="338582"/>
                  </a:lnTo>
                  <a:lnTo>
                    <a:pt x="44450" y="351282"/>
                  </a:lnTo>
                  <a:lnTo>
                    <a:pt x="69850" y="351282"/>
                  </a:lnTo>
                  <a:lnTo>
                    <a:pt x="76200" y="338582"/>
                  </a:lnTo>
                  <a:close/>
                </a:path>
              </a:pathLst>
            </a:custGeom>
            <a:solidFill>
              <a:srgbClr val="006FC0"/>
            </a:solidFill>
          </p:spPr>
          <p:txBody>
            <a:bodyPr wrap="square" lIns="0" tIns="0" rIns="0" bIns="0" rtlCol="0"/>
            <a:lstStyle/>
            <a:p>
              <a:endParaRPr/>
            </a:p>
          </p:txBody>
        </p:sp>
        <p:pic>
          <p:nvPicPr>
            <p:cNvPr id="58" name="object 58"/>
            <p:cNvPicPr/>
            <p:nvPr/>
          </p:nvPicPr>
          <p:blipFill>
            <a:blip r:embed="rId9" cstate="print"/>
            <a:stretch>
              <a:fillRect/>
            </a:stretch>
          </p:blipFill>
          <p:spPr>
            <a:xfrm>
              <a:off x="7240523" y="3002241"/>
              <a:ext cx="1027176" cy="621830"/>
            </a:xfrm>
            <a:prstGeom prst="rect">
              <a:avLst/>
            </a:prstGeom>
          </p:spPr>
        </p:pic>
        <p:sp>
          <p:nvSpPr>
            <p:cNvPr id="59" name="object 59"/>
            <p:cNvSpPr/>
            <p:nvPr/>
          </p:nvSpPr>
          <p:spPr>
            <a:xfrm>
              <a:off x="7286243" y="3028188"/>
              <a:ext cx="940435" cy="535305"/>
            </a:xfrm>
            <a:custGeom>
              <a:avLst/>
              <a:gdLst/>
              <a:ahLst/>
              <a:cxnLst/>
              <a:rect l="l" t="t" r="r" b="b"/>
              <a:pathLst>
                <a:path w="940434" h="535304">
                  <a:moveTo>
                    <a:pt x="470153" y="0"/>
                  </a:moveTo>
                  <a:lnTo>
                    <a:pt x="411167" y="2084"/>
                  </a:lnTo>
                  <a:lnTo>
                    <a:pt x="354371" y="8169"/>
                  </a:lnTo>
                  <a:lnTo>
                    <a:pt x="300204" y="18004"/>
                  </a:lnTo>
                  <a:lnTo>
                    <a:pt x="249107" y="31340"/>
                  </a:lnTo>
                  <a:lnTo>
                    <a:pt x="201520" y="47924"/>
                  </a:lnTo>
                  <a:lnTo>
                    <a:pt x="157883" y="67506"/>
                  </a:lnTo>
                  <a:lnTo>
                    <a:pt x="118636" y="89835"/>
                  </a:lnTo>
                  <a:lnTo>
                    <a:pt x="84220" y="114661"/>
                  </a:lnTo>
                  <a:lnTo>
                    <a:pt x="55074" y="141733"/>
                  </a:lnTo>
                  <a:lnTo>
                    <a:pt x="14355" y="201610"/>
                  </a:lnTo>
                  <a:lnTo>
                    <a:pt x="0" y="267462"/>
                  </a:lnTo>
                  <a:lnTo>
                    <a:pt x="3662" y="301009"/>
                  </a:lnTo>
                  <a:lnTo>
                    <a:pt x="31639" y="364124"/>
                  </a:lnTo>
                  <a:lnTo>
                    <a:pt x="84220" y="420262"/>
                  </a:lnTo>
                  <a:lnTo>
                    <a:pt x="118636" y="445088"/>
                  </a:lnTo>
                  <a:lnTo>
                    <a:pt x="157883" y="467417"/>
                  </a:lnTo>
                  <a:lnTo>
                    <a:pt x="201520" y="486999"/>
                  </a:lnTo>
                  <a:lnTo>
                    <a:pt x="249107" y="503583"/>
                  </a:lnTo>
                  <a:lnTo>
                    <a:pt x="300204" y="516919"/>
                  </a:lnTo>
                  <a:lnTo>
                    <a:pt x="354371" y="526754"/>
                  </a:lnTo>
                  <a:lnTo>
                    <a:pt x="411167" y="532839"/>
                  </a:lnTo>
                  <a:lnTo>
                    <a:pt x="470153" y="534924"/>
                  </a:lnTo>
                  <a:lnTo>
                    <a:pt x="529140" y="532839"/>
                  </a:lnTo>
                  <a:lnTo>
                    <a:pt x="585936" y="526754"/>
                  </a:lnTo>
                  <a:lnTo>
                    <a:pt x="640103" y="516919"/>
                  </a:lnTo>
                  <a:lnTo>
                    <a:pt x="691200" y="503583"/>
                  </a:lnTo>
                  <a:lnTo>
                    <a:pt x="738787" y="486999"/>
                  </a:lnTo>
                  <a:lnTo>
                    <a:pt x="782424" y="467417"/>
                  </a:lnTo>
                  <a:lnTo>
                    <a:pt x="821671" y="445088"/>
                  </a:lnTo>
                  <a:lnTo>
                    <a:pt x="856087" y="420262"/>
                  </a:lnTo>
                  <a:lnTo>
                    <a:pt x="885233" y="393190"/>
                  </a:lnTo>
                  <a:lnTo>
                    <a:pt x="925952" y="333313"/>
                  </a:lnTo>
                  <a:lnTo>
                    <a:pt x="940307" y="267462"/>
                  </a:lnTo>
                  <a:lnTo>
                    <a:pt x="936645" y="233914"/>
                  </a:lnTo>
                  <a:lnTo>
                    <a:pt x="908668" y="170799"/>
                  </a:lnTo>
                  <a:lnTo>
                    <a:pt x="856087" y="114661"/>
                  </a:lnTo>
                  <a:lnTo>
                    <a:pt x="821671" y="89835"/>
                  </a:lnTo>
                  <a:lnTo>
                    <a:pt x="782424" y="67506"/>
                  </a:lnTo>
                  <a:lnTo>
                    <a:pt x="738787" y="47924"/>
                  </a:lnTo>
                  <a:lnTo>
                    <a:pt x="691200" y="31340"/>
                  </a:lnTo>
                  <a:lnTo>
                    <a:pt x="640103" y="18004"/>
                  </a:lnTo>
                  <a:lnTo>
                    <a:pt x="585936" y="8169"/>
                  </a:lnTo>
                  <a:lnTo>
                    <a:pt x="529140" y="2084"/>
                  </a:lnTo>
                  <a:lnTo>
                    <a:pt x="470153" y="0"/>
                  </a:lnTo>
                  <a:close/>
                </a:path>
              </a:pathLst>
            </a:custGeom>
            <a:solidFill>
              <a:srgbClr val="F19C13"/>
            </a:solidFill>
          </p:spPr>
          <p:txBody>
            <a:bodyPr wrap="square" lIns="0" tIns="0" rIns="0" bIns="0" rtlCol="0"/>
            <a:lstStyle/>
            <a:p>
              <a:endParaRPr/>
            </a:p>
          </p:txBody>
        </p:sp>
        <p:sp>
          <p:nvSpPr>
            <p:cNvPr id="60" name="object 60"/>
            <p:cNvSpPr/>
            <p:nvPr/>
          </p:nvSpPr>
          <p:spPr>
            <a:xfrm>
              <a:off x="7286243" y="3028188"/>
              <a:ext cx="940435" cy="535305"/>
            </a:xfrm>
            <a:custGeom>
              <a:avLst/>
              <a:gdLst/>
              <a:ahLst/>
              <a:cxnLst/>
              <a:rect l="l" t="t" r="r" b="b"/>
              <a:pathLst>
                <a:path w="940434" h="535304">
                  <a:moveTo>
                    <a:pt x="0" y="267462"/>
                  </a:moveTo>
                  <a:lnTo>
                    <a:pt x="14355" y="201610"/>
                  </a:lnTo>
                  <a:lnTo>
                    <a:pt x="55074" y="141733"/>
                  </a:lnTo>
                  <a:lnTo>
                    <a:pt x="84220" y="114661"/>
                  </a:lnTo>
                  <a:lnTo>
                    <a:pt x="118636" y="89835"/>
                  </a:lnTo>
                  <a:lnTo>
                    <a:pt x="157883" y="67506"/>
                  </a:lnTo>
                  <a:lnTo>
                    <a:pt x="201520" y="47924"/>
                  </a:lnTo>
                  <a:lnTo>
                    <a:pt x="249107" y="31340"/>
                  </a:lnTo>
                  <a:lnTo>
                    <a:pt x="300204" y="18004"/>
                  </a:lnTo>
                  <a:lnTo>
                    <a:pt x="354371" y="8169"/>
                  </a:lnTo>
                  <a:lnTo>
                    <a:pt x="411167" y="2084"/>
                  </a:lnTo>
                  <a:lnTo>
                    <a:pt x="470153" y="0"/>
                  </a:lnTo>
                  <a:lnTo>
                    <a:pt x="529140" y="2084"/>
                  </a:lnTo>
                  <a:lnTo>
                    <a:pt x="585936" y="8169"/>
                  </a:lnTo>
                  <a:lnTo>
                    <a:pt x="640103" y="18004"/>
                  </a:lnTo>
                  <a:lnTo>
                    <a:pt x="691200" y="31340"/>
                  </a:lnTo>
                  <a:lnTo>
                    <a:pt x="738787" y="47924"/>
                  </a:lnTo>
                  <a:lnTo>
                    <a:pt x="782424" y="67506"/>
                  </a:lnTo>
                  <a:lnTo>
                    <a:pt x="821671" y="89835"/>
                  </a:lnTo>
                  <a:lnTo>
                    <a:pt x="856087" y="114661"/>
                  </a:lnTo>
                  <a:lnTo>
                    <a:pt x="885233" y="141733"/>
                  </a:lnTo>
                  <a:lnTo>
                    <a:pt x="925952" y="201610"/>
                  </a:lnTo>
                  <a:lnTo>
                    <a:pt x="940307" y="267462"/>
                  </a:lnTo>
                  <a:lnTo>
                    <a:pt x="936645" y="301009"/>
                  </a:lnTo>
                  <a:lnTo>
                    <a:pt x="908668" y="364124"/>
                  </a:lnTo>
                  <a:lnTo>
                    <a:pt x="856087" y="420262"/>
                  </a:lnTo>
                  <a:lnTo>
                    <a:pt x="821671" y="445088"/>
                  </a:lnTo>
                  <a:lnTo>
                    <a:pt x="782424" y="467417"/>
                  </a:lnTo>
                  <a:lnTo>
                    <a:pt x="738787" y="486999"/>
                  </a:lnTo>
                  <a:lnTo>
                    <a:pt x="691200" y="503583"/>
                  </a:lnTo>
                  <a:lnTo>
                    <a:pt x="640103" y="516919"/>
                  </a:lnTo>
                  <a:lnTo>
                    <a:pt x="585936" y="526754"/>
                  </a:lnTo>
                  <a:lnTo>
                    <a:pt x="529140" y="532839"/>
                  </a:lnTo>
                  <a:lnTo>
                    <a:pt x="470153" y="534924"/>
                  </a:lnTo>
                  <a:lnTo>
                    <a:pt x="411167" y="532839"/>
                  </a:lnTo>
                  <a:lnTo>
                    <a:pt x="354371" y="526754"/>
                  </a:lnTo>
                  <a:lnTo>
                    <a:pt x="300204" y="516919"/>
                  </a:lnTo>
                  <a:lnTo>
                    <a:pt x="249107" y="503583"/>
                  </a:lnTo>
                  <a:lnTo>
                    <a:pt x="201520" y="486999"/>
                  </a:lnTo>
                  <a:lnTo>
                    <a:pt x="157883" y="467417"/>
                  </a:lnTo>
                  <a:lnTo>
                    <a:pt x="118636" y="445088"/>
                  </a:lnTo>
                  <a:lnTo>
                    <a:pt x="84220" y="420262"/>
                  </a:lnTo>
                  <a:lnTo>
                    <a:pt x="55074" y="393190"/>
                  </a:lnTo>
                  <a:lnTo>
                    <a:pt x="14355" y="333313"/>
                  </a:lnTo>
                  <a:lnTo>
                    <a:pt x="0" y="267462"/>
                  </a:lnTo>
                  <a:close/>
                </a:path>
              </a:pathLst>
            </a:custGeom>
            <a:ln w="6096">
              <a:solidFill>
                <a:srgbClr val="FFFFFF"/>
              </a:solidFill>
            </a:ln>
          </p:spPr>
          <p:txBody>
            <a:bodyPr wrap="square" lIns="0" tIns="0" rIns="0" bIns="0" rtlCol="0"/>
            <a:lstStyle/>
            <a:p>
              <a:endParaRPr/>
            </a:p>
          </p:txBody>
        </p:sp>
      </p:grpSp>
      <p:sp>
        <p:nvSpPr>
          <p:cNvPr id="61" name="object 61"/>
          <p:cNvSpPr txBox="1"/>
          <p:nvPr/>
        </p:nvSpPr>
        <p:spPr>
          <a:xfrm>
            <a:off x="7457693" y="3194050"/>
            <a:ext cx="608330" cy="208279"/>
          </a:xfrm>
          <a:prstGeom prst="rect">
            <a:avLst/>
          </a:prstGeom>
        </p:spPr>
        <p:txBody>
          <a:bodyPr vert="horz" wrap="square" lIns="0" tIns="12700" rIns="0" bIns="0" rtlCol="0">
            <a:spAutoFit/>
          </a:bodyPr>
          <a:lstStyle/>
          <a:p>
            <a:pPr marL="12700">
              <a:lnSpc>
                <a:spcPct val="100000"/>
              </a:lnSpc>
              <a:spcBef>
                <a:spcPts val="100"/>
              </a:spcBef>
            </a:pPr>
            <a:r>
              <a:rPr sz="1200" spc="-85" dirty="0">
                <a:solidFill>
                  <a:srgbClr val="FFFFFF"/>
                </a:solidFill>
                <a:latin typeface="Calibri"/>
                <a:cs typeface="Calibri"/>
              </a:rPr>
              <a:t>Y</a:t>
            </a:r>
            <a:r>
              <a:rPr sz="1200" dirty="0">
                <a:solidFill>
                  <a:srgbClr val="FFFFFF"/>
                </a:solidFill>
                <a:latin typeface="Calibri"/>
                <a:cs typeface="Calibri"/>
              </a:rPr>
              <a:t>ar</a:t>
            </a:r>
            <a:r>
              <a:rPr sz="1200" spc="5" dirty="0">
                <a:solidFill>
                  <a:srgbClr val="FFFFFF"/>
                </a:solidFill>
                <a:latin typeface="Calibri"/>
                <a:cs typeface="Calibri"/>
              </a:rPr>
              <a:t>n</a:t>
            </a:r>
            <a:r>
              <a:rPr sz="1200" spc="-5" dirty="0">
                <a:solidFill>
                  <a:srgbClr val="FFFFFF"/>
                </a:solidFill>
                <a:latin typeface="Calibri"/>
                <a:cs typeface="Calibri"/>
              </a:rPr>
              <a:t>C</a:t>
            </a:r>
            <a:r>
              <a:rPr sz="1200" dirty="0">
                <a:solidFill>
                  <a:srgbClr val="FFFFFF"/>
                </a:solidFill>
                <a:latin typeface="Calibri"/>
                <a:cs typeface="Calibri"/>
              </a:rPr>
              <a:t>hild</a:t>
            </a:r>
            <a:endParaRPr sz="1200">
              <a:latin typeface="Calibri"/>
              <a:cs typeface="Calibri"/>
            </a:endParaRPr>
          </a:p>
        </p:txBody>
      </p:sp>
      <p:sp>
        <p:nvSpPr>
          <p:cNvPr id="62" name="object 62"/>
          <p:cNvSpPr txBox="1"/>
          <p:nvPr/>
        </p:nvSpPr>
        <p:spPr>
          <a:xfrm>
            <a:off x="7510653" y="2419299"/>
            <a:ext cx="773430" cy="62039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10.</a:t>
            </a:r>
            <a:r>
              <a:rPr sz="1200" spc="-5" dirty="0">
                <a:solidFill>
                  <a:srgbClr val="006FC0"/>
                </a:solidFill>
                <a:latin typeface="Calibri"/>
                <a:cs typeface="Calibri"/>
              </a:rPr>
              <a:t> C</a:t>
            </a:r>
            <a:r>
              <a:rPr sz="1200" spc="-15" dirty="0">
                <a:solidFill>
                  <a:srgbClr val="006FC0"/>
                </a:solidFill>
                <a:latin typeface="Calibri"/>
                <a:cs typeface="Calibri"/>
              </a:rPr>
              <a:t>r</a:t>
            </a:r>
            <a:r>
              <a:rPr sz="1200" dirty="0">
                <a:solidFill>
                  <a:srgbClr val="006FC0"/>
                </a:solidFill>
                <a:latin typeface="Calibri"/>
                <a:cs typeface="Calibri"/>
              </a:rPr>
              <a:t>e</a:t>
            </a:r>
            <a:r>
              <a:rPr sz="1200" spc="-15" dirty="0">
                <a:solidFill>
                  <a:srgbClr val="006FC0"/>
                </a:solidFill>
                <a:latin typeface="Calibri"/>
                <a:cs typeface="Calibri"/>
              </a:rPr>
              <a:t>a</a:t>
            </a:r>
            <a:r>
              <a:rPr sz="1200" spc="-10" dirty="0">
                <a:solidFill>
                  <a:srgbClr val="006FC0"/>
                </a:solidFill>
                <a:latin typeface="Calibri"/>
                <a:cs typeface="Calibri"/>
              </a:rPr>
              <a:t>t</a:t>
            </a:r>
            <a:r>
              <a:rPr sz="1200" dirty="0">
                <a:solidFill>
                  <a:srgbClr val="006FC0"/>
                </a:solidFill>
                <a:latin typeface="Calibri"/>
                <a:cs typeface="Calibri"/>
              </a:rPr>
              <a:t>e</a:t>
            </a:r>
            <a:endParaRPr sz="1200">
              <a:latin typeface="Calibri"/>
              <a:cs typeface="Calibri"/>
            </a:endParaRPr>
          </a:p>
          <a:p>
            <a:pPr marL="26034">
              <a:lnSpc>
                <a:spcPct val="100000"/>
              </a:lnSpc>
              <a:spcBef>
                <a:spcPts val="5"/>
              </a:spcBef>
            </a:pPr>
            <a:r>
              <a:rPr sz="1200" spc="-5" dirty="0">
                <a:solidFill>
                  <a:srgbClr val="006FC0"/>
                </a:solidFill>
                <a:latin typeface="Calibri"/>
                <a:cs typeface="Calibri"/>
              </a:rPr>
              <a:t>Container</a:t>
            </a:r>
            <a:endParaRPr sz="1200">
              <a:latin typeface="Calibri"/>
              <a:cs typeface="Calibri"/>
            </a:endParaRPr>
          </a:p>
          <a:p>
            <a:pPr marL="194310">
              <a:lnSpc>
                <a:spcPct val="100000"/>
              </a:lnSpc>
              <a:spcBef>
                <a:spcPts val="359"/>
              </a:spcBef>
            </a:pPr>
            <a:r>
              <a:rPr sz="1200" spc="-95" dirty="0">
                <a:solidFill>
                  <a:srgbClr val="5F5F5F"/>
                </a:solidFill>
                <a:latin typeface="Calibri"/>
                <a:cs typeface="Calibri"/>
              </a:rPr>
              <a:t>T</a:t>
            </a:r>
            <a:r>
              <a:rPr sz="1200" dirty="0">
                <a:solidFill>
                  <a:srgbClr val="5F5F5F"/>
                </a:solidFill>
                <a:latin typeface="Calibri"/>
                <a:cs typeface="Calibri"/>
              </a:rPr>
              <a:t>ask</a:t>
            </a:r>
            <a:r>
              <a:rPr sz="1200" spc="5" dirty="0">
                <a:solidFill>
                  <a:srgbClr val="5F5F5F"/>
                </a:solidFill>
                <a:latin typeface="Calibri"/>
                <a:cs typeface="Calibri"/>
              </a:rPr>
              <a:t> </a:t>
            </a:r>
            <a:r>
              <a:rPr sz="1200" dirty="0">
                <a:solidFill>
                  <a:srgbClr val="5F5F5F"/>
                </a:solidFill>
                <a:latin typeface="Calibri"/>
                <a:cs typeface="Calibri"/>
              </a:rPr>
              <a:t>JVM</a:t>
            </a:r>
            <a:endParaRPr sz="1200">
              <a:latin typeface="Calibri"/>
              <a:cs typeface="Calibri"/>
            </a:endParaRPr>
          </a:p>
        </p:txBody>
      </p:sp>
      <p:sp>
        <p:nvSpPr>
          <p:cNvPr id="63" name="object 63"/>
          <p:cNvSpPr txBox="1"/>
          <p:nvPr/>
        </p:nvSpPr>
        <p:spPr>
          <a:xfrm>
            <a:off x="7346695" y="3481832"/>
            <a:ext cx="1019810" cy="806450"/>
          </a:xfrm>
          <a:prstGeom prst="rect">
            <a:avLst/>
          </a:prstGeom>
        </p:spPr>
        <p:txBody>
          <a:bodyPr vert="horz" wrap="square" lIns="0" tIns="13335" rIns="0" bIns="0" rtlCol="0">
            <a:spAutoFit/>
          </a:bodyPr>
          <a:lstStyle/>
          <a:p>
            <a:pPr marL="512445" algn="ctr">
              <a:lnSpc>
                <a:spcPts val="1255"/>
              </a:lnSpc>
              <a:spcBef>
                <a:spcPts val="105"/>
              </a:spcBef>
            </a:pPr>
            <a:r>
              <a:rPr sz="1050" dirty="0">
                <a:solidFill>
                  <a:srgbClr val="006FC0"/>
                </a:solidFill>
                <a:latin typeface="Calibri"/>
                <a:cs typeface="Calibri"/>
              </a:rPr>
              <a:t>12.</a:t>
            </a:r>
            <a:endParaRPr sz="1050">
              <a:latin typeface="Calibri"/>
              <a:cs typeface="Calibri"/>
            </a:endParaRPr>
          </a:p>
          <a:p>
            <a:pPr marL="511175" algn="ctr">
              <a:lnSpc>
                <a:spcPts val="1435"/>
              </a:lnSpc>
            </a:pPr>
            <a:r>
              <a:rPr sz="1200" spc="-10" dirty="0">
                <a:solidFill>
                  <a:srgbClr val="006FC0"/>
                </a:solidFill>
                <a:latin typeface="Calibri"/>
                <a:cs typeface="Calibri"/>
              </a:rPr>
              <a:t>Execute</a:t>
            </a:r>
            <a:endParaRPr sz="1200">
              <a:latin typeface="Calibri"/>
              <a:cs typeface="Calibri"/>
            </a:endParaRPr>
          </a:p>
          <a:p>
            <a:pPr marL="12700" marR="198120" algn="ctr">
              <a:lnSpc>
                <a:spcPct val="100000"/>
              </a:lnSpc>
              <a:spcBef>
                <a:spcPts val="565"/>
              </a:spcBef>
            </a:pPr>
            <a:r>
              <a:rPr sz="1200" dirty="0">
                <a:solidFill>
                  <a:srgbClr val="FFFFFF"/>
                </a:solidFill>
                <a:latin typeface="Calibri"/>
                <a:cs typeface="Calibri"/>
              </a:rPr>
              <a:t>Ma</a:t>
            </a:r>
            <a:r>
              <a:rPr sz="1200" spc="5" dirty="0">
                <a:solidFill>
                  <a:srgbClr val="FFFFFF"/>
                </a:solidFill>
                <a:latin typeface="Calibri"/>
                <a:cs typeface="Calibri"/>
              </a:rPr>
              <a:t>p</a:t>
            </a:r>
            <a:r>
              <a:rPr sz="1200" dirty="0">
                <a:solidFill>
                  <a:srgbClr val="FFFFFF"/>
                </a:solidFill>
                <a:latin typeface="Calibri"/>
                <a:cs typeface="Calibri"/>
              </a:rPr>
              <a:t>/</a:t>
            </a:r>
            <a:r>
              <a:rPr sz="1200" spc="-30" dirty="0">
                <a:solidFill>
                  <a:srgbClr val="FFFFFF"/>
                </a:solidFill>
                <a:latin typeface="Calibri"/>
                <a:cs typeface="Calibri"/>
              </a:rPr>
              <a:t>R</a:t>
            </a:r>
            <a:r>
              <a:rPr sz="1200" dirty="0">
                <a:solidFill>
                  <a:srgbClr val="FFFFFF"/>
                </a:solidFill>
                <a:latin typeface="Calibri"/>
                <a:cs typeface="Calibri"/>
              </a:rPr>
              <a:t>e</a:t>
            </a:r>
            <a:r>
              <a:rPr sz="1200" spc="5" dirty="0">
                <a:solidFill>
                  <a:srgbClr val="FFFFFF"/>
                </a:solidFill>
                <a:latin typeface="Calibri"/>
                <a:cs typeface="Calibri"/>
              </a:rPr>
              <a:t>d</a:t>
            </a:r>
            <a:r>
              <a:rPr sz="1200" dirty="0">
                <a:solidFill>
                  <a:srgbClr val="FFFFFF"/>
                </a:solidFill>
                <a:latin typeface="Calibri"/>
                <a:cs typeface="Calibri"/>
              </a:rPr>
              <a:t>u</a:t>
            </a:r>
            <a:r>
              <a:rPr sz="1200" spc="-5" dirty="0">
                <a:solidFill>
                  <a:srgbClr val="FFFFFF"/>
                </a:solidFill>
                <a:latin typeface="Calibri"/>
                <a:cs typeface="Calibri"/>
              </a:rPr>
              <a:t>c</a:t>
            </a:r>
            <a:r>
              <a:rPr sz="1200" dirty="0">
                <a:solidFill>
                  <a:srgbClr val="FFFFFF"/>
                </a:solidFill>
                <a:latin typeface="Calibri"/>
                <a:cs typeface="Calibri"/>
              </a:rPr>
              <a:t>e  </a:t>
            </a:r>
            <a:r>
              <a:rPr sz="1200" spc="-25" dirty="0">
                <a:solidFill>
                  <a:srgbClr val="FFFFFF"/>
                </a:solidFill>
                <a:latin typeface="Calibri"/>
                <a:cs typeface="Calibri"/>
              </a:rPr>
              <a:t>Task</a:t>
            </a:r>
            <a:endParaRPr sz="1200">
              <a:latin typeface="Calibri"/>
              <a:cs typeface="Calibri"/>
            </a:endParaRPr>
          </a:p>
        </p:txBody>
      </p:sp>
      <p:sp>
        <p:nvSpPr>
          <p:cNvPr id="64" name="object 64"/>
          <p:cNvSpPr/>
          <p:nvPr/>
        </p:nvSpPr>
        <p:spPr>
          <a:xfrm>
            <a:off x="1924812" y="3990631"/>
            <a:ext cx="5342255" cy="688340"/>
          </a:xfrm>
          <a:custGeom>
            <a:avLst/>
            <a:gdLst/>
            <a:ahLst/>
            <a:cxnLst/>
            <a:rect l="l" t="t" r="r" b="b"/>
            <a:pathLst>
              <a:path w="5342255" h="688339">
                <a:moveTo>
                  <a:pt x="5342001" y="111975"/>
                </a:moveTo>
                <a:lnTo>
                  <a:pt x="5259451" y="90893"/>
                </a:lnTo>
                <a:lnTo>
                  <a:pt x="5266169" y="121932"/>
                </a:lnTo>
                <a:lnTo>
                  <a:pt x="2720225" y="674001"/>
                </a:lnTo>
                <a:lnTo>
                  <a:pt x="75539" y="30835"/>
                </a:lnTo>
                <a:lnTo>
                  <a:pt x="76276" y="27838"/>
                </a:lnTo>
                <a:lnTo>
                  <a:pt x="83058" y="0"/>
                </a:lnTo>
                <a:lnTo>
                  <a:pt x="0" y="19011"/>
                </a:lnTo>
                <a:lnTo>
                  <a:pt x="65024" y="74041"/>
                </a:lnTo>
                <a:lnTo>
                  <a:pt x="72529" y="43192"/>
                </a:lnTo>
                <a:lnTo>
                  <a:pt x="2713456" y="685444"/>
                </a:lnTo>
                <a:lnTo>
                  <a:pt x="2714117" y="688340"/>
                </a:lnTo>
                <a:lnTo>
                  <a:pt x="2720073" y="687057"/>
                </a:lnTo>
                <a:lnTo>
                  <a:pt x="2722626" y="687666"/>
                </a:lnTo>
                <a:lnTo>
                  <a:pt x="2722930" y="686435"/>
                </a:lnTo>
                <a:lnTo>
                  <a:pt x="5268849" y="134340"/>
                </a:lnTo>
                <a:lnTo>
                  <a:pt x="5275580" y="165354"/>
                </a:lnTo>
                <a:lnTo>
                  <a:pt x="5332971" y="119227"/>
                </a:lnTo>
                <a:lnTo>
                  <a:pt x="5342001" y="111975"/>
                </a:lnTo>
                <a:close/>
              </a:path>
            </a:pathLst>
          </a:custGeom>
          <a:solidFill>
            <a:srgbClr val="5F5F5F"/>
          </a:solidFill>
        </p:spPr>
        <p:txBody>
          <a:bodyPr wrap="square" lIns="0" tIns="0" rIns="0" bIns="0" rtlCol="0"/>
          <a:lstStyle/>
          <a:p>
            <a:endParaRPr/>
          </a:p>
        </p:txBody>
      </p:sp>
      <p:sp>
        <p:nvSpPr>
          <p:cNvPr id="65" name="object 65"/>
          <p:cNvSpPr txBox="1"/>
          <p:nvPr/>
        </p:nvSpPr>
        <p:spPr>
          <a:xfrm>
            <a:off x="2044064" y="4304487"/>
            <a:ext cx="972185" cy="391160"/>
          </a:xfrm>
          <a:prstGeom prst="rect">
            <a:avLst/>
          </a:prstGeom>
        </p:spPr>
        <p:txBody>
          <a:bodyPr vert="horz" wrap="square" lIns="0" tIns="12700" rIns="0" bIns="0" rtlCol="0">
            <a:spAutoFit/>
          </a:bodyPr>
          <a:lstStyle/>
          <a:p>
            <a:pPr marL="172720" marR="5080" indent="-160020">
              <a:lnSpc>
                <a:spcPct val="100000"/>
              </a:lnSpc>
              <a:spcBef>
                <a:spcPts val="100"/>
              </a:spcBef>
            </a:pPr>
            <a:r>
              <a:rPr sz="1200" dirty="0">
                <a:solidFill>
                  <a:srgbClr val="006FC0"/>
                </a:solidFill>
                <a:latin typeface="Calibri"/>
                <a:cs typeface="Calibri"/>
              </a:rPr>
              <a:t>11.</a:t>
            </a:r>
            <a:r>
              <a:rPr sz="1200" spc="-45" dirty="0">
                <a:solidFill>
                  <a:srgbClr val="006FC0"/>
                </a:solidFill>
                <a:latin typeface="Calibri"/>
                <a:cs typeface="Calibri"/>
              </a:rPr>
              <a:t> </a:t>
            </a:r>
            <a:r>
              <a:rPr sz="1200" spc="-5" dirty="0">
                <a:solidFill>
                  <a:srgbClr val="006FC0"/>
                </a:solidFill>
                <a:latin typeface="Calibri"/>
                <a:cs typeface="Calibri"/>
              </a:rPr>
              <a:t>Acquire</a:t>
            </a:r>
            <a:r>
              <a:rPr sz="1200" spc="-55" dirty="0">
                <a:solidFill>
                  <a:srgbClr val="006FC0"/>
                </a:solidFill>
                <a:latin typeface="Calibri"/>
                <a:cs typeface="Calibri"/>
              </a:rPr>
              <a:t> </a:t>
            </a:r>
            <a:r>
              <a:rPr sz="1200" dirty="0">
                <a:solidFill>
                  <a:srgbClr val="006FC0"/>
                </a:solidFill>
                <a:latin typeface="Calibri"/>
                <a:cs typeface="Calibri"/>
              </a:rPr>
              <a:t>Job </a:t>
            </a:r>
            <a:r>
              <a:rPr sz="1200" spc="-260" dirty="0">
                <a:solidFill>
                  <a:srgbClr val="006FC0"/>
                </a:solidFill>
                <a:latin typeface="Calibri"/>
                <a:cs typeface="Calibri"/>
              </a:rPr>
              <a:t> </a:t>
            </a:r>
            <a:r>
              <a:rPr sz="1200" spc="-10" dirty="0">
                <a:solidFill>
                  <a:srgbClr val="006FC0"/>
                </a:solidFill>
                <a:latin typeface="Calibri"/>
                <a:cs typeface="Calibri"/>
              </a:rPr>
              <a:t>Resources</a:t>
            </a:r>
            <a:endParaRPr sz="1200">
              <a:latin typeface="Calibri"/>
              <a:cs typeface="Calibri"/>
            </a:endParaRPr>
          </a:p>
        </p:txBody>
      </p:sp>
      <p:sp>
        <p:nvSpPr>
          <p:cNvPr id="66" name="object 66"/>
          <p:cNvSpPr/>
          <p:nvPr/>
        </p:nvSpPr>
        <p:spPr>
          <a:xfrm>
            <a:off x="6323076" y="3049397"/>
            <a:ext cx="963294" cy="265430"/>
          </a:xfrm>
          <a:custGeom>
            <a:avLst/>
            <a:gdLst/>
            <a:ahLst/>
            <a:cxnLst/>
            <a:rect l="l" t="t" r="r" b="b"/>
            <a:pathLst>
              <a:path w="963295" h="265429">
                <a:moveTo>
                  <a:pt x="887720" y="234531"/>
                </a:moveTo>
                <a:lnTo>
                  <a:pt x="879982" y="265429"/>
                </a:lnTo>
                <a:lnTo>
                  <a:pt x="963168" y="246887"/>
                </a:lnTo>
                <a:lnTo>
                  <a:pt x="952369" y="237616"/>
                </a:lnTo>
                <a:lnTo>
                  <a:pt x="900049" y="237616"/>
                </a:lnTo>
                <a:lnTo>
                  <a:pt x="887720" y="234531"/>
                </a:lnTo>
                <a:close/>
              </a:path>
              <a:path w="963295" h="265429">
                <a:moveTo>
                  <a:pt x="890803" y="222220"/>
                </a:moveTo>
                <a:lnTo>
                  <a:pt x="887720" y="234531"/>
                </a:lnTo>
                <a:lnTo>
                  <a:pt x="900049" y="237616"/>
                </a:lnTo>
                <a:lnTo>
                  <a:pt x="903097" y="225297"/>
                </a:lnTo>
                <a:lnTo>
                  <a:pt x="890803" y="222220"/>
                </a:lnTo>
                <a:close/>
              </a:path>
              <a:path w="963295" h="265429">
                <a:moveTo>
                  <a:pt x="898525" y="191388"/>
                </a:moveTo>
                <a:lnTo>
                  <a:pt x="890803" y="222220"/>
                </a:lnTo>
                <a:lnTo>
                  <a:pt x="903097" y="225297"/>
                </a:lnTo>
                <a:lnTo>
                  <a:pt x="900049" y="237616"/>
                </a:lnTo>
                <a:lnTo>
                  <a:pt x="952369" y="237616"/>
                </a:lnTo>
                <a:lnTo>
                  <a:pt x="898525" y="191388"/>
                </a:lnTo>
                <a:close/>
              </a:path>
              <a:path w="963295" h="265429">
                <a:moveTo>
                  <a:pt x="3048" y="0"/>
                </a:moveTo>
                <a:lnTo>
                  <a:pt x="0" y="12318"/>
                </a:lnTo>
                <a:lnTo>
                  <a:pt x="887720" y="234531"/>
                </a:lnTo>
                <a:lnTo>
                  <a:pt x="890803" y="222220"/>
                </a:lnTo>
                <a:lnTo>
                  <a:pt x="3048" y="0"/>
                </a:lnTo>
                <a:close/>
              </a:path>
            </a:pathLst>
          </a:custGeom>
          <a:solidFill>
            <a:srgbClr val="5F5F5F"/>
          </a:solidFill>
        </p:spPr>
        <p:txBody>
          <a:bodyPr wrap="square" lIns="0" tIns="0" rIns="0" bIns="0" rtlCol="0"/>
          <a:lstStyle/>
          <a:p>
            <a:endParaRPr/>
          </a:p>
        </p:txBody>
      </p:sp>
      <p:sp>
        <p:nvSpPr>
          <p:cNvPr id="67" name="object 67"/>
          <p:cNvSpPr txBox="1">
            <a:spLocks noGrp="1"/>
          </p:cNvSpPr>
          <p:nvPr>
            <p:ph type="title"/>
          </p:nvPr>
        </p:nvSpPr>
        <p:spPr>
          <a:xfrm>
            <a:off x="471017" y="324053"/>
            <a:ext cx="5534025"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YARN</a:t>
            </a:r>
            <a:r>
              <a:rPr dirty="0">
                <a:solidFill>
                  <a:srgbClr val="095A82"/>
                </a:solidFill>
              </a:rPr>
              <a:t> </a:t>
            </a:r>
            <a:r>
              <a:rPr spc="-5" dirty="0">
                <a:solidFill>
                  <a:srgbClr val="095A82"/>
                </a:solidFill>
              </a:rPr>
              <a:t>MR</a:t>
            </a:r>
            <a:r>
              <a:rPr dirty="0">
                <a:solidFill>
                  <a:srgbClr val="095A82"/>
                </a:solidFill>
              </a:rPr>
              <a:t> </a:t>
            </a:r>
            <a:r>
              <a:rPr spc="-5" dirty="0">
                <a:solidFill>
                  <a:srgbClr val="095A82"/>
                </a:solidFill>
              </a:rPr>
              <a:t>Application</a:t>
            </a:r>
            <a:r>
              <a:rPr dirty="0">
                <a:solidFill>
                  <a:srgbClr val="095A82"/>
                </a:solidFill>
              </a:rPr>
              <a:t> </a:t>
            </a:r>
            <a:r>
              <a:rPr spc="-5" dirty="0">
                <a:solidFill>
                  <a:srgbClr val="095A82"/>
                </a:solidFill>
              </a:rPr>
              <a:t>Execution</a:t>
            </a:r>
            <a:r>
              <a:rPr spc="-15" dirty="0">
                <a:solidFill>
                  <a:srgbClr val="095A82"/>
                </a:solidFill>
              </a:rPr>
              <a:t> </a:t>
            </a:r>
            <a:r>
              <a:rPr spc="-5" dirty="0">
                <a:solidFill>
                  <a:srgbClr val="095A82"/>
                </a:solidFill>
              </a:rPr>
              <a:t>Flow</a:t>
            </a:r>
          </a:p>
        </p:txBody>
      </p:sp>
      <p:sp>
        <p:nvSpPr>
          <p:cNvPr id="68" name="object 68"/>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69" name="object 3">
            <a:extLst>
              <a:ext uri="{FF2B5EF4-FFF2-40B4-BE49-F238E27FC236}">
                <a16:creationId xmlns:a16="http://schemas.microsoft.com/office/drawing/2014/main" id="{6E6AA9F9-6B8A-A2A7-4517-3F707190FC6A}"/>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70" name="Rectangle 69">
            <a:extLst>
              <a:ext uri="{FF2B5EF4-FFF2-40B4-BE49-F238E27FC236}">
                <a16:creationId xmlns:a16="http://schemas.microsoft.com/office/drawing/2014/main" id="{7080558D-2C9D-2823-BF7B-29F73651B65B}"/>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394445908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grpSp>
        <p:nvGrpSpPr>
          <p:cNvPr id="3" name="object 3"/>
          <p:cNvGrpSpPr/>
          <p:nvPr/>
        </p:nvGrpSpPr>
        <p:grpSpPr>
          <a:xfrm>
            <a:off x="422125" y="946403"/>
            <a:ext cx="8079105" cy="3870960"/>
            <a:chOff x="422125" y="946403"/>
            <a:chExt cx="8079105" cy="3870960"/>
          </a:xfrm>
        </p:grpSpPr>
        <p:pic>
          <p:nvPicPr>
            <p:cNvPr id="4" name="object 4"/>
            <p:cNvPicPr/>
            <p:nvPr/>
          </p:nvPicPr>
          <p:blipFill>
            <a:blip r:embed="rId2" cstate="print"/>
            <a:stretch>
              <a:fillRect/>
            </a:stretch>
          </p:blipFill>
          <p:spPr>
            <a:xfrm>
              <a:off x="4413503" y="2638043"/>
              <a:ext cx="4087367" cy="2179320"/>
            </a:xfrm>
            <a:prstGeom prst="rect">
              <a:avLst/>
            </a:prstGeom>
          </p:spPr>
        </p:pic>
        <p:sp>
          <p:nvSpPr>
            <p:cNvPr id="5" name="object 5"/>
            <p:cNvSpPr/>
            <p:nvPr/>
          </p:nvSpPr>
          <p:spPr>
            <a:xfrm>
              <a:off x="4466844" y="2653283"/>
              <a:ext cx="3985260" cy="2077720"/>
            </a:xfrm>
            <a:custGeom>
              <a:avLst/>
              <a:gdLst/>
              <a:ahLst/>
              <a:cxnLst/>
              <a:rect l="l" t="t" r="r" b="b"/>
              <a:pathLst>
                <a:path w="3985259" h="2077720">
                  <a:moveTo>
                    <a:pt x="3985259" y="0"/>
                  </a:moveTo>
                  <a:lnTo>
                    <a:pt x="346201" y="0"/>
                  </a:lnTo>
                  <a:lnTo>
                    <a:pt x="299211" y="3159"/>
                  </a:lnTo>
                  <a:lnTo>
                    <a:pt x="254146" y="12362"/>
                  </a:lnTo>
                  <a:lnTo>
                    <a:pt x="211419" y="27197"/>
                  </a:lnTo>
                  <a:lnTo>
                    <a:pt x="171440" y="47253"/>
                  </a:lnTo>
                  <a:lnTo>
                    <a:pt x="134622" y="72117"/>
                  </a:lnTo>
                  <a:lnTo>
                    <a:pt x="101377" y="101377"/>
                  </a:lnTo>
                  <a:lnTo>
                    <a:pt x="72117" y="134622"/>
                  </a:lnTo>
                  <a:lnTo>
                    <a:pt x="47253" y="171440"/>
                  </a:lnTo>
                  <a:lnTo>
                    <a:pt x="27197" y="211419"/>
                  </a:lnTo>
                  <a:lnTo>
                    <a:pt x="12362" y="254146"/>
                  </a:lnTo>
                  <a:lnTo>
                    <a:pt x="3159" y="299211"/>
                  </a:lnTo>
                  <a:lnTo>
                    <a:pt x="0" y="346202"/>
                  </a:lnTo>
                  <a:lnTo>
                    <a:pt x="0" y="2077212"/>
                  </a:lnTo>
                  <a:lnTo>
                    <a:pt x="3639057" y="2077212"/>
                  </a:lnTo>
                  <a:lnTo>
                    <a:pt x="3686048" y="2074051"/>
                  </a:lnTo>
                  <a:lnTo>
                    <a:pt x="3731113" y="2064845"/>
                  </a:lnTo>
                  <a:lnTo>
                    <a:pt x="3773840" y="2050005"/>
                  </a:lnTo>
                  <a:lnTo>
                    <a:pt x="3813819" y="2029944"/>
                  </a:lnTo>
                  <a:lnTo>
                    <a:pt x="3850637" y="2005074"/>
                  </a:lnTo>
                  <a:lnTo>
                    <a:pt x="3883882" y="1975808"/>
                  </a:lnTo>
                  <a:lnTo>
                    <a:pt x="3913142" y="1942559"/>
                  </a:lnTo>
                  <a:lnTo>
                    <a:pt x="3938006" y="1905739"/>
                  </a:lnTo>
                  <a:lnTo>
                    <a:pt x="3958062" y="1865760"/>
                  </a:lnTo>
                  <a:lnTo>
                    <a:pt x="3972897" y="1823035"/>
                  </a:lnTo>
                  <a:lnTo>
                    <a:pt x="3982100" y="1777977"/>
                  </a:lnTo>
                  <a:lnTo>
                    <a:pt x="3985259" y="1730997"/>
                  </a:lnTo>
                  <a:lnTo>
                    <a:pt x="3985259" y="0"/>
                  </a:lnTo>
                  <a:close/>
                </a:path>
              </a:pathLst>
            </a:custGeom>
            <a:solidFill>
              <a:srgbClr val="D6E2BA"/>
            </a:solidFill>
          </p:spPr>
          <p:txBody>
            <a:bodyPr wrap="square" lIns="0" tIns="0" rIns="0" bIns="0" rtlCol="0"/>
            <a:lstStyle/>
            <a:p>
              <a:endParaRPr/>
            </a:p>
          </p:txBody>
        </p:sp>
        <p:pic>
          <p:nvPicPr>
            <p:cNvPr id="6" name="object 6"/>
            <p:cNvPicPr/>
            <p:nvPr/>
          </p:nvPicPr>
          <p:blipFill>
            <a:blip r:embed="rId3" cstate="print"/>
            <a:stretch>
              <a:fillRect/>
            </a:stretch>
          </p:blipFill>
          <p:spPr>
            <a:xfrm>
              <a:off x="422125" y="949376"/>
              <a:ext cx="3064809" cy="1438769"/>
            </a:xfrm>
            <a:prstGeom prst="rect">
              <a:avLst/>
            </a:prstGeom>
          </p:spPr>
        </p:pic>
        <p:sp>
          <p:nvSpPr>
            <p:cNvPr id="7" name="object 7"/>
            <p:cNvSpPr/>
            <p:nvPr/>
          </p:nvSpPr>
          <p:spPr>
            <a:xfrm>
              <a:off x="466343" y="946403"/>
              <a:ext cx="2981325" cy="1363980"/>
            </a:xfrm>
            <a:custGeom>
              <a:avLst/>
              <a:gdLst/>
              <a:ahLst/>
              <a:cxnLst/>
              <a:rect l="l" t="t" r="r" b="b"/>
              <a:pathLst>
                <a:path w="2981325" h="1363980">
                  <a:moveTo>
                    <a:pt x="2980944" y="0"/>
                  </a:moveTo>
                  <a:lnTo>
                    <a:pt x="227329" y="0"/>
                  </a:lnTo>
                  <a:lnTo>
                    <a:pt x="181514" y="4616"/>
                  </a:lnTo>
                  <a:lnTo>
                    <a:pt x="138842" y="17857"/>
                  </a:lnTo>
                  <a:lnTo>
                    <a:pt x="100227" y="38810"/>
                  </a:lnTo>
                  <a:lnTo>
                    <a:pt x="66582" y="66563"/>
                  </a:lnTo>
                  <a:lnTo>
                    <a:pt x="38824" y="100204"/>
                  </a:lnTo>
                  <a:lnTo>
                    <a:pt x="17864" y="138820"/>
                  </a:lnTo>
                  <a:lnTo>
                    <a:pt x="4618" y="181500"/>
                  </a:lnTo>
                  <a:lnTo>
                    <a:pt x="0" y="227330"/>
                  </a:lnTo>
                  <a:lnTo>
                    <a:pt x="0" y="1363980"/>
                  </a:lnTo>
                  <a:lnTo>
                    <a:pt x="2753614" y="1363980"/>
                  </a:lnTo>
                  <a:lnTo>
                    <a:pt x="2799443" y="1359363"/>
                  </a:lnTo>
                  <a:lnTo>
                    <a:pt x="2842123" y="1346122"/>
                  </a:lnTo>
                  <a:lnTo>
                    <a:pt x="2880739" y="1325169"/>
                  </a:lnTo>
                  <a:lnTo>
                    <a:pt x="2914380" y="1297416"/>
                  </a:lnTo>
                  <a:lnTo>
                    <a:pt x="2942133" y="1263775"/>
                  </a:lnTo>
                  <a:lnTo>
                    <a:pt x="2963086" y="1225159"/>
                  </a:lnTo>
                  <a:lnTo>
                    <a:pt x="2976327" y="1182479"/>
                  </a:lnTo>
                  <a:lnTo>
                    <a:pt x="2980944" y="1136650"/>
                  </a:lnTo>
                  <a:lnTo>
                    <a:pt x="2980944" y="0"/>
                  </a:lnTo>
                  <a:close/>
                </a:path>
              </a:pathLst>
            </a:custGeom>
            <a:solidFill>
              <a:srgbClr val="D6E2BA"/>
            </a:solidFill>
          </p:spPr>
          <p:txBody>
            <a:bodyPr wrap="square" lIns="0" tIns="0" rIns="0" bIns="0" rtlCol="0"/>
            <a:lstStyle/>
            <a:p>
              <a:endParaRPr/>
            </a:p>
          </p:txBody>
        </p:sp>
        <p:sp>
          <p:nvSpPr>
            <p:cNvPr id="8" name="object 8"/>
            <p:cNvSpPr/>
            <p:nvPr/>
          </p:nvSpPr>
          <p:spPr>
            <a:xfrm>
              <a:off x="633984" y="1104899"/>
              <a:ext cx="2661285" cy="899160"/>
            </a:xfrm>
            <a:custGeom>
              <a:avLst/>
              <a:gdLst/>
              <a:ahLst/>
              <a:cxnLst/>
              <a:rect l="l" t="t" r="r" b="b"/>
              <a:pathLst>
                <a:path w="2661285" h="899160">
                  <a:moveTo>
                    <a:pt x="0" y="149860"/>
                  </a:moveTo>
                  <a:lnTo>
                    <a:pt x="7639" y="102477"/>
                  </a:lnTo>
                  <a:lnTo>
                    <a:pt x="28914" y="61337"/>
                  </a:lnTo>
                  <a:lnTo>
                    <a:pt x="61354" y="28903"/>
                  </a:lnTo>
                  <a:lnTo>
                    <a:pt x="102492" y="7636"/>
                  </a:lnTo>
                  <a:lnTo>
                    <a:pt x="149859" y="0"/>
                  </a:lnTo>
                  <a:lnTo>
                    <a:pt x="2511043" y="0"/>
                  </a:lnTo>
                  <a:lnTo>
                    <a:pt x="2558426" y="7636"/>
                  </a:lnTo>
                  <a:lnTo>
                    <a:pt x="2599566" y="28903"/>
                  </a:lnTo>
                  <a:lnTo>
                    <a:pt x="2632000" y="61337"/>
                  </a:lnTo>
                  <a:lnTo>
                    <a:pt x="2653267" y="102477"/>
                  </a:lnTo>
                  <a:lnTo>
                    <a:pt x="2660904" y="149860"/>
                  </a:lnTo>
                  <a:lnTo>
                    <a:pt x="2660904" y="749300"/>
                  </a:lnTo>
                  <a:lnTo>
                    <a:pt x="2653267" y="796682"/>
                  </a:lnTo>
                  <a:lnTo>
                    <a:pt x="2632000" y="837822"/>
                  </a:lnTo>
                  <a:lnTo>
                    <a:pt x="2599566" y="870256"/>
                  </a:lnTo>
                  <a:lnTo>
                    <a:pt x="2558426" y="891523"/>
                  </a:lnTo>
                  <a:lnTo>
                    <a:pt x="2511043" y="899160"/>
                  </a:lnTo>
                  <a:lnTo>
                    <a:pt x="149859" y="899160"/>
                  </a:lnTo>
                  <a:lnTo>
                    <a:pt x="102492" y="891523"/>
                  </a:lnTo>
                  <a:lnTo>
                    <a:pt x="61354" y="870256"/>
                  </a:lnTo>
                  <a:lnTo>
                    <a:pt x="28914" y="837822"/>
                  </a:lnTo>
                  <a:lnTo>
                    <a:pt x="7639" y="796682"/>
                  </a:lnTo>
                  <a:lnTo>
                    <a:pt x="0" y="749300"/>
                  </a:lnTo>
                  <a:lnTo>
                    <a:pt x="0" y="149860"/>
                  </a:lnTo>
                  <a:close/>
                </a:path>
              </a:pathLst>
            </a:custGeom>
            <a:ln w="9144">
              <a:solidFill>
                <a:srgbClr val="5F5F5F"/>
              </a:solidFill>
            </a:ln>
          </p:spPr>
          <p:txBody>
            <a:bodyPr wrap="square" lIns="0" tIns="0" rIns="0" bIns="0" rtlCol="0"/>
            <a:lstStyle/>
            <a:p>
              <a:endParaRPr/>
            </a:p>
          </p:txBody>
        </p:sp>
        <p:sp>
          <p:nvSpPr>
            <p:cNvPr id="9" name="object 9"/>
            <p:cNvSpPr/>
            <p:nvPr/>
          </p:nvSpPr>
          <p:spPr>
            <a:xfrm>
              <a:off x="742187" y="1376171"/>
              <a:ext cx="881380" cy="335280"/>
            </a:xfrm>
            <a:custGeom>
              <a:avLst/>
              <a:gdLst/>
              <a:ahLst/>
              <a:cxnLst/>
              <a:rect l="l" t="t" r="r" b="b"/>
              <a:pathLst>
                <a:path w="881380" h="335280">
                  <a:moveTo>
                    <a:pt x="824992" y="0"/>
                  </a:moveTo>
                  <a:lnTo>
                    <a:pt x="55880" y="0"/>
                  </a:lnTo>
                  <a:lnTo>
                    <a:pt x="34129" y="4391"/>
                  </a:lnTo>
                  <a:lnTo>
                    <a:pt x="16367" y="16367"/>
                  </a:lnTo>
                  <a:lnTo>
                    <a:pt x="4391" y="34129"/>
                  </a:lnTo>
                  <a:lnTo>
                    <a:pt x="0" y="55879"/>
                  </a:lnTo>
                  <a:lnTo>
                    <a:pt x="0" y="279400"/>
                  </a:lnTo>
                  <a:lnTo>
                    <a:pt x="4391" y="301150"/>
                  </a:lnTo>
                  <a:lnTo>
                    <a:pt x="16367" y="318912"/>
                  </a:lnTo>
                  <a:lnTo>
                    <a:pt x="34129" y="330888"/>
                  </a:lnTo>
                  <a:lnTo>
                    <a:pt x="55880" y="335279"/>
                  </a:lnTo>
                  <a:lnTo>
                    <a:pt x="824992" y="335279"/>
                  </a:lnTo>
                  <a:lnTo>
                    <a:pt x="846742" y="330888"/>
                  </a:lnTo>
                  <a:lnTo>
                    <a:pt x="864504" y="318912"/>
                  </a:lnTo>
                  <a:lnTo>
                    <a:pt x="876480" y="301150"/>
                  </a:lnTo>
                  <a:lnTo>
                    <a:pt x="880872" y="279400"/>
                  </a:lnTo>
                  <a:lnTo>
                    <a:pt x="880872" y="55879"/>
                  </a:lnTo>
                  <a:lnTo>
                    <a:pt x="876480" y="34129"/>
                  </a:lnTo>
                  <a:lnTo>
                    <a:pt x="864504" y="16367"/>
                  </a:lnTo>
                  <a:lnTo>
                    <a:pt x="846742" y="4391"/>
                  </a:lnTo>
                  <a:lnTo>
                    <a:pt x="824992" y="0"/>
                  </a:lnTo>
                  <a:close/>
                </a:path>
              </a:pathLst>
            </a:custGeom>
            <a:solidFill>
              <a:srgbClr val="FFFFFF"/>
            </a:solidFill>
          </p:spPr>
          <p:txBody>
            <a:bodyPr wrap="square" lIns="0" tIns="0" rIns="0" bIns="0" rtlCol="0"/>
            <a:lstStyle/>
            <a:p>
              <a:endParaRPr/>
            </a:p>
          </p:txBody>
        </p:sp>
        <p:sp>
          <p:nvSpPr>
            <p:cNvPr id="10" name="object 10"/>
            <p:cNvSpPr/>
            <p:nvPr/>
          </p:nvSpPr>
          <p:spPr>
            <a:xfrm>
              <a:off x="742187" y="1376171"/>
              <a:ext cx="881380" cy="335280"/>
            </a:xfrm>
            <a:custGeom>
              <a:avLst/>
              <a:gdLst/>
              <a:ahLst/>
              <a:cxnLst/>
              <a:rect l="l" t="t" r="r" b="b"/>
              <a:pathLst>
                <a:path w="881380" h="335280">
                  <a:moveTo>
                    <a:pt x="0" y="55879"/>
                  </a:moveTo>
                  <a:lnTo>
                    <a:pt x="4391" y="34129"/>
                  </a:lnTo>
                  <a:lnTo>
                    <a:pt x="16367" y="16367"/>
                  </a:lnTo>
                  <a:lnTo>
                    <a:pt x="34129" y="4391"/>
                  </a:lnTo>
                  <a:lnTo>
                    <a:pt x="55880" y="0"/>
                  </a:lnTo>
                  <a:lnTo>
                    <a:pt x="824992" y="0"/>
                  </a:lnTo>
                  <a:lnTo>
                    <a:pt x="846742" y="4391"/>
                  </a:lnTo>
                  <a:lnTo>
                    <a:pt x="864504" y="16367"/>
                  </a:lnTo>
                  <a:lnTo>
                    <a:pt x="876480" y="34129"/>
                  </a:lnTo>
                  <a:lnTo>
                    <a:pt x="880872" y="55879"/>
                  </a:lnTo>
                  <a:lnTo>
                    <a:pt x="880872" y="279400"/>
                  </a:lnTo>
                  <a:lnTo>
                    <a:pt x="876480" y="301150"/>
                  </a:lnTo>
                  <a:lnTo>
                    <a:pt x="864504" y="318912"/>
                  </a:lnTo>
                  <a:lnTo>
                    <a:pt x="846742" y="330888"/>
                  </a:lnTo>
                  <a:lnTo>
                    <a:pt x="824992" y="335279"/>
                  </a:lnTo>
                  <a:lnTo>
                    <a:pt x="55880" y="335279"/>
                  </a:lnTo>
                  <a:lnTo>
                    <a:pt x="34129" y="330888"/>
                  </a:lnTo>
                  <a:lnTo>
                    <a:pt x="16367" y="318912"/>
                  </a:lnTo>
                  <a:lnTo>
                    <a:pt x="4391" y="301150"/>
                  </a:lnTo>
                  <a:lnTo>
                    <a:pt x="0" y="279400"/>
                  </a:lnTo>
                  <a:lnTo>
                    <a:pt x="0" y="55879"/>
                  </a:lnTo>
                  <a:close/>
                </a:path>
              </a:pathLst>
            </a:custGeom>
            <a:ln w="9143">
              <a:solidFill>
                <a:srgbClr val="5F5F5F"/>
              </a:solidFill>
            </a:ln>
          </p:spPr>
          <p:txBody>
            <a:bodyPr wrap="square" lIns="0" tIns="0" rIns="0" bIns="0" rtlCol="0"/>
            <a:lstStyle/>
            <a:p>
              <a:endParaRPr/>
            </a:p>
          </p:txBody>
        </p:sp>
      </p:grpSp>
      <p:grpSp>
        <p:nvGrpSpPr>
          <p:cNvPr id="11" name="object 11"/>
          <p:cNvGrpSpPr/>
          <p:nvPr/>
        </p:nvGrpSpPr>
        <p:grpSpPr>
          <a:xfrm>
            <a:off x="6275803" y="922019"/>
            <a:ext cx="1941830" cy="1196975"/>
            <a:chOff x="6275803" y="922019"/>
            <a:chExt cx="1941830" cy="1196975"/>
          </a:xfrm>
        </p:grpSpPr>
        <p:pic>
          <p:nvPicPr>
            <p:cNvPr id="12" name="object 12"/>
            <p:cNvPicPr/>
            <p:nvPr/>
          </p:nvPicPr>
          <p:blipFill>
            <a:blip r:embed="rId4" cstate="print"/>
            <a:stretch>
              <a:fillRect/>
            </a:stretch>
          </p:blipFill>
          <p:spPr>
            <a:xfrm>
              <a:off x="6275803" y="924999"/>
              <a:ext cx="1941632" cy="1193394"/>
            </a:xfrm>
            <a:prstGeom prst="rect">
              <a:avLst/>
            </a:prstGeom>
          </p:spPr>
        </p:pic>
        <p:sp>
          <p:nvSpPr>
            <p:cNvPr id="13" name="object 13"/>
            <p:cNvSpPr/>
            <p:nvPr/>
          </p:nvSpPr>
          <p:spPr>
            <a:xfrm>
              <a:off x="6320028" y="922019"/>
              <a:ext cx="1858010" cy="1118870"/>
            </a:xfrm>
            <a:custGeom>
              <a:avLst/>
              <a:gdLst/>
              <a:ahLst/>
              <a:cxnLst/>
              <a:rect l="l" t="t" r="r" b="b"/>
              <a:pathLst>
                <a:path w="1858009" h="1118870">
                  <a:moveTo>
                    <a:pt x="1857755" y="0"/>
                  </a:moveTo>
                  <a:lnTo>
                    <a:pt x="186436" y="0"/>
                  </a:lnTo>
                  <a:lnTo>
                    <a:pt x="136863" y="6657"/>
                  </a:lnTo>
                  <a:lnTo>
                    <a:pt x="92324" y="25447"/>
                  </a:lnTo>
                  <a:lnTo>
                    <a:pt x="54594" y="54594"/>
                  </a:lnTo>
                  <a:lnTo>
                    <a:pt x="25447" y="92324"/>
                  </a:lnTo>
                  <a:lnTo>
                    <a:pt x="6657" y="136863"/>
                  </a:lnTo>
                  <a:lnTo>
                    <a:pt x="0" y="186435"/>
                  </a:lnTo>
                  <a:lnTo>
                    <a:pt x="0" y="1118615"/>
                  </a:lnTo>
                  <a:lnTo>
                    <a:pt x="1671320" y="1118615"/>
                  </a:lnTo>
                  <a:lnTo>
                    <a:pt x="1720892" y="1111958"/>
                  </a:lnTo>
                  <a:lnTo>
                    <a:pt x="1765431" y="1093168"/>
                  </a:lnTo>
                  <a:lnTo>
                    <a:pt x="1803161" y="1064021"/>
                  </a:lnTo>
                  <a:lnTo>
                    <a:pt x="1832308" y="1026291"/>
                  </a:lnTo>
                  <a:lnTo>
                    <a:pt x="1851098" y="981752"/>
                  </a:lnTo>
                  <a:lnTo>
                    <a:pt x="1857755" y="932179"/>
                  </a:lnTo>
                  <a:lnTo>
                    <a:pt x="1857755" y="0"/>
                  </a:lnTo>
                  <a:close/>
                </a:path>
              </a:pathLst>
            </a:custGeom>
            <a:solidFill>
              <a:srgbClr val="D6E2BA"/>
            </a:solidFill>
          </p:spPr>
          <p:txBody>
            <a:bodyPr wrap="square" lIns="0" tIns="0" rIns="0" bIns="0" rtlCol="0"/>
            <a:lstStyle/>
            <a:p>
              <a:endParaRPr/>
            </a:p>
          </p:txBody>
        </p:sp>
        <p:pic>
          <p:nvPicPr>
            <p:cNvPr id="14" name="object 14"/>
            <p:cNvPicPr/>
            <p:nvPr/>
          </p:nvPicPr>
          <p:blipFill>
            <a:blip r:embed="rId5" cstate="print"/>
            <a:stretch>
              <a:fillRect/>
            </a:stretch>
          </p:blipFill>
          <p:spPr>
            <a:xfrm>
              <a:off x="6548628" y="1269517"/>
              <a:ext cx="1441703" cy="528802"/>
            </a:xfrm>
            <a:prstGeom prst="rect">
              <a:avLst/>
            </a:prstGeom>
          </p:spPr>
        </p:pic>
      </p:grpSp>
      <p:grpSp>
        <p:nvGrpSpPr>
          <p:cNvPr id="15" name="object 15"/>
          <p:cNvGrpSpPr/>
          <p:nvPr/>
        </p:nvGrpSpPr>
        <p:grpSpPr>
          <a:xfrm>
            <a:off x="952415" y="3409097"/>
            <a:ext cx="960755" cy="896619"/>
            <a:chOff x="952415" y="3409097"/>
            <a:chExt cx="960755" cy="896619"/>
          </a:xfrm>
        </p:grpSpPr>
        <p:pic>
          <p:nvPicPr>
            <p:cNvPr id="16" name="object 16"/>
            <p:cNvPicPr/>
            <p:nvPr/>
          </p:nvPicPr>
          <p:blipFill>
            <a:blip r:embed="rId6" cstate="print"/>
            <a:stretch>
              <a:fillRect/>
            </a:stretch>
          </p:blipFill>
          <p:spPr>
            <a:xfrm>
              <a:off x="952415" y="3409097"/>
              <a:ext cx="960314" cy="896317"/>
            </a:xfrm>
            <a:prstGeom prst="rect">
              <a:avLst/>
            </a:prstGeom>
          </p:spPr>
        </p:pic>
        <p:sp>
          <p:nvSpPr>
            <p:cNvPr id="17" name="object 17"/>
            <p:cNvSpPr/>
            <p:nvPr/>
          </p:nvSpPr>
          <p:spPr>
            <a:xfrm>
              <a:off x="989076" y="3425952"/>
              <a:ext cx="891540" cy="828040"/>
            </a:xfrm>
            <a:custGeom>
              <a:avLst/>
              <a:gdLst/>
              <a:ahLst/>
              <a:cxnLst/>
              <a:rect l="l" t="t" r="r" b="b"/>
              <a:pathLst>
                <a:path w="891539" h="828039">
                  <a:moveTo>
                    <a:pt x="445770" y="0"/>
                  </a:moveTo>
                  <a:lnTo>
                    <a:pt x="373464" y="1804"/>
                  </a:lnTo>
                  <a:lnTo>
                    <a:pt x="304873" y="7028"/>
                  </a:lnTo>
                  <a:lnTo>
                    <a:pt x="240914" y="15389"/>
                  </a:lnTo>
                  <a:lnTo>
                    <a:pt x="182505" y="26602"/>
                  </a:lnTo>
                  <a:lnTo>
                    <a:pt x="130563" y="40386"/>
                  </a:lnTo>
                  <a:lnTo>
                    <a:pt x="86008" y="56455"/>
                  </a:lnTo>
                  <a:lnTo>
                    <a:pt x="49756" y="74526"/>
                  </a:lnTo>
                  <a:lnTo>
                    <a:pt x="5834" y="115543"/>
                  </a:lnTo>
                  <a:lnTo>
                    <a:pt x="0" y="137922"/>
                  </a:lnTo>
                  <a:lnTo>
                    <a:pt x="0" y="689610"/>
                  </a:lnTo>
                  <a:lnTo>
                    <a:pt x="22725" y="733204"/>
                  </a:lnTo>
                  <a:lnTo>
                    <a:pt x="86008" y="771065"/>
                  </a:lnTo>
                  <a:lnTo>
                    <a:pt x="130563" y="787136"/>
                  </a:lnTo>
                  <a:lnTo>
                    <a:pt x="182505" y="800921"/>
                  </a:lnTo>
                  <a:lnTo>
                    <a:pt x="240914" y="812137"/>
                  </a:lnTo>
                  <a:lnTo>
                    <a:pt x="304873" y="820500"/>
                  </a:lnTo>
                  <a:lnTo>
                    <a:pt x="373464" y="825726"/>
                  </a:lnTo>
                  <a:lnTo>
                    <a:pt x="445770" y="827532"/>
                  </a:lnTo>
                  <a:lnTo>
                    <a:pt x="518091" y="825726"/>
                  </a:lnTo>
                  <a:lnTo>
                    <a:pt x="586691" y="820500"/>
                  </a:lnTo>
                  <a:lnTo>
                    <a:pt x="650653" y="812137"/>
                  </a:lnTo>
                  <a:lnTo>
                    <a:pt x="709062" y="800921"/>
                  </a:lnTo>
                  <a:lnTo>
                    <a:pt x="760999" y="787136"/>
                  </a:lnTo>
                  <a:lnTo>
                    <a:pt x="805549" y="771065"/>
                  </a:lnTo>
                  <a:lnTo>
                    <a:pt x="841795" y="752994"/>
                  </a:lnTo>
                  <a:lnTo>
                    <a:pt x="885707" y="711982"/>
                  </a:lnTo>
                  <a:lnTo>
                    <a:pt x="891540" y="689610"/>
                  </a:lnTo>
                  <a:lnTo>
                    <a:pt x="891540" y="137922"/>
                  </a:lnTo>
                  <a:lnTo>
                    <a:pt x="868820" y="94317"/>
                  </a:lnTo>
                  <a:lnTo>
                    <a:pt x="805549" y="56455"/>
                  </a:lnTo>
                  <a:lnTo>
                    <a:pt x="760999" y="40386"/>
                  </a:lnTo>
                  <a:lnTo>
                    <a:pt x="709062" y="26602"/>
                  </a:lnTo>
                  <a:lnTo>
                    <a:pt x="650653" y="15389"/>
                  </a:lnTo>
                  <a:lnTo>
                    <a:pt x="586691" y="7028"/>
                  </a:lnTo>
                  <a:lnTo>
                    <a:pt x="518091" y="1804"/>
                  </a:lnTo>
                  <a:lnTo>
                    <a:pt x="445770" y="0"/>
                  </a:lnTo>
                  <a:close/>
                </a:path>
              </a:pathLst>
            </a:custGeom>
            <a:solidFill>
              <a:srgbClr val="0D80B8"/>
            </a:solidFill>
          </p:spPr>
          <p:txBody>
            <a:bodyPr wrap="square" lIns="0" tIns="0" rIns="0" bIns="0" rtlCol="0"/>
            <a:lstStyle/>
            <a:p>
              <a:endParaRPr/>
            </a:p>
          </p:txBody>
        </p:sp>
        <p:sp>
          <p:nvSpPr>
            <p:cNvPr id="18" name="object 18"/>
            <p:cNvSpPr/>
            <p:nvPr/>
          </p:nvSpPr>
          <p:spPr>
            <a:xfrm>
              <a:off x="989076" y="3425952"/>
              <a:ext cx="891540" cy="828040"/>
            </a:xfrm>
            <a:custGeom>
              <a:avLst/>
              <a:gdLst/>
              <a:ahLst/>
              <a:cxnLst/>
              <a:rect l="l" t="t" r="r" b="b"/>
              <a:pathLst>
                <a:path w="891539" h="828039">
                  <a:moveTo>
                    <a:pt x="891540" y="137922"/>
                  </a:moveTo>
                  <a:lnTo>
                    <a:pt x="868820" y="181526"/>
                  </a:lnTo>
                  <a:lnTo>
                    <a:pt x="805549" y="219388"/>
                  </a:lnTo>
                  <a:lnTo>
                    <a:pt x="760999" y="235458"/>
                  </a:lnTo>
                  <a:lnTo>
                    <a:pt x="709062" y="249241"/>
                  </a:lnTo>
                  <a:lnTo>
                    <a:pt x="650653" y="260454"/>
                  </a:lnTo>
                  <a:lnTo>
                    <a:pt x="586691" y="268815"/>
                  </a:lnTo>
                  <a:lnTo>
                    <a:pt x="518091" y="274039"/>
                  </a:lnTo>
                  <a:lnTo>
                    <a:pt x="445770" y="275844"/>
                  </a:lnTo>
                  <a:lnTo>
                    <a:pt x="373464" y="274039"/>
                  </a:lnTo>
                  <a:lnTo>
                    <a:pt x="304873" y="268815"/>
                  </a:lnTo>
                  <a:lnTo>
                    <a:pt x="240914" y="260454"/>
                  </a:lnTo>
                  <a:lnTo>
                    <a:pt x="182505" y="249241"/>
                  </a:lnTo>
                  <a:lnTo>
                    <a:pt x="130563" y="235458"/>
                  </a:lnTo>
                  <a:lnTo>
                    <a:pt x="86008" y="219388"/>
                  </a:lnTo>
                  <a:lnTo>
                    <a:pt x="49756" y="201317"/>
                  </a:lnTo>
                  <a:lnTo>
                    <a:pt x="5834" y="160300"/>
                  </a:lnTo>
                  <a:lnTo>
                    <a:pt x="0" y="137922"/>
                  </a:lnTo>
                </a:path>
                <a:path w="891539" h="828039">
                  <a:moveTo>
                    <a:pt x="0" y="137922"/>
                  </a:moveTo>
                  <a:lnTo>
                    <a:pt x="22725" y="94317"/>
                  </a:lnTo>
                  <a:lnTo>
                    <a:pt x="86008" y="56455"/>
                  </a:lnTo>
                  <a:lnTo>
                    <a:pt x="130563" y="40386"/>
                  </a:lnTo>
                  <a:lnTo>
                    <a:pt x="182505" y="26602"/>
                  </a:lnTo>
                  <a:lnTo>
                    <a:pt x="240914" y="15389"/>
                  </a:lnTo>
                  <a:lnTo>
                    <a:pt x="304873" y="7028"/>
                  </a:lnTo>
                  <a:lnTo>
                    <a:pt x="373464" y="1804"/>
                  </a:lnTo>
                  <a:lnTo>
                    <a:pt x="445770" y="0"/>
                  </a:lnTo>
                  <a:lnTo>
                    <a:pt x="518091" y="1804"/>
                  </a:lnTo>
                  <a:lnTo>
                    <a:pt x="586691" y="7028"/>
                  </a:lnTo>
                  <a:lnTo>
                    <a:pt x="650653" y="15389"/>
                  </a:lnTo>
                  <a:lnTo>
                    <a:pt x="709062" y="26602"/>
                  </a:lnTo>
                  <a:lnTo>
                    <a:pt x="760999" y="40386"/>
                  </a:lnTo>
                  <a:lnTo>
                    <a:pt x="805549" y="56455"/>
                  </a:lnTo>
                  <a:lnTo>
                    <a:pt x="841795" y="74526"/>
                  </a:lnTo>
                  <a:lnTo>
                    <a:pt x="885707" y="115543"/>
                  </a:lnTo>
                  <a:lnTo>
                    <a:pt x="891540" y="137922"/>
                  </a:lnTo>
                  <a:lnTo>
                    <a:pt x="891540" y="689610"/>
                  </a:lnTo>
                  <a:lnTo>
                    <a:pt x="868820" y="733204"/>
                  </a:lnTo>
                  <a:lnTo>
                    <a:pt x="805549" y="771065"/>
                  </a:lnTo>
                  <a:lnTo>
                    <a:pt x="760999" y="787136"/>
                  </a:lnTo>
                  <a:lnTo>
                    <a:pt x="709062" y="800921"/>
                  </a:lnTo>
                  <a:lnTo>
                    <a:pt x="650653" y="812137"/>
                  </a:lnTo>
                  <a:lnTo>
                    <a:pt x="586691" y="820500"/>
                  </a:lnTo>
                  <a:lnTo>
                    <a:pt x="518091" y="825726"/>
                  </a:lnTo>
                  <a:lnTo>
                    <a:pt x="445770" y="827532"/>
                  </a:lnTo>
                  <a:lnTo>
                    <a:pt x="373464" y="825726"/>
                  </a:lnTo>
                  <a:lnTo>
                    <a:pt x="304873" y="820500"/>
                  </a:lnTo>
                  <a:lnTo>
                    <a:pt x="240914" y="812137"/>
                  </a:lnTo>
                  <a:lnTo>
                    <a:pt x="182505" y="800921"/>
                  </a:lnTo>
                  <a:lnTo>
                    <a:pt x="130563" y="787136"/>
                  </a:lnTo>
                  <a:lnTo>
                    <a:pt x="86008" y="771065"/>
                  </a:lnTo>
                  <a:lnTo>
                    <a:pt x="49756" y="752994"/>
                  </a:lnTo>
                  <a:lnTo>
                    <a:pt x="5834" y="711982"/>
                  </a:lnTo>
                  <a:lnTo>
                    <a:pt x="0" y="689610"/>
                  </a:lnTo>
                  <a:lnTo>
                    <a:pt x="0" y="137922"/>
                  </a:lnTo>
                  <a:close/>
                </a:path>
              </a:pathLst>
            </a:custGeom>
            <a:ln w="6096">
              <a:solidFill>
                <a:srgbClr val="FFFFFF"/>
              </a:solidFill>
            </a:ln>
          </p:spPr>
          <p:txBody>
            <a:bodyPr wrap="square" lIns="0" tIns="0" rIns="0" bIns="0" rtlCol="0"/>
            <a:lstStyle/>
            <a:p>
              <a:endParaRPr/>
            </a:p>
          </p:txBody>
        </p:sp>
      </p:grpSp>
      <p:sp>
        <p:nvSpPr>
          <p:cNvPr id="19" name="object 19"/>
          <p:cNvSpPr txBox="1"/>
          <p:nvPr/>
        </p:nvSpPr>
        <p:spPr>
          <a:xfrm>
            <a:off x="1258569" y="3796080"/>
            <a:ext cx="353060" cy="208915"/>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H</a:t>
            </a:r>
            <a:r>
              <a:rPr sz="1200" dirty="0">
                <a:solidFill>
                  <a:srgbClr val="FFFFFF"/>
                </a:solidFill>
                <a:latin typeface="Calibri"/>
                <a:cs typeface="Calibri"/>
              </a:rPr>
              <a:t>D</a:t>
            </a:r>
            <a:r>
              <a:rPr sz="1200" spc="-15" dirty="0">
                <a:solidFill>
                  <a:srgbClr val="FFFFFF"/>
                </a:solidFill>
                <a:latin typeface="Calibri"/>
                <a:cs typeface="Calibri"/>
              </a:rPr>
              <a:t>F</a:t>
            </a:r>
            <a:r>
              <a:rPr sz="1200" dirty="0">
                <a:solidFill>
                  <a:srgbClr val="FFFFFF"/>
                </a:solidFill>
                <a:latin typeface="Calibri"/>
                <a:cs typeface="Calibri"/>
              </a:rPr>
              <a:t>S</a:t>
            </a:r>
            <a:endParaRPr sz="1200">
              <a:latin typeface="Calibri"/>
              <a:cs typeface="Calibri"/>
            </a:endParaRPr>
          </a:p>
        </p:txBody>
      </p:sp>
      <p:sp>
        <p:nvSpPr>
          <p:cNvPr id="20" name="object 20"/>
          <p:cNvSpPr txBox="1"/>
          <p:nvPr/>
        </p:nvSpPr>
        <p:spPr>
          <a:xfrm>
            <a:off x="821537" y="1435353"/>
            <a:ext cx="72707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5F5F5F"/>
                </a:solidFill>
                <a:latin typeface="Calibri"/>
                <a:cs typeface="Calibri"/>
              </a:rPr>
              <a:t>Application</a:t>
            </a:r>
            <a:endParaRPr sz="1200">
              <a:latin typeface="Calibri"/>
              <a:cs typeface="Calibri"/>
            </a:endParaRPr>
          </a:p>
        </p:txBody>
      </p:sp>
      <p:grpSp>
        <p:nvGrpSpPr>
          <p:cNvPr id="21" name="object 21"/>
          <p:cNvGrpSpPr/>
          <p:nvPr/>
        </p:nvGrpSpPr>
        <p:grpSpPr>
          <a:xfrm>
            <a:off x="1979676" y="1159776"/>
            <a:ext cx="1333500" cy="719455"/>
            <a:chOff x="1979676" y="1159776"/>
            <a:chExt cx="1333500" cy="719455"/>
          </a:xfrm>
        </p:grpSpPr>
        <p:pic>
          <p:nvPicPr>
            <p:cNvPr id="22" name="object 22"/>
            <p:cNvPicPr/>
            <p:nvPr/>
          </p:nvPicPr>
          <p:blipFill>
            <a:blip r:embed="rId7" cstate="print"/>
            <a:stretch>
              <a:fillRect/>
            </a:stretch>
          </p:blipFill>
          <p:spPr>
            <a:xfrm>
              <a:off x="1979676" y="1159776"/>
              <a:ext cx="1333500" cy="719315"/>
            </a:xfrm>
            <a:prstGeom prst="rect">
              <a:avLst/>
            </a:prstGeom>
          </p:spPr>
        </p:pic>
        <p:sp>
          <p:nvSpPr>
            <p:cNvPr id="23" name="object 23"/>
            <p:cNvSpPr/>
            <p:nvPr/>
          </p:nvSpPr>
          <p:spPr>
            <a:xfrm>
              <a:off x="2025396" y="1185671"/>
              <a:ext cx="1247140" cy="632460"/>
            </a:xfrm>
            <a:custGeom>
              <a:avLst/>
              <a:gdLst/>
              <a:ahLst/>
              <a:cxnLst/>
              <a:rect l="l" t="t" r="r" b="b"/>
              <a:pathLst>
                <a:path w="1247139" h="632460">
                  <a:moveTo>
                    <a:pt x="623316" y="0"/>
                  </a:moveTo>
                  <a:lnTo>
                    <a:pt x="559577" y="1632"/>
                  </a:lnTo>
                  <a:lnTo>
                    <a:pt x="497681" y="6425"/>
                  </a:lnTo>
                  <a:lnTo>
                    <a:pt x="437942" y="14219"/>
                  </a:lnTo>
                  <a:lnTo>
                    <a:pt x="380672" y="24854"/>
                  </a:lnTo>
                  <a:lnTo>
                    <a:pt x="326184" y="38172"/>
                  </a:lnTo>
                  <a:lnTo>
                    <a:pt x="274792" y="54013"/>
                  </a:lnTo>
                  <a:lnTo>
                    <a:pt x="226808" y="72219"/>
                  </a:lnTo>
                  <a:lnTo>
                    <a:pt x="182546" y="92630"/>
                  </a:lnTo>
                  <a:lnTo>
                    <a:pt x="142319" y="115088"/>
                  </a:lnTo>
                  <a:lnTo>
                    <a:pt x="106439" y="139433"/>
                  </a:lnTo>
                  <a:lnTo>
                    <a:pt x="75220" y="165506"/>
                  </a:lnTo>
                  <a:lnTo>
                    <a:pt x="48976" y="193149"/>
                  </a:lnTo>
                  <a:lnTo>
                    <a:pt x="12661" y="252505"/>
                  </a:lnTo>
                  <a:lnTo>
                    <a:pt x="0" y="316229"/>
                  </a:lnTo>
                  <a:lnTo>
                    <a:pt x="3217" y="348558"/>
                  </a:lnTo>
                  <a:lnTo>
                    <a:pt x="28018" y="410258"/>
                  </a:lnTo>
                  <a:lnTo>
                    <a:pt x="75220" y="466953"/>
                  </a:lnTo>
                  <a:lnTo>
                    <a:pt x="106439" y="493026"/>
                  </a:lnTo>
                  <a:lnTo>
                    <a:pt x="142319" y="517371"/>
                  </a:lnTo>
                  <a:lnTo>
                    <a:pt x="182546" y="539829"/>
                  </a:lnTo>
                  <a:lnTo>
                    <a:pt x="226808" y="560240"/>
                  </a:lnTo>
                  <a:lnTo>
                    <a:pt x="274792" y="578446"/>
                  </a:lnTo>
                  <a:lnTo>
                    <a:pt x="326184" y="594287"/>
                  </a:lnTo>
                  <a:lnTo>
                    <a:pt x="380672" y="607605"/>
                  </a:lnTo>
                  <a:lnTo>
                    <a:pt x="437942" y="618240"/>
                  </a:lnTo>
                  <a:lnTo>
                    <a:pt x="497681" y="626034"/>
                  </a:lnTo>
                  <a:lnTo>
                    <a:pt x="559577" y="630827"/>
                  </a:lnTo>
                  <a:lnTo>
                    <a:pt x="623316" y="632460"/>
                  </a:lnTo>
                  <a:lnTo>
                    <a:pt x="687054" y="630827"/>
                  </a:lnTo>
                  <a:lnTo>
                    <a:pt x="748950" y="626034"/>
                  </a:lnTo>
                  <a:lnTo>
                    <a:pt x="808689" y="618240"/>
                  </a:lnTo>
                  <a:lnTo>
                    <a:pt x="865959" y="607605"/>
                  </a:lnTo>
                  <a:lnTo>
                    <a:pt x="920447" y="594287"/>
                  </a:lnTo>
                  <a:lnTo>
                    <a:pt x="971839" y="578446"/>
                  </a:lnTo>
                  <a:lnTo>
                    <a:pt x="1019823" y="560240"/>
                  </a:lnTo>
                  <a:lnTo>
                    <a:pt x="1064085" y="539829"/>
                  </a:lnTo>
                  <a:lnTo>
                    <a:pt x="1104312" y="517371"/>
                  </a:lnTo>
                  <a:lnTo>
                    <a:pt x="1140192" y="493026"/>
                  </a:lnTo>
                  <a:lnTo>
                    <a:pt x="1171411" y="466953"/>
                  </a:lnTo>
                  <a:lnTo>
                    <a:pt x="1197655" y="439310"/>
                  </a:lnTo>
                  <a:lnTo>
                    <a:pt x="1233970" y="379954"/>
                  </a:lnTo>
                  <a:lnTo>
                    <a:pt x="1246632" y="316229"/>
                  </a:lnTo>
                  <a:lnTo>
                    <a:pt x="1243414" y="283901"/>
                  </a:lnTo>
                  <a:lnTo>
                    <a:pt x="1218613" y="222201"/>
                  </a:lnTo>
                  <a:lnTo>
                    <a:pt x="1171411" y="165506"/>
                  </a:lnTo>
                  <a:lnTo>
                    <a:pt x="1140192" y="139433"/>
                  </a:lnTo>
                  <a:lnTo>
                    <a:pt x="1104312" y="115088"/>
                  </a:lnTo>
                  <a:lnTo>
                    <a:pt x="1064085" y="92630"/>
                  </a:lnTo>
                  <a:lnTo>
                    <a:pt x="1019823" y="72219"/>
                  </a:lnTo>
                  <a:lnTo>
                    <a:pt x="971839" y="54013"/>
                  </a:lnTo>
                  <a:lnTo>
                    <a:pt x="920447" y="38172"/>
                  </a:lnTo>
                  <a:lnTo>
                    <a:pt x="865959" y="24854"/>
                  </a:lnTo>
                  <a:lnTo>
                    <a:pt x="808689" y="14219"/>
                  </a:lnTo>
                  <a:lnTo>
                    <a:pt x="748950" y="6425"/>
                  </a:lnTo>
                  <a:lnTo>
                    <a:pt x="687054" y="1632"/>
                  </a:lnTo>
                  <a:lnTo>
                    <a:pt x="623316" y="0"/>
                  </a:lnTo>
                  <a:close/>
                </a:path>
              </a:pathLst>
            </a:custGeom>
            <a:solidFill>
              <a:srgbClr val="9CB955"/>
            </a:solidFill>
          </p:spPr>
          <p:txBody>
            <a:bodyPr wrap="square" lIns="0" tIns="0" rIns="0" bIns="0" rtlCol="0"/>
            <a:lstStyle/>
            <a:p>
              <a:endParaRPr/>
            </a:p>
          </p:txBody>
        </p:sp>
        <p:sp>
          <p:nvSpPr>
            <p:cNvPr id="24" name="object 24"/>
            <p:cNvSpPr/>
            <p:nvPr/>
          </p:nvSpPr>
          <p:spPr>
            <a:xfrm>
              <a:off x="2025396" y="1185671"/>
              <a:ext cx="1247140" cy="632460"/>
            </a:xfrm>
            <a:custGeom>
              <a:avLst/>
              <a:gdLst/>
              <a:ahLst/>
              <a:cxnLst/>
              <a:rect l="l" t="t" r="r" b="b"/>
              <a:pathLst>
                <a:path w="1247139" h="632460">
                  <a:moveTo>
                    <a:pt x="0" y="316229"/>
                  </a:moveTo>
                  <a:lnTo>
                    <a:pt x="12661" y="252505"/>
                  </a:lnTo>
                  <a:lnTo>
                    <a:pt x="48976" y="193149"/>
                  </a:lnTo>
                  <a:lnTo>
                    <a:pt x="75220" y="165506"/>
                  </a:lnTo>
                  <a:lnTo>
                    <a:pt x="106439" y="139433"/>
                  </a:lnTo>
                  <a:lnTo>
                    <a:pt x="142319" y="115088"/>
                  </a:lnTo>
                  <a:lnTo>
                    <a:pt x="182546" y="92630"/>
                  </a:lnTo>
                  <a:lnTo>
                    <a:pt x="226808" y="72219"/>
                  </a:lnTo>
                  <a:lnTo>
                    <a:pt x="274792" y="54013"/>
                  </a:lnTo>
                  <a:lnTo>
                    <a:pt x="326184" y="38172"/>
                  </a:lnTo>
                  <a:lnTo>
                    <a:pt x="380672" y="24854"/>
                  </a:lnTo>
                  <a:lnTo>
                    <a:pt x="437942" y="14219"/>
                  </a:lnTo>
                  <a:lnTo>
                    <a:pt x="497681" y="6425"/>
                  </a:lnTo>
                  <a:lnTo>
                    <a:pt x="559577" y="1632"/>
                  </a:lnTo>
                  <a:lnTo>
                    <a:pt x="623316" y="0"/>
                  </a:lnTo>
                  <a:lnTo>
                    <a:pt x="687054" y="1632"/>
                  </a:lnTo>
                  <a:lnTo>
                    <a:pt x="748950" y="6425"/>
                  </a:lnTo>
                  <a:lnTo>
                    <a:pt x="808689" y="14219"/>
                  </a:lnTo>
                  <a:lnTo>
                    <a:pt x="865959" y="24854"/>
                  </a:lnTo>
                  <a:lnTo>
                    <a:pt x="920447" y="38172"/>
                  </a:lnTo>
                  <a:lnTo>
                    <a:pt x="971839" y="54013"/>
                  </a:lnTo>
                  <a:lnTo>
                    <a:pt x="1019823" y="72219"/>
                  </a:lnTo>
                  <a:lnTo>
                    <a:pt x="1064085" y="92630"/>
                  </a:lnTo>
                  <a:lnTo>
                    <a:pt x="1104312" y="115088"/>
                  </a:lnTo>
                  <a:lnTo>
                    <a:pt x="1140192" y="139433"/>
                  </a:lnTo>
                  <a:lnTo>
                    <a:pt x="1171411" y="165506"/>
                  </a:lnTo>
                  <a:lnTo>
                    <a:pt x="1197655" y="193149"/>
                  </a:lnTo>
                  <a:lnTo>
                    <a:pt x="1233970" y="252505"/>
                  </a:lnTo>
                  <a:lnTo>
                    <a:pt x="1246632" y="316229"/>
                  </a:lnTo>
                  <a:lnTo>
                    <a:pt x="1243414" y="348558"/>
                  </a:lnTo>
                  <a:lnTo>
                    <a:pt x="1218613" y="410258"/>
                  </a:lnTo>
                  <a:lnTo>
                    <a:pt x="1171411" y="466953"/>
                  </a:lnTo>
                  <a:lnTo>
                    <a:pt x="1140192" y="493026"/>
                  </a:lnTo>
                  <a:lnTo>
                    <a:pt x="1104312" y="517371"/>
                  </a:lnTo>
                  <a:lnTo>
                    <a:pt x="1064085" y="539829"/>
                  </a:lnTo>
                  <a:lnTo>
                    <a:pt x="1019823" y="560240"/>
                  </a:lnTo>
                  <a:lnTo>
                    <a:pt x="971839" y="578446"/>
                  </a:lnTo>
                  <a:lnTo>
                    <a:pt x="920447" y="594287"/>
                  </a:lnTo>
                  <a:lnTo>
                    <a:pt x="865959" y="607605"/>
                  </a:lnTo>
                  <a:lnTo>
                    <a:pt x="808689" y="618240"/>
                  </a:lnTo>
                  <a:lnTo>
                    <a:pt x="748950" y="626034"/>
                  </a:lnTo>
                  <a:lnTo>
                    <a:pt x="687054" y="630827"/>
                  </a:lnTo>
                  <a:lnTo>
                    <a:pt x="623316" y="632460"/>
                  </a:lnTo>
                  <a:lnTo>
                    <a:pt x="559577" y="630827"/>
                  </a:lnTo>
                  <a:lnTo>
                    <a:pt x="497681" y="626034"/>
                  </a:lnTo>
                  <a:lnTo>
                    <a:pt x="437942" y="618240"/>
                  </a:lnTo>
                  <a:lnTo>
                    <a:pt x="380672" y="607605"/>
                  </a:lnTo>
                  <a:lnTo>
                    <a:pt x="326184" y="594287"/>
                  </a:lnTo>
                  <a:lnTo>
                    <a:pt x="274792" y="578446"/>
                  </a:lnTo>
                  <a:lnTo>
                    <a:pt x="226808" y="560240"/>
                  </a:lnTo>
                  <a:lnTo>
                    <a:pt x="182546" y="539829"/>
                  </a:lnTo>
                  <a:lnTo>
                    <a:pt x="142319" y="517371"/>
                  </a:lnTo>
                  <a:lnTo>
                    <a:pt x="106439" y="493026"/>
                  </a:lnTo>
                  <a:lnTo>
                    <a:pt x="75220" y="466953"/>
                  </a:lnTo>
                  <a:lnTo>
                    <a:pt x="48976" y="439310"/>
                  </a:lnTo>
                  <a:lnTo>
                    <a:pt x="12661" y="379954"/>
                  </a:lnTo>
                  <a:lnTo>
                    <a:pt x="0" y="316229"/>
                  </a:lnTo>
                  <a:close/>
                </a:path>
              </a:pathLst>
            </a:custGeom>
            <a:ln w="6096">
              <a:solidFill>
                <a:srgbClr val="FFFFFF"/>
              </a:solidFill>
            </a:ln>
          </p:spPr>
          <p:txBody>
            <a:bodyPr wrap="square" lIns="0" tIns="0" rIns="0" bIns="0" rtlCol="0"/>
            <a:lstStyle/>
            <a:p>
              <a:endParaRPr/>
            </a:p>
          </p:txBody>
        </p:sp>
      </p:grpSp>
      <p:sp>
        <p:nvSpPr>
          <p:cNvPr id="25" name="object 25"/>
          <p:cNvSpPr txBox="1"/>
          <p:nvPr/>
        </p:nvSpPr>
        <p:spPr>
          <a:xfrm>
            <a:off x="2311145" y="1398778"/>
            <a:ext cx="67818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libri"/>
                <a:cs typeface="Calibri"/>
              </a:rPr>
              <a:t>Job</a:t>
            </a:r>
            <a:r>
              <a:rPr sz="1200" spc="-65" dirty="0">
                <a:latin typeface="Calibri"/>
                <a:cs typeface="Calibri"/>
              </a:rPr>
              <a:t> </a:t>
            </a:r>
            <a:r>
              <a:rPr sz="1200" spc="-5" dirty="0">
                <a:latin typeface="Calibri"/>
                <a:cs typeface="Calibri"/>
              </a:rPr>
              <a:t>Object</a:t>
            </a:r>
            <a:endParaRPr sz="1200">
              <a:latin typeface="Calibri"/>
              <a:cs typeface="Calibri"/>
            </a:endParaRPr>
          </a:p>
        </p:txBody>
      </p:sp>
      <p:grpSp>
        <p:nvGrpSpPr>
          <p:cNvPr id="26" name="object 26"/>
          <p:cNvGrpSpPr/>
          <p:nvPr/>
        </p:nvGrpSpPr>
        <p:grpSpPr>
          <a:xfrm>
            <a:off x="1621536" y="1476755"/>
            <a:ext cx="4424680" cy="1954530"/>
            <a:chOff x="1621536" y="1476755"/>
            <a:chExt cx="4424680" cy="1954530"/>
          </a:xfrm>
        </p:grpSpPr>
        <p:sp>
          <p:nvSpPr>
            <p:cNvPr id="27" name="object 27"/>
            <p:cNvSpPr/>
            <p:nvPr/>
          </p:nvSpPr>
          <p:spPr>
            <a:xfrm>
              <a:off x="4735068" y="3006852"/>
              <a:ext cx="1306195" cy="419100"/>
            </a:xfrm>
            <a:custGeom>
              <a:avLst/>
              <a:gdLst/>
              <a:ahLst/>
              <a:cxnLst/>
              <a:rect l="l" t="t" r="r" b="b"/>
              <a:pathLst>
                <a:path w="1306195" h="419100">
                  <a:moveTo>
                    <a:pt x="1236218" y="0"/>
                  </a:moveTo>
                  <a:lnTo>
                    <a:pt x="69850" y="0"/>
                  </a:lnTo>
                  <a:lnTo>
                    <a:pt x="42648" y="5484"/>
                  </a:lnTo>
                  <a:lnTo>
                    <a:pt x="20447" y="20447"/>
                  </a:lnTo>
                  <a:lnTo>
                    <a:pt x="5484" y="42648"/>
                  </a:lnTo>
                  <a:lnTo>
                    <a:pt x="0" y="69850"/>
                  </a:lnTo>
                  <a:lnTo>
                    <a:pt x="0" y="349250"/>
                  </a:lnTo>
                  <a:lnTo>
                    <a:pt x="5484" y="376451"/>
                  </a:lnTo>
                  <a:lnTo>
                    <a:pt x="20447" y="398653"/>
                  </a:lnTo>
                  <a:lnTo>
                    <a:pt x="42648" y="413615"/>
                  </a:lnTo>
                  <a:lnTo>
                    <a:pt x="69850" y="419100"/>
                  </a:lnTo>
                  <a:lnTo>
                    <a:pt x="1236218" y="419100"/>
                  </a:lnTo>
                  <a:lnTo>
                    <a:pt x="1263419" y="413615"/>
                  </a:lnTo>
                  <a:lnTo>
                    <a:pt x="1285621" y="398652"/>
                  </a:lnTo>
                  <a:lnTo>
                    <a:pt x="1300583" y="376451"/>
                  </a:lnTo>
                  <a:lnTo>
                    <a:pt x="1306068" y="349250"/>
                  </a:lnTo>
                  <a:lnTo>
                    <a:pt x="1306068" y="69850"/>
                  </a:lnTo>
                  <a:lnTo>
                    <a:pt x="1300583" y="42648"/>
                  </a:lnTo>
                  <a:lnTo>
                    <a:pt x="1285621" y="20446"/>
                  </a:lnTo>
                  <a:lnTo>
                    <a:pt x="1263419" y="5484"/>
                  </a:lnTo>
                  <a:lnTo>
                    <a:pt x="1236218" y="0"/>
                  </a:lnTo>
                  <a:close/>
                </a:path>
              </a:pathLst>
            </a:custGeom>
            <a:solidFill>
              <a:srgbClr val="FFFFFF"/>
            </a:solidFill>
          </p:spPr>
          <p:txBody>
            <a:bodyPr wrap="square" lIns="0" tIns="0" rIns="0" bIns="0" rtlCol="0"/>
            <a:lstStyle/>
            <a:p>
              <a:endParaRPr/>
            </a:p>
          </p:txBody>
        </p:sp>
        <p:sp>
          <p:nvSpPr>
            <p:cNvPr id="28" name="object 28"/>
            <p:cNvSpPr/>
            <p:nvPr/>
          </p:nvSpPr>
          <p:spPr>
            <a:xfrm>
              <a:off x="4735068" y="3006852"/>
              <a:ext cx="1306195" cy="419100"/>
            </a:xfrm>
            <a:custGeom>
              <a:avLst/>
              <a:gdLst/>
              <a:ahLst/>
              <a:cxnLst/>
              <a:rect l="l" t="t" r="r" b="b"/>
              <a:pathLst>
                <a:path w="1306195" h="419100">
                  <a:moveTo>
                    <a:pt x="0" y="69850"/>
                  </a:moveTo>
                  <a:lnTo>
                    <a:pt x="5484" y="42648"/>
                  </a:lnTo>
                  <a:lnTo>
                    <a:pt x="20447" y="20447"/>
                  </a:lnTo>
                  <a:lnTo>
                    <a:pt x="42648" y="5484"/>
                  </a:lnTo>
                  <a:lnTo>
                    <a:pt x="69850" y="0"/>
                  </a:lnTo>
                  <a:lnTo>
                    <a:pt x="1236218" y="0"/>
                  </a:lnTo>
                  <a:lnTo>
                    <a:pt x="1263419" y="5484"/>
                  </a:lnTo>
                  <a:lnTo>
                    <a:pt x="1285621" y="20446"/>
                  </a:lnTo>
                  <a:lnTo>
                    <a:pt x="1300583" y="42648"/>
                  </a:lnTo>
                  <a:lnTo>
                    <a:pt x="1306068" y="69850"/>
                  </a:lnTo>
                  <a:lnTo>
                    <a:pt x="1306068" y="349250"/>
                  </a:lnTo>
                  <a:lnTo>
                    <a:pt x="1300583" y="376451"/>
                  </a:lnTo>
                  <a:lnTo>
                    <a:pt x="1285621" y="398652"/>
                  </a:lnTo>
                  <a:lnTo>
                    <a:pt x="1263419" y="413615"/>
                  </a:lnTo>
                  <a:lnTo>
                    <a:pt x="1236218" y="419100"/>
                  </a:lnTo>
                  <a:lnTo>
                    <a:pt x="69850" y="419100"/>
                  </a:lnTo>
                  <a:lnTo>
                    <a:pt x="42648" y="413615"/>
                  </a:lnTo>
                  <a:lnTo>
                    <a:pt x="20447" y="398653"/>
                  </a:lnTo>
                  <a:lnTo>
                    <a:pt x="5484" y="376451"/>
                  </a:lnTo>
                  <a:lnTo>
                    <a:pt x="0" y="349250"/>
                  </a:lnTo>
                  <a:lnTo>
                    <a:pt x="0" y="69850"/>
                  </a:lnTo>
                  <a:close/>
                </a:path>
              </a:pathLst>
            </a:custGeom>
            <a:ln w="9144">
              <a:solidFill>
                <a:srgbClr val="5F5F5F"/>
              </a:solidFill>
            </a:ln>
          </p:spPr>
          <p:txBody>
            <a:bodyPr wrap="square" lIns="0" tIns="0" rIns="0" bIns="0" rtlCol="0"/>
            <a:lstStyle/>
            <a:p>
              <a:endParaRPr/>
            </a:p>
          </p:txBody>
        </p:sp>
        <p:sp>
          <p:nvSpPr>
            <p:cNvPr id="29" name="object 29"/>
            <p:cNvSpPr/>
            <p:nvPr/>
          </p:nvSpPr>
          <p:spPr>
            <a:xfrm>
              <a:off x="1621536" y="1476755"/>
              <a:ext cx="396240" cy="76200"/>
            </a:xfrm>
            <a:custGeom>
              <a:avLst/>
              <a:gdLst/>
              <a:ahLst/>
              <a:cxnLst/>
              <a:rect l="l" t="t" r="r" b="b"/>
              <a:pathLst>
                <a:path w="396239" h="76200">
                  <a:moveTo>
                    <a:pt x="101600" y="31750"/>
                  </a:moveTo>
                  <a:lnTo>
                    <a:pt x="0" y="31750"/>
                  </a:lnTo>
                  <a:lnTo>
                    <a:pt x="0" y="44450"/>
                  </a:lnTo>
                  <a:lnTo>
                    <a:pt x="101600" y="44450"/>
                  </a:lnTo>
                  <a:lnTo>
                    <a:pt x="101600" y="31750"/>
                  </a:lnTo>
                  <a:close/>
                </a:path>
                <a:path w="396239" h="76200">
                  <a:moveTo>
                    <a:pt x="241300" y="31750"/>
                  </a:moveTo>
                  <a:lnTo>
                    <a:pt x="139700" y="31750"/>
                  </a:lnTo>
                  <a:lnTo>
                    <a:pt x="139700" y="44450"/>
                  </a:lnTo>
                  <a:lnTo>
                    <a:pt x="241300" y="44450"/>
                  </a:lnTo>
                  <a:lnTo>
                    <a:pt x="241300" y="31750"/>
                  </a:lnTo>
                  <a:close/>
                </a:path>
                <a:path w="396239" h="76200">
                  <a:moveTo>
                    <a:pt x="319786" y="0"/>
                  </a:moveTo>
                  <a:lnTo>
                    <a:pt x="319786" y="76200"/>
                  </a:lnTo>
                  <a:lnTo>
                    <a:pt x="383286" y="44450"/>
                  </a:lnTo>
                  <a:lnTo>
                    <a:pt x="332486" y="44450"/>
                  </a:lnTo>
                  <a:lnTo>
                    <a:pt x="332486" y="31750"/>
                  </a:lnTo>
                  <a:lnTo>
                    <a:pt x="383286" y="31750"/>
                  </a:lnTo>
                  <a:lnTo>
                    <a:pt x="319786" y="0"/>
                  </a:lnTo>
                  <a:close/>
                </a:path>
                <a:path w="396239" h="76200">
                  <a:moveTo>
                    <a:pt x="319786" y="31750"/>
                  </a:moveTo>
                  <a:lnTo>
                    <a:pt x="279400" y="31750"/>
                  </a:lnTo>
                  <a:lnTo>
                    <a:pt x="279400" y="44450"/>
                  </a:lnTo>
                  <a:lnTo>
                    <a:pt x="319786" y="44450"/>
                  </a:lnTo>
                  <a:lnTo>
                    <a:pt x="319786" y="31750"/>
                  </a:lnTo>
                  <a:close/>
                </a:path>
                <a:path w="396239" h="76200">
                  <a:moveTo>
                    <a:pt x="383286" y="31750"/>
                  </a:moveTo>
                  <a:lnTo>
                    <a:pt x="332486" y="31750"/>
                  </a:lnTo>
                  <a:lnTo>
                    <a:pt x="332486" y="44450"/>
                  </a:lnTo>
                  <a:lnTo>
                    <a:pt x="383286" y="44450"/>
                  </a:lnTo>
                  <a:lnTo>
                    <a:pt x="395986" y="38100"/>
                  </a:lnTo>
                  <a:lnTo>
                    <a:pt x="383286" y="31750"/>
                  </a:lnTo>
                  <a:close/>
                </a:path>
              </a:pathLst>
            </a:custGeom>
            <a:solidFill>
              <a:srgbClr val="006FC0"/>
            </a:solidFill>
          </p:spPr>
          <p:txBody>
            <a:bodyPr wrap="square" lIns="0" tIns="0" rIns="0" bIns="0" rtlCol="0"/>
            <a:lstStyle/>
            <a:p>
              <a:endParaRPr/>
            </a:p>
          </p:txBody>
        </p:sp>
      </p:grpSp>
      <p:sp>
        <p:nvSpPr>
          <p:cNvPr id="30" name="object 30"/>
          <p:cNvSpPr txBox="1"/>
          <p:nvPr/>
        </p:nvSpPr>
        <p:spPr>
          <a:xfrm>
            <a:off x="754176" y="1706117"/>
            <a:ext cx="760095" cy="499745"/>
          </a:xfrm>
          <a:prstGeom prst="rect">
            <a:avLst/>
          </a:prstGeom>
        </p:spPr>
        <p:txBody>
          <a:bodyPr vert="horz" wrap="square" lIns="0" tIns="12700" rIns="0" bIns="0" rtlCol="0">
            <a:spAutoFit/>
          </a:bodyPr>
          <a:lstStyle/>
          <a:p>
            <a:pPr marL="12700" marR="5080" indent="78105">
              <a:lnSpc>
                <a:spcPct val="129700"/>
              </a:lnSpc>
              <a:spcBef>
                <a:spcPts val="100"/>
              </a:spcBef>
            </a:pPr>
            <a:r>
              <a:rPr sz="1200" spc="-5" dirty="0">
                <a:latin typeface="Calibri"/>
                <a:cs typeface="Calibri"/>
              </a:rPr>
              <a:t>C</a:t>
            </a:r>
            <a:r>
              <a:rPr sz="1200" dirty="0">
                <a:latin typeface="Calibri"/>
                <a:cs typeface="Calibri"/>
              </a:rPr>
              <a:t>lie</a:t>
            </a:r>
            <a:r>
              <a:rPr sz="1200" spc="-5" dirty="0">
                <a:latin typeface="Calibri"/>
                <a:cs typeface="Calibri"/>
              </a:rPr>
              <a:t>n</a:t>
            </a:r>
            <a:r>
              <a:rPr sz="1200" dirty="0">
                <a:latin typeface="Calibri"/>
                <a:cs typeface="Calibri"/>
              </a:rPr>
              <a:t>t</a:t>
            </a:r>
            <a:r>
              <a:rPr sz="1200" spc="-15" dirty="0">
                <a:latin typeface="Calibri"/>
                <a:cs typeface="Calibri"/>
              </a:rPr>
              <a:t> </a:t>
            </a:r>
            <a:r>
              <a:rPr sz="1200" dirty="0">
                <a:latin typeface="Calibri"/>
                <a:cs typeface="Calibri"/>
              </a:rPr>
              <a:t>JVM  </a:t>
            </a:r>
            <a:r>
              <a:rPr sz="1200" spc="-5" dirty="0">
                <a:solidFill>
                  <a:srgbClr val="5F5F5F"/>
                </a:solidFill>
                <a:latin typeface="Calibri"/>
                <a:cs typeface="Calibri"/>
              </a:rPr>
              <a:t>Client</a:t>
            </a:r>
            <a:endParaRPr sz="1200">
              <a:latin typeface="Calibri"/>
              <a:cs typeface="Calibri"/>
            </a:endParaRPr>
          </a:p>
        </p:txBody>
      </p:sp>
      <p:sp>
        <p:nvSpPr>
          <p:cNvPr id="31" name="object 31"/>
          <p:cNvSpPr txBox="1"/>
          <p:nvPr/>
        </p:nvSpPr>
        <p:spPr>
          <a:xfrm>
            <a:off x="6594347" y="1295400"/>
            <a:ext cx="1355090" cy="441959"/>
          </a:xfrm>
          <a:prstGeom prst="rect">
            <a:avLst/>
          </a:prstGeom>
          <a:solidFill>
            <a:srgbClr val="0D80B8"/>
          </a:solidFill>
          <a:ln w="6096">
            <a:solidFill>
              <a:srgbClr val="FFFFFF"/>
            </a:solidFill>
          </a:ln>
        </p:spPr>
        <p:txBody>
          <a:bodyPr vert="horz" wrap="square" lIns="0" tIns="27940" rIns="0" bIns="0" rtlCol="0">
            <a:spAutoFit/>
          </a:bodyPr>
          <a:lstStyle/>
          <a:p>
            <a:pPr marL="402590" marR="382270" indent="-6350">
              <a:lnSpc>
                <a:spcPct val="100000"/>
              </a:lnSpc>
              <a:spcBef>
                <a:spcPts val="220"/>
              </a:spcBef>
            </a:pPr>
            <a:r>
              <a:rPr sz="1200" spc="-30" dirty="0">
                <a:latin typeface="Calibri"/>
                <a:cs typeface="Calibri"/>
              </a:rPr>
              <a:t>R</a:t>
            </a:r>
            <a:r>
              <a:rPr sz="1200" dirty="0">
                <a:latin typeface="Calibri"/>
                <a:cs typeface="Calibri"/>
              </a:rPr>
              <a:t>esou</a:t>
            </a:r>
            <a:r>
              <a:rPr sz="1200" spc="-15" dirty="0">
                <a:latin typeface="Calibri"/>
                <a:cs typeface="Calibri"/>
              </a:rPr>
              <a:t>r</a:t>
            </a:r>
            <a:r>
              <a:rPr sz="1200" spc="-5" dirty="0">
                <a:latin typeface="Calibri"/>
                <a:cs typeface="Calibri"/>
              </a:rPr>
              <a:t>c</a:t>
            </a:r>
            <a:r>
              <a:rPr sz="1200" dirty="0">
                <a:latin typeface="Calibri"/>
                <a:cs typeface="Calibri"/>
              </a:rPr>
              <a:t>e  Ma</a:t>
            </a:r>
            <a:r>
              <a:rPr sz="1200" spc="5" dirty="0">
                <a:latin typeface="Calibri"/>
                <a:cs typeface="Calibri"/>
              </a:rPr>
              <a:t>n</a:t>
            </a:r>
            <a:r>
              <a:rPr sz="1200" dirty="0">
                <a:latin typeface="Calibri"/>
                <a:cs typeface="Calibri"/>
              </a:rPr>
              <a:t>a</a:t>
            </a:r>
            <a:r>
              <a:rPr sz="1200" spc="-15" dirty="0">
                <a:latin typeface="Calibri"/>
                <a:cs typeface="Calibri"/>
              </a:rPr>
              <a:t>g</a:t>
            </a:r>
            <a:r>
              <a:rPr sz="1200" dirty="0">
                <a:latin typeface="Calibri"/>
                <a:cs typeface="Calibri"/>
              </a:rPr>
              <a:t>er</a:t>
            </a:r>
            <a:endParaRPr sz="1200">
              <a:latin typeface="Calibri"/>
              <a:cs typeface="Calibri"/>
            </a:endParaRPr>
          </a:p>
        </p:txBody>
      </p:sp>
      <p:sp>
        <p:nvSpPr>
          <p:cNvPr id="32" name="object 32"/>
          <p:cNvSpPr txBox="1"/>
          <p:nvPr/>
        </p:nvSpPr>
        <p:spPr>
          <a:xfrm>
            <a:off x="6662673" y="1009269"/>
            <a:ext cx="122555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Ma</a:t>
            </a:r>
            <a:r>
              <a:rPr sz="1200" spc="5" dirty="0">
                <a:solidFill>
                  <a:srgbClr val="006FC0"/>
                </a:solidFill>
                <a:latin typeface="Calibri"/>
                <a:cs typeface="Calibri"/>
              </a:rPr>
              <a:t>n</a:t>
            </a:r>
            <a:r>
              <a:rPr sz="1200" dirty="0">
                <a:solidFill>
                  <a:srgbClr val="006FC0"/>
                </a:solidFill>
                <a:latin typeface="Calibri"/>
                <a:cs typeface="Calibri"/>
              </a:rPr>
              <a:t>a</a:t>
            </a:r>
            <a:r>
              <a:rPr sz="1200" spc="-15" dirty="0">
                <a:solidFill>
                  <a:srgbClr val="006FC0"/>
                </a:solidFill>
                <a:latin typeface="Calibri"/>
                <a:cs typeface="Calibri"/>
              </a:rPr>
              <a:t>g</a:t>
            </a:r>
            <a:r>
              <a:rPr sz="1200" dirty="0">
                <a:solidFill>
                  <a:srgbClr val="006FC0"/>
                </a:solidFill>
                <a:latin typeface="Calibri"/>
                <a:cs typeface="Calibri"/>
              </a:rPr>
              <a:t>em</a:t>
            </a:r>
            <a:r>
              <a:rPr sz="1200" spc="5" dirty="0">
                <a:solidFill>
                  <a:srgbClr val="006FC0"/>
                </a:solidFill>
                <a:latin typeface="Calibri"/>
                <a:cs typeface="Calibri"/>
              </a:rPr>
              <a:t>e</a:t>
            </a:r>
            <a:r>
              <a:rPr sz="1200" spc="-10" dirty="0">
                <a:solidFill>
                  <a:srgbClr val="006FC0"/>
                </a:solidFill>
                <a:latin typeface="Calibri"/>
                <a:cs typeface="Calibri"/>
              </a:rPr>
              <a:t>n</a:t>
            </a:r>
            <a:r>
              <a:rPr sz="1200" dirty="0">
                <a:solidFill>
                  <a:srgbClr val="006FC0"/>
                </a:solidFill>
                <a:latin typeface="Calibri"/>
                <a:cs typeface="Calibri"/>
              </a:rPr>
              <a:t>t</a:t>
            </a:r>
            <a:r>
              <a:rPr sz="1200" spc="-30" dirty="0">
                <a:solidFill>
                  <a:srgbClr val="006FC0"/>
                </a:solidFill>
                <a:latin typeface="Calibri"/>
                <a:cs typeface="Calibri"/>
              </a:rPr>
              <a:t> </a:t>
            </a:r>
            <a:r>
              <a:rPr sz="1200" dirty="0">
                <a:solidFill>
                  <a:srgbClr val="006FC0"/>
                </a:solidFill>
                <a:latin typeface="Calibri"/>
                <a:cs typeface="Calibri"/>
              </a:rPr>
              <a:t>N</a:t>
            </a:r>
            <a:r>
              <a:rPr sz="1200" spc="-5" dirty="0">
                <a:solidFill>
                  <a:srgbClr val="006FC0"/>
                </a:solidFill>
                <a:latin typeface="Calibri"/>
                <a:cs typeface="Calibri"/>
              </a:rPr>
              <a:t>o</a:t>
            </a:r>
            <a:r>
              <a:rPr sz="1200" spc="5" dirty="0">
                <a:solidFill>
                  <a:srgbClr val="006FC0"/>
                </a:solidFill>
                <a:latin typeface="Calibri"/>
                <a:cs typeface="Calibri"/>
              </a:rPr>
              <a:t>d</a:t>
            </a:r>
            <a:r>
              <a:rPr sz="1200" dirty="0">
                <a:solidFill>
                  <a:srgbClr val="006FC0"/>
                </a:solidFill>
                <a:latin typeface="Calibri"/>
                <a:cs typeface="Calibri"/>
              </a:rPr>
              <a:t>e</a:t>
            </a:r>
            <a:endParaRPr sz="1200">
              <a:latin typeface="Calibri"/>
              <a:cs typeface="Calibri"/>
            </a:endParaRPr>
          </a:p>
        </p:txBody>
      </p:sp>
      <p:sp>
        <p:nvSpPr>
          <p:cNvPr id="33" name="object 33"/>
          <p:cNvSpPr txBox="1"/>
          <p:nvPr/>
        </p:nvSpPr>
        <p:spPr>
          <a:xfrm>
            <a:off x="4908550" y="3102991"/>
            <a:ext cx="95313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Node</a:t>
            </a:r>
            <a:r>
              <a:rPr sz="1200" spc="-60" dirty="0">
                <a:solidFill>
                  <a:srgbClr val="5F5F5F"/>
                </a:solidFill>
                <a:latin typeface="Calibri"/>
                <a:cs typeface="Calibri"/>
              </a:rPr>
              <a:t> </a:t>
            </a:r>
            <a:r>
              <a:rPr sz="1200" spc="-5" dirty="0">
                <a:solidFill>
                  <a:srgbClr val="5F5F5F"/>
                </a:solidFill>
                <a:latin typeface="Calibri"/>
                <a:cs typeface="Calibri"/>
              </a:rPr>
              <a:t>Manager</a:t>
            </a:r>
            <a:endParaRPr sz="1200">
              <a:latin typeface="Calibri"/>
              <a:cs typeface="Calibri"/>
            </a:endParaRPr>
          </a:p>
        </p:txBody>
      </p:sp>
      <p:grpSp>
        <p:nvGrpSpPr>
          <p:cNvPr id="34" name="object 34"/>
          <p:cNvGrpSpPr/>
          <p:nvPr/>
        </p:nvGrpSpPr>
        <p:grpSpPr>
          <a:xfrm>
            <a:off x="4730305" y="4050601"/>
            <a:ext cx="1315720" cy="428625"/>
            <a:chOff x="4730305" y="4050601"/>
            <a:chExt cx="1315720" cy="428625"/>
          </a:xfrm>
        </p:grpSpPr>
        <p:sp>
          <p:nvSpPr>
            <p:cNvPr id="35" name="object 35"/>
            <p:cNvSpPr/>
            <p:nvPr/>
          </p:nvSpPr>
          <p:spPr>
            <a:xfrm>
              <a:off x="4735067" y="4055364"/>
              <a:ext cx="1306195" cy="419100"/>
            </a:xfrm>
            <a:custGeom>
              <a:avLst/>
              <a:gdLst/>
              <a:ahLst/>
              <a:cxnLst/>
              <a:rect l="l" t="t" r="r" b="b"/>
              <a:pathLst>
                <a:path w="1306195" h="419100">
                  <a:moveTo>
                    <a:pt x="1236218" y="0"/>
                  </a:moveTo>
                  <a:lnTo>
                    <a:pt x="69850" y="0"/>
                  </a:lnTo>
                  <a:lnTo>
                    <a:pt x="42648" y="5488"/>
                  </a:lnTo>
                  <a:lnTo>
                    <a:pt x="20447" y="20456"/>
                  </a:lnTo>
                  <a:lnTo>
                    <a:pt x="5484" y="42658"/>
                  </a:lnTo>
                  <a:lnTo>
                    <a:pt x="0" y="69850"/>
                  </a:lnTo>
                  <a:lnTo>
                    <a:pt x="0" y="349250"/>
                  </a:lnTo>
                  <a:lnTo>
                    <a:pt x="5484" y="376435"/>
                  </a:lnTo>
                  <a:lnTo>
                    <a:pt x="20447" y="398638"/>
                  </a:lnTo>
                  <a:lnTo>
                    <a:pt x="42648" y="413609"/>
                  </a:lnTo>
                  <a:lnTo>
                    <a:pt x="69850" y="419100"/>
                  </a:lnTo>
                  <a:lnTo>
                    <a:pt x="1236218" y="419100"/>
                  </a:lnTo>
                  <a:lnTo>
                    <a:pt x="1263419" y="413609"/>
                  </a:lnTo>
                  <a:lnTo>
                    <a:pt x="1285621" y="398638"/>
                  </a:lnTo>
                  <a:lnTo>
                    <a:pt x="1300583" y="376435"/>
                  </a:lnTo>
                  <a:lnTo>
                    <a:pt x="1306068" y="349250"/>
                  </a:lnTo>
                  <a:lnTo>
                    <a:pt x="1306068" y="69850"/>
                  </a:lnTo>
                  <a:lnTo>
                    <a:pt x="1300583" y="42658"/>
                  </a:lnTo>
                  <a:lnTo>
                    <a:pt x="1285621" y="20456"/>
                  </a:lnTo>
                  <a:lnTo>
                    <a:pt x="1263419" y="5488"/>
                  </a:lnTo>
                  <a:lnTo>
                    <a:pt x="1236218" y="0"/>
                  </a:lnTo>
                  <a:close/>
                </a:path>
              </a:pathLst>
            </a:custGeom>
            <a:solidFill>
              <a:srgbClr val="FFFFFF"/>
            </a:solidFill>
          </p:spPr>
          <p:txBody>
            <a:bodyPr wrap="square" lIns="0" tIns="0" rIns="0" bIns="0" rtlCol="0"/>
            <a:lstStyle/>
            <a:p>
              <a:endParaRPr/>
            </a:p>
          </p:txBody>
        </p:sp>
        <p:sp>
          <p:nvSpPr>
            <p:cNvPr id="36" name="object 36"/>
            <p:cNvSpPr/>
            <p:nvPr/>
          </p:nvSpPr>
          <p:spPr>
            <a:xfrm>
              <a:off x="4735067" y="4055364"/>
              <a:ext cx="1306195" cy="419100"/>
            </a:xfrm>
            <a:custGeom>
              <a:avLst/>
              <a:gdLst/>
              <a:ahLst/>
              <a:cxnLst/>
              <a:rect l="l" t="t" r="r" b="b"/>
              <a:pathLst>
                <a:path w="1306195" h="419100">
                  <a:moveTo>
                    <a:pt x="0" y="69850"/>
                  </a:moveTo>
                  <a:lnTo>
                    <a:pt x="5484" y="42658"/>
                  </a:lnTo>
                  <a:lnTo>
                    <a:pt x="20447" y="20456"/>
                  </a:lnTo>
                  <a:lnTo>
                    <a:pt x="42648" y="5488"/>
                  </a:lnTo>
                  <a:lnTo>
                    <a:pt x="69850" y="0"/>
                  </a:lnTo>
                  <a:lnTo>
                    <a:pt x="1236218" y="0"/>
                  </a:lnTo>
                  <a:lnTo>
                    <a:pt x="1263419" y="5488"/>
                  </a:lnTo>
                  <a:lnTo>
                    <a:pt x="1285621" y="20456"/>
                  </a:lnTo>
                  <a:lnTo>
                    <a:pt x="1300583" y="42658"/>
                  </a:lnTo>
                  <a:lnTo>
                    <a:pt x="1306068" y="69850"/>
                  </a:lnTo>
                  <a:lnTo>
                    <a:pt x="1306068" y="349250"/>
                  </a:lnTo>
                  <a:lnTo>
                    <a:pt x="1300583" y="376435"/>
                  </a:lnTo>
                  <a:lnTo>
                    <a:pt x="1285621" y="398638"/>
                  </a:lnTo>
                  <a:lnTo>
                    <a:pt x="1263419" y="413609"/>
                  </a:lnTo>
                  <a:lnTo>
                    <a:pt x="1236218" y="419100"/>
                  </a:lnTo>
                  <a:lnTo>
                    <a:pt x="69850" y="419100"/>
                  </a:lnTo>
                  <a:lnTo>
                    <a:pt x="42648" y="413609"/>
                  </a:lnTo>
                  <a:lnTo>
                    <a:pt x="20447" y="398638"/>
                  </a:lnTo>
                  <a:lnTo>
                    <a:pt x="5484" y="376435"/>
                  </a:lnTo>
                  <a:lnTo>
                    <a:pt x="0" y="349250"/>
                  </a:lnTo>
                  <a:lnTo>
                    <a:pt x="0" y="69850"/>
                  </a:lnTo>
                  <a:close/>
                </a:path>
              </a:pathLst>
            </a:custGeom>
            <a:ln w="9144">
              <a:solidFill>
                <a:srgbClr val="5F5F5F"/>
              </a:solidFill>
            </a:ln>
          </p:spPr>
          <p:txBody>
            <a:bodyPr wrap="square" lIns="0" tIns="0" rIns="0" bIns="0" rtlCol="0"/>
            <a:lstStyle/>
            <a:p>
              <a:endParaRPr/>
            </a:p>
          </p:txBody>
        </p:sp>
      </p:grpSp>
      <p:sp>
        <p:nvSpPr>
          <p:cNvPr id="37" name="object 37"/>
          <p:cNvSpPr txBox="1"/>
          <p:nvPr/>
        </p:nvSpPr>
        <p:spPr>
          <a:xfrm>
            <a:off x="4910454" y="4151782"/>
            <a:ext cx="96393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MR</a:t>
            </a:r>
            <a:r>
              <a:rPr sz="1200" spc="-65" dirty="0">
                <a:solidFill>
                  <a:srgbClr val="5F5F5F"/>
                </a:solidFill>
                <a:latin typeface="Calibri"/>
                <a:cs typeface="Calibri"/>
              </a:rPr>
              <a:t> </a:t>
            </a:r>
            <a:r>
              <a:rPr sz="1200" spc="-5" dirty="0">
                <a:solidFill>
                  <a:srgbClr val="5F5F5F"/>
                </a:solidFill>
                <a:latin typeface="Calibri"/>
                <a:cs typeface="Calibri"/>
              </a:rPr>
              <a:t>AppMaster</a:t>
            </a:r>
            <a:endParaRPr sz="1200">
              <a:latin typeface="Calibri"/>
              <a:cs typeface="Calibri"/>
            </a:endParaRPr>
          </a:p>
        </p:txBody>
      </p:sp>
      <p:sp>
        <p:nvSpPr>
          <p:cNvPr id="38" name="object 38"/>
          <p:cNvSpPr txBox="1"/>
          <p:nvPr/>
        </p:nvSpPr>
        <p:spPr>
          <a:xfrm>
            <a:off x="4910709" y="4512665"/>
            <a:ext cx="683895"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6FC0"/>
                </a:solidFill>
                <a:latin typeface="Calibri"/>
                <a:cs typeface="Calibri"/>
              </a:rPr>
              <a:t>D</a:t>
            </a:r>
            <a:r>
              <a:rPr sz="1200" spc="-15" dirty="0">
                <a:solidFill>
                  <a:srgbClr val="006FC0"/>
                </a:solidFill>
                <a:latin typeface="Calibri"/>
                <a:cs typeface="Calibri"/>
              </a:rPr>
              <a:t>a</a:t>
            </a:r>
            <a:r>
              <a:rPr sz="1200" spc="-10" dirty="0">
                <a:solidFill>
                  <a:srgbClr val="006FC0"/>
                </a:solidFill>
                <a:latin typeface="Calibri"/>
                <a:cs typeface="Calibri"/>
              </a:rPr>
              <a:t>t</a:t>
            </a:r>
            <a:r>
              <a:rPr sz="1200" dirty="0">
                <a:solidFill>
                  <a:srgbClr val="006FC0"/>
                </a:solidFill>
                <a:latin typeface="Calibri"/>
                <a:cs typeface="Calibri"/>
              </a:rPr>
              <a:t>a</a:t>
            </a:r>
            <a:r>
              <a:rPr sz="1200" spc="-20" dirty="0">
                <a:solidFill>
                  <a:srgbClr val="006FC0"/>
                </a:solidFill>
                <a:latin typeface="Calibri"/>
                <a:cs typeface="Calibri"/>
              </a:rPr>
              <a:t> </a:t>
            </a:r>
            <a:r>
              <a:rPr sz="1200" dirty="0">
                <a:solidFill>
                  <a:srgbClr val="006FC0"/>
                </a:solidFill>
                <a:latin typeface="Calibri"/>
                <a:cs typeface="Calibri"/>
              </a:rPr>
              <a:t>N</a:t>
            </a:r>
            <a:r>
              <a:rPr sz="1200" spc="5" dirty="0">
                <a:solidFill>
                  <a:srgbClr val="006FC0"/>
                </a:solidFill>
                <a:latin typeface="Calibri"/>
                <a:cs typeface="Calibri"/>
              </a:rPr>
              <a:t>o</a:t>
            </a:r>
            <a:r>
              <a:rPr sz="1200" dirty="0">
                <a:solidFill>
                  <a:srgbClr val="006FC0"/>
                </a:solidFill>
                <a:latin typeface="Calibri"/>
                <a:cs typeface="Calibri"/>
              </a:rPr>
              <a:t>de</a:t>
            </a:r>
            <a:endParaRPr sz="1200">
              <a:latin typeface="Calibri"/>
              <a:cs typeface="Calibri"/>
            </a:endParaRPr>
          </a:p>
        </p:txBody>
      </p:sp>
      <p:grpSp>
        <p:nvGrpSpPr>
          <p:cNvPr id="39" name="object 39"/>
          <p:cNvGrpSpPr/>
          <p:nvPr/>
        </p:nvGrpSpPr>
        <p:grpSpPr>
          <a:xfrm>
            <a:off x="6807517" y="2931985"/>
            <a:ext cx="1243965" cy="1741170"/>
            <a:chOff x="6807517" y="2931985"/>
            <a:chExt cx="1243965" cy="1741170"/>
          </a:xfrm>
        </p:grpSpPr>
        <p:sp>
          <p:nvSpPr>
            <p:cNvPr id="40" name="object 40"/>
            <p:cNvSpPr/>
            <p:nvPr/>
          </p:nvSpPr>
          <p:spPr>
            <a:xfrm>
              <a:off x="6812280" y="2936748"/>
              <a:ext cx="1234440" cy="1725295"/>
            </a:xfrm>
            <a:custGeom>
              <a:avLst/>
              <a:gdLst/>
              <a:ahLst/>
              <a:cxnLst/>
              <a:rect l="l" t="t" r="r" b="b"/>
              <a:pathLst>
                <a:path w="1234440" h="1725295">
                  <a:moveTo>
                    <a:pt x="1028700" y="0"/>
                  </a:moveTo>
                  <a:lnTo>
                    <a:pt x="205740" y="0"/>
                  </a:lnTo>
                  <a:lnTo>
                    <a:pt x="158553" y="5431"/>
                  </a:lnTo>
                  <a:lnTo>
                    <a:pt x="115244" y="20905"/>
                  </a:lnTo>
                  <a:lnTo>
                    <a:pt x="77044" y="45186"/>
                  </a:lnTo>
                  <a:lnTo>
                    <a:pt x="45186" y="77044"/>
                  </a:lnTo>
                  <a:lnTo>
                    <a:pt x="20905" y="115244"/>
                  </a:lnTo>
                  <a:lnTo>
                    <a:pt x="5431" y="158553"/>
                  </a:lnTo>
                  <a:lnTo>
                    <a:pt x="0" y="205739"/>
                  </a:lnTo>
                  <a:lnTo>
                    <a:pt x="0" y="1519427"/>
                  </a:lnTo>
                  <a:lnTo>
                    <a:pt x="5431" y="1566602"/>
                  </a:lnTo>
                  <a:lnTo>
                    <a:pt x="20905" y="1609907"/>
                  </a:lnTo>
                  <a:lnTo>
                    <a:pt x="45186" y="1648107"/>
                  </a:lnTo>
                  <a:lnTo>
                    <a:pt x="77044" y="1679969"/>
                  </a:lnTo>
                  <a:lnTo>
                    <a:pt x="115244" y="1704256"/>
                  </a:lnTo>
                  <a:lnTo>
                    <a:pt x="158553" y="1719734"/>
                  </a:lnTo>
                  <a:lnTo>
                    <a:pt x="205740" y="1725167"/>
                  </a:lnTo>
                  <a:lnTo>
                    <a:pt x="1028700" y="1725167"/>
                  </a:lnTo>
                  <a:lnTo>
                    <a:pt x="1075886" y="1719734"/>
                  </a:lnTo>
                  <a:lnTo>
                    <a:pt x="1119195" y="1704256"/>
                  </a:lnTo>
                  <a:lnTo>
                    <a:pt x="1157395" y="1679969"/>
                  </a:lnTo>
                  <a:lnTo>
                    <a:pt x="1189253" y="1648107"/>
                  </a:lnTo>
                  <a:lnTo>
                    <a:pt x="1213534" y="1609907"/>
                  </a:lnTo>
                  <a:lnTo>
                    <a:pt x="1229008" y="1566602"/>
                  </a:lnTo>
                  <a:lnTo>
                    <a:pt x="1234440" y="1519427"/>
                  </a:lnTo>
                  <a:lnTo>
                    <a:pt x="1234440" y="205739"/>
                  </a:lnTo>
                  <a:lnTo>
                    <a:pt x="1229008" y="158553"/>
                  </a:lnTo>
                  <a:lnTo>
                    <a:pt x="1213534" y="115244"/>
                  </a:lnTo>
                  <a:lnTo>
                    <a:pt x="1189253" y="77044"/>
                  </a:lnTo>
                  <a:lnTo>
                    <a:pt x="1157395" y="45186"/>
                  </a:lnTo>
                  <a:lnTo>
                    <a:pt x="1119195" y="20905"/>
                  </a:lnTo>
                  <a:lnTo>
                    <a:pt x="1075886" y="5431"/>
                  </a:lnTo>
                  <a:lnTo>
                    <a:pt x="1028700" y="0"/>
                  </a:lnTo>
                  <a:close/>
                </a:path>
              </a:pathLst>
            </a:custGeom>
            <a:solidFill>
              <a:srgbClr val="FFFFFF"/>
            </a:solidFill>
          </p:spPr>
          <p:txBody>
            <a:bodyPr wrap="square" lIns="0" tIns="0" rIns="0" bIns="0" rtlCol="0"/>
            <a:lstStyle/>
            <a:p>
              <a:endParaRPr/>
            </a:p>
          </p:txBody>
        </p:sp>
        <p:sp>
          <p:nvSpPr>
            <p:cNvPr id="41" name="object 41"/>
            <p:cNvSpPr/>
            <p:nvPr/>
          </p:nvSpPr>
          <p:spPr>
            <a:xfrm>
              <a:off x="6812280" y="2936748"/>
              <a:ext cx="1234440" cy="1725295"/>
            </a:xfrm>
            <a:custGeom>
              <a:avLst/>
              <a:gdLst/>
              <a:ahLst/>
              <a:cxnLst/>
              <a:rect l="l" t="t" r="r" b="b"/>
              <a:pathLst>
                <a:path w="1234440" h="1725295">
                  <a:moveTo>
                    <a:pt x="0" y="205739"/>
                  </a:moveTo>
                  <a:lnTo>
                    <a:pt x="5431" y="158553"/>
                  </a:lnTo>
                  <a:lnTo>
                    <a:pt x="20905" y="115244"/>
                  </a:lnTo>
                  <a:lnTo>
                    <a:pt x="45186" y="77044"/>
                  </a:lnTo>
                  <a:lnTo>
                    <a:pt x="77044" y="45186"/>
                  </a:lnTo>
                  <a:lnTo>
                    <a:pt x="115244" y="20905"/>
                  </a:lnTo>
                  <a:lnTo>
                    <a:pt x="158553" y="5431"/>
                  </a:lnTo>
                  <a:lnTo>
                    <a:pt x="205740" y="0"/>
                  </a:lnTo>
                  <a:lnTo>
                    <a:pt x="1028700" y="0"/>
                  </a:lnTo>
                  <a:lnTo>
                    <a:pt x="1075886" y="5431"/>
                  </a:lnTo>
                  <a:lnTo>
                    <a:pt x="1119195" y="20905"/>
                  </a:lnTo>
                  <a:lnTo>
                    <a:pt x="1157395" y="45186"/>
                  </a:lnTo>
                  <a:lnTo>
                    <a:pt x="1189253" y="77044"/>
                  </a:lnTo>
                  <a:lnTo>
                    <a:pt x="1213534" y="115244"/>
                  </a:lnTo>
                  <a:lnTo>
                    <a:pt x="1229008" y="158553"/>
                  </a:lnTo>
                  <a:lnTo>
                    <a:pt x="1234440" y="205739"/>
                  </a:lnTo>
                  <a:lnTo>
                    <a:pt x="1234440" y="1519427"/>
                  </a:lnTo>
                  <a:lnTo>
                    <a:pt x="1229008" y="1566602"/>
                  </a:lnTo>
                  <a:lnTo>
                    <a:pt x="1213534" y="1609907"/>
                  </a:lnTo>
                  <a:lnTo>
                    <a:pt x="1189253" y="1648107"/>
                  </a:lnTo>
                  <a:lnTo>
                    <a:pt x="1157395" y="1679969"/>
                  </a:lnTo>
                  <a:lnTo>
                    <a:pt x="1119195" y="1704256"/>
                  </a:lnTo>
                  <a:lnTo>
                    <a:pt x="1075886" y="1719734"/>
                  </a:lnTo>
                  <a:lnTo>
                    <a:pt x="1028700" y="1725167"/>
                  </a:lnTo>
                  <a:lnTo>
                    <a:pt x="205740" y="1725167"/>
                  </a:lnTo>
                  <a:lnTo>
                    <a:pt x="158553" y="1719734"/>
                  </a:lnTo>
                  <a:lnTo>
                    <a:pt x="115244" y="1704256"/>
                  </a:lnTo>
                  <a:lnTo>
                    <a:pt x="77044" y="1679969"/>
                  </a:lnTo>
                  <a:lnTo>
                    <a:pt x="45186" y="1648107"/>
                  </a:lnTo>
                  <a:lnTo>
                    <a:pt x="20905" y="1609907"/>
                  </a:lnTo>
                  <a:lnTo>
                    <a:pt x="5431" y="1566602"/>
                  </a:lnTo>
                  <a:lnTo>
                    <a:pt x="0" y="1519427"/>
                  </a:lnTo>
                  <a:lnTo>
                    <a:pt x="0" y="205739"/>
                  </a:lnTo>
                  <a:close/>
                </a:path>
              </a:pathLst>
            </a:custGeom>
            <a:ln w="9144">
              <a:solidFill>
                <a:srgbClr val="5F5F5F"/>
              </a:solidFill>
            </a:ln>
          </p:spPr>
          <p:txBody>
            <a:bodyPr wrap="square" lIns="0" tIns="0" rIns="0" bIns="0" rtlCol="0"/>
            <a:lstStyle/>
            <a:p>
              <a:endParaRPr/>
            </a:p>
          </p:txBody>
        </p:sp>
        <p:pic>
          <p:nvPicPr>
            <p:cNvPr id="42" name="object 42"/>
            <p:cNvPicPr/>
            <p:nvPr/>
          </p:nvPicPr>
          <p:blipFill>
            <a:blip r:embed="rId8" cstate="print"/>
            <a:stretch>
              <a:fillRect/>
            </a:stretch>
          </p:blipFill>
          <p:spPr>
            <a:xfrm>
              <a:off x="6941820" y="4002024"/>
              <a:ext cx="1005865" cy="670572"/>
            </a:xfrm>
            <a:prstGeom prst="rect">
              <a:avLst/>
            </a:prstGeom>
          </p:spPr>
        </p:pic>
        <p:sp>
          <p:nvSpPr>
            <p:cNvPr id="43" name="object 43"/>
            <p:cNvSpPr/>
            <p:nvPr/>
          </p:nvSpPr>
          <p:spPr>
            <a:xfrm>
              <a:off x="6987540" y="4027932"/>
              <a:ext cx="919480" cy="584200"/>
            </a:xfrm>
            <a:custGeom>
              <a:avLst/>
              <a:gdLst/>
              <a:ahLst/>
              <a:cxnLst/>
              <a:rect l="l" t="t" r="r" b="b"/>
              <a:pathLst>
                <a:path w="919479" h="584200">
                  <a:moveTo>
                    <a:pt x="459485" y="0"/>
                  </a:moveTo>
                  <a:lnTo>
                    <a:pt x="401853" y="2273"/>
                  </a:lnTo>
                  <a:lnTo>
                    <a:pt x="346355" y="8912"/>
                  </a:lnTo>
                  <a:lnTo>
                    <a:pt x="293423" y="19643"/>
                  </a:lnTo>
                  <a:lnTo>
                    <a:pt x="243488" y="34193"/>
                  </a:lnTo>
                  <a:lnTo>
                    <a:pt x="196980" y="52287"/>
                  </a:lnTo>
                  <a:lnTo>
                    <a:pt x="154331" y="73653"/>
                  </a:lnTo>
                  <a:lnTo>
                    <a:pt x="115971" y="98016"/>
                  </a:lnTo>
                  <a:lnTo>
                    <a:pt x="82330" y="125105"/>
                  </a:lnTo>
                  <a:lnTo>
                    <a:pt x="53840" y="154644"/>
                  </a:lnTo>
                  <a:lnTo>
                    <a:pt x="30931" y="186362"/>
                  </a:lnTo>
                  <a:lnTo>
                    <a:pt x="3580" y="255236"/>
                  </a:lnTo>
                  <a:lnTo>
                    <a:pt x="0" y="291846"/>
                  </a:lnTo>
                  <a:lnTo>
                    <a:pt x="3580" y="328453"/>
                  </a:lnTo>
                  <a:lnTo>
                    <a:pt x="30931" y="397324"/>
                  </a:lnTo>
                  <a:lnTo>
                    <a:pt x="53840" y="429041"/>
                  </a:lnTo>
                  <a:lnTo>
                    <a:pt x="82330" y="458581"/>
                  </a:lnTo>
                  <a:lnTo>
                    <a:pt x="115971" y="485669"/>
                  </a:lnTo>
                  <a:lnTo>
                    <a:pt x="154331" y="510034"/>
                  </a:lnTo>
                  <a:lnTo>
                    <a:pt x="196980" y="531401"/>
                  </a:lnTo>
                  <a:lnTo>
                    <a:pt x="243488" y="549496"/>
                  </a:lnTo>
                  <a:lnTo>
                    <a:pt x="293423" y="564046"/>
                  </a:lnTo>
                  <a:lnTo>
                    <a:pt x="346355" y="574778"/>
                  </a:lnTo>
                  <a:lnTo>
                    <a:pt x="401853" y="581418"/>
                  </a:lnTo>
                  <a:lnTo>
                    <a:pt x="459485" y="583692"/>
                  </a:lnTo>
                  <a:lnTo>
                    <a:pt x="517118" y="581418"/>
                  </a:lnTo>
                  <a:lnTo>
                    <a:pt x="572616" y="574778"/>
                  </a:lnTo>
                  <a:lnTo>
                    <a:pt x="625548" y="564046"/>
                  </a:lnTo>
                  <a:lnTo>
                    <a:pt x="675483" y="549496"/>
                  </a:lnTo>
                  <a:lnTo>
                    <a:pt x="721991" y="531401"/>
                  </a:lnTo>
                  <a:lnTo>
                    <a:pt x="764640" y="510034"/>
                  </a:lnTo>
                  <a:lnTo>
                    <a:pt x="803000" y="485669"/>
                  </a:lnTo>
                  <a:lnTo>
                    <a:pt x="836641" y="458581"/>
                  </a:lnTo>
                  <a:lnTo>
                    <a:pt x="865131" y="429041"/>
                  </a:lnTo>
                  <a:lnTo>
                    <a:pt x="888040" y="397324"/>
                  </a:lnTo>
                  <a:lnTo>
                    <a:pt x="915391" y="328453"/>
                  </a:lnTo>
                  <a:lnTo>
                    <a:pt x="918971" y="291846"/>
                  </a:lnTo>
                  <a:lnTo>
                    <a:pt x="915391" y="255236"/>
                  </a:lnTo>
                  <a:lnTo>
                    <a:pt x="888040" y="186362"/>
                  </a:lnTo>
                  <a:lnTo>
                    <a:pt x="865131" y="154644"/>
                  </a:lnTo>
                  <a:lnTo>
                    <a:pt x="836641" y="125105"/>
                  </a:lnTo>
                  <a:lnTo>
                    <a:pt x="803000" y="98016"/>
                  </a:lnTo>
                  <a:lnTo>
                    <a:pt x="764640" y="73653"/>
                  </a:lnTo>
                  <a:lnTo>
                    <a:pt x="721991" y="52287"/>
                  </a:lnTo>
                  <a:lnTo>
                    <a:pt x="675483" y="34193"/>
                  </a:lnTo>
                  <a:lnTo>
                    <a:pt x="625548" y="19643"/>
                  </a:lnTo>
                  <a:lnTo>
                    <a:pt x="572616" y="8912"/>
                  </a:lnTo>
                  <a:lnTo>
                    <a:pt x="517118" y="2273"/>
                  </a:lnTo>
                  <a:lnTo>
                    <a:pt x="459485" y="0"/>
                  </a:lnTo>
                  <a:close/>
                </a:path>
              </a:pathLst>
            </a:custGeom>
            <a:solidFill>
              <a:srgbClr val="F19C13"/>
            </a:solidFill>
          </p:spPr>
          <p:txBody>
            <a:bodyPr wrap="square" lIns="0" tIns="0" rIns="0" bIns="0" rtlCol="0"/>
            <a:lstStyle/>
            <a:p>
              <a:endParaRPr/>
            </a:p>
          </p:txBody>
        </p:sp>
        <p:sp>
          <p:nvSpPr>
            <p:cNvPr id="44" name="object 44"/>
            <p:cNvSpPr/>
            <p:nvPr/>
          </p:nvSpPr>
          <p:spPr>
            <a:xfrm>
              <a:off x="6987540" y="4027932"/>
              <a:ext cx="919480" cy="584200"/>
            </a:xfrm>
            <a:custGeom>
              <a:avLst/>
              <a:gdLst/>
              <a:ahLst/>
              <a:cxnLst/>
              <a:rect l="l" t="t" r="r" b="b"/>
              <a:pathLst>
                <a:path w="919479" h="584200">
                  <a:moveTo>
                    <a:pt x="0" y="291846"/>
                  </a:moveTo>
                  <a:lnTo>
                    <a:pt x="14034" y="219983"/>
                  </a:lnTo>
                  <a:lnTo>
                    <a:pt x="53840" y="154644"/>
                  </a:lnTo>
                  <a:lnTo>
                    <a:pt x="82330" y="125105"/>
                  </a:lnTo>
                  <a:lnTo>
                    <a:pt x="115971" y="98016"/>
                  </a:lnTo>
                  <a:lnTo>
                    <a:pt x="154331" y="73653"/>
                  </a:lnTo>
                  <a:lnTo>
                    <a:pt x="196980" y="52287"/>
                  </a:lnTo>
                  <a:lnTo>
                    <a:pt x="243488" y="34193"/>
                  </a:lnTo>
                  <a:lnTo>
                    <a:pt x="293423" y="19643"/>
                  </a:lnTo>
                  <a:lnTo>
                    <a:pt x="346355" y="8912"/>
                  </a:lnTo>
                  <a:lnTo>
                    <a:pt x="401853" y="2273"/>
                  </a:lnTo>
                  <a:lnTo>
                    <a:pt x="459485" y="0"/>
                  </a:lnTo>
                  <a:lnTo>
                    <a:pt x="517118" y="2273"/>
                  </a:lnTo>
                  <a:lnTo>
                    <a:pt x="572616" y="8912"/>
                  </a:lnTo>
                  <a:lnTo>
                    <a:pt x="625548" y="19643"/>
                  </a:lnTo>
                  <a:lnTo>
                    <a:pt x="675483" y="34193"/>
                  </a:lnTo>
                  <a:lnTo>
                    <a:pt x="721991" y="52287"/>
                  </a:lnTo>
                  <a:lnTo>
                    <a:pt x="764640" y="73653"/>
                  </a:lnTo>
                  <a:lnTo>
                    <a:pt x="803000" y="98016"/>
                  </a:lnTo>
                  <a:lnTo>
                    <a:pt x="836641" y="125105"/>
                  </a:lnTo>
                  <a:lnTo>
                    <a:pt x="865131" y="154644"/>
                  </a:lnTo>
                  <a:lnTo>
                    <a:pt x="888040" y="186362"/>
                  </a:lnTo>
                  <a:lnTo>
                    <a:pt x="915391" y="255236"/>
                  </a:lnTo>
                  <a:lnTo>
                    <a:pt x="918971" y="291846"/>
                  </a:lnTo>
                  <a:lnTo>
                    <a:pt x="915391" y="328453"/>
                  </a:lnTo>
                  <a:lnTo>
                    <a:pt x="888040" y="397324"/>
                  </a:lnTo>
                  <a:lnTo>
                    <a:pt x="865131" y="429041"/>
                  </a:lnTo>
                  <a:lnTo>
                    <a:pt x="836641" y="458581"/>
                  </a:lnTo>
                  <a:lnTo>
                    <a:pt x="803000" y="485669"/>
                  </a:lnTo>
                  <a:lnTo>
                    <a:pt x="764640" y="510034"/>
                  </a:lnTo>
                  <a:lnTo>
                    <a:pt x="721991" y="531401"/>
                  </a:lnTo>
                  <a:lnTo>
                    <a:pt x="675483" y="549496"/>
                  </a:lnTo>
                  <a:lnTo>
                    <a:pt x="625548" y="564046"/>
                  </a:lnTo>
                  <a:lnTo>
                    <a:pt x="572616" y="574778"/>
                  </a:lnTo>
                  <a:lnTo>
                    <a:pt x="517118" y="581418"/>
                  </a:lnTo>
                  <a:lnTo>
                    <a:pt x="459485" y="583692"/>
                  </a:lnTo>
                  <a:lnTo>
                    <a:pt x="401853" y="581418"/>
                  </a:lnTo>
                  <a:lnTo>
                    <a:pt x="346355" y="574778"/>
                  </a:lnTo>
                  <a:lnTo>
                    <a:pt x="293423" y="564046"/>
                  </a:lnTo>
                  <a:lnTo>
                    <a:pt x="243488" y="549496"/>
                  </a:lnTo>
                  <a:lnTo>
                    <a:pt x="196980" y="531401"/>
                  </a:lnTo>
                  <a:lnTo>
                    <a:pt x="154331" y="510034"/>
                  </a:lnTo>
                  <a:lnTo>
                    <a:pt x="115971" y="485669"/>
                  </a:lnTo>
                  <a:lnTo>
                    <a:pt x="82330" y="458581"/>
                  </a:lnTo>
                  <a:lnTo>
                    <a:pt x="53840" y="429041"/>
                  </a:lnTo>
                  <a:lnTo>
                    <a:pt x="30931" y="397324"/>
                  </a:lnTo>
                  <a:lnTo>
                    <a:pt x="3580" y="328453"/>
                  </a:lnTo>
                  <a:lnTo>
                    <a:pt x="0" y="291846"/>
                  </a:lnTo>
                  <a:close/>
                </a:path>
              </a:pathLst>
            </a:custGeom>
            <a:ln w="6096">
              <a:solidFill>
                <a:srgbClr val="FFFFFF"/>
              </a:solidFill>
            </a:ln>
          </p:spPr>
          <p:txBody>
            <a:bodyPr wrap="square" lIns="0" tIns="0" rIns="0" bIns="0" rtlCol="0"/>
            <a:lstStyle/>
            <a:p>
              <a:endParaRPr/>
            </a:p>
          </p:txBody>
        </p:sp>
      </p:grpSp>
      <p:sp>
        <p:nvSpPr>
          <p:cNvPr id="45" name="object 45"/>
          <p:cNvSpPr txBox="1"/>
          <p:nvPr/>
        </p:nvSpPr>
        <p:spPr>
          <a:xfrm>
            <a:off x="7042784" y="4135018"/>
            <a:ext cx="826135" cy="391795"/>
          </a:xfrm>
          <a:prstGeom prst="rect">
            <a:avLst/>
          </a:prstGeom>
        </p:spPr>
        <p:txBody>
          <a:bodyPr vert="horz" wrap="square" lIns="0" tIns="12700" rIns="0" bIns="0" rtlCol="0">
            <a:spAutoFit/>
          </a:bodyPr>
          <a:lstStyle/>
          <a:p>
            <a:pPr algn="ctr">
              <a:lnSpc>
                <a:spcPct val="100000"/>
              </a:lnSpc>
              <a:spcBef>
                <a:spcPts val="100"/>
              </a:spcBef>
            </a:pPr>
            <a:r>
              <a:rPr sz="1200" spc="-5" dirty="0">
                <a:solidFill>
                  <a:srgbClr val="FFFFFF"/>
                </a:solidFill>
                <a:latin typeface="Calibri"/>
                <a:cs typeface="Calibri"/>
              </a:rPr>
              <a:t>Map/Reduce</a:t>
            </a:r>
            <a:endParaRPr sz="1200">
              <a:latin typeface="Calibri"/>
              <a:cs typeface="Calibri"/>
            </a:endParaRPr>
          </a:p>
          <a:p>
            <a:pPr marL="40005" algn="ctr">
              <a:lnSpc>
                <a:spcPct val="100000"/>
              </a:lnSpc>
            </a:pPr>
            <a:r>
              <a:rPr sz="1200" spc="-25" dirty="0">
                <a:solidFill>
                  <a:srgbClr val="FFFFFF"/>
                </a:solidFill>
                <a:latin typeface="Calibri"/>
                <a:cs typeface="Calibri"/>
              </a:rPr>
              <a:t>Task</a:t>
            </a:r>
            <a:endParaRPr sz="1200">
              <a:latin typeface="Calibri"/>
              <a:cs typeface="Calibri"/>
            </a:endParaRPr>
          </a:p>
        </p:txBody>
      </p:sp>
      <p:grpSp>
        <p:nvGrpSpPr>
          <p:cNvPr id="46" name="object 46"/>
          <p:cNvGrpSpPr/>
          <p:nvPr/>
        </p:nvGrpSpPr>
        <p:grpSpPr>
          <a:xfrm>
            <a:off x="6935723" y="3162287"/>
            <a:ext cx="1006475" cy="671195"/>
            <a:chOff x="6935723" y="3162287"/>
            <a:chExt cx="1006475" cy="671195"/>
          </a:xfrm>
        </p:grpSpPr>
        <p:pic>
          <p:nvPicPr>
            <p:cNvPr id="47" name="object 47"/>
            <p:cNvPicPr/>
            <p:nvPr/>
          </p:nvPicPr>
          <p:blipFill>
            <a:blip r:embed="rId8" cstate="print"/>
            <a:stretch>
              <a:fillRect/>
            </a:stretch>
          </p:blipFill>
          <p:spPr>
            <a:xfrm>
              <a:off x="6935723" y="3162287"/>
              <a:ext cx="1005865" cy="670572"/>
            </a:xfrm>
            <a:prstGeom prst="rect">
              <a:avLst/>
            </a:prstGeom>
          </p:spPr>
        </p:pic>
        <p:sp>
          <p:nvSpPr>
            <p:cNvPr id="48" name="object 48"/>
            <p:cNvSpPr/>
            <p:nvPr/>
          </p:nvSpPr>
          <p:spPr>
            <a:xfrm>
              <a:off x="6981443" y="3188207"/>
              <a:ext cx="919480" cy="584200"/>
            </a:xfrm>
            <a:custGeom>
              <a:avLst/>
              <a:gdLst/>
              <a:ahLst/>
              <a:cxnLst/>
              <a:rect l="l" t="t" r="r" b="b"/>
              <a:pathLst>
                <a:path w="919479" h="584200">
                  <a:moveTo>
                    <a:pt x="459485" y="0"/>
                  </a:moveTo>
                  <a:lnTo>
                    <a:pt x="401853" y="2274"/>
                  </a:lnTo>
                  <a:lnTo>
                    <a:pt x="346355" y="8914"/>
                  </a:lnTo>
                  <a:lnTo>
                    <a:pt x="293423" y="19646"/>
                  </a:lnTo>
                  <a:lnTo>
                    <a:pt x="243488" y="34198"/>
                  </a:lnTo>
                  <a:lnTo>
                    <a:pt x="196980" y="52294"/>
                  </a:lnTo>
                  <a:lnTo>
                    <a:pt x="154331" y="73661"/>
                  </a:lnTo>
                  <a:lnTo>
                    <a:pt x="115971" y="98027"/>
                  </a:lnTo>
                  <a:lnTo>
                    <a:pt x="82330" y="125116"/>
                  </a:lnTo>
                  <a:lnTo>
                    <a:pt x="53840" y="154656"/>
                  </a:lnTo>
                  <a:lnTo>
                    <a:pt x="30931" y="186372"/>
                  </a:lnTo>
                  <a:lnTo>
                    <a:pt x="3580" y="255241"/>
                  </a:lnTo>
                  <a:lnTo>
                    <a:pt x="0" y="291846"/>
                  </a:lnTo>
                  <a:lnTo>
                    <a:pt x="3580" y="328450"/>
                  </a:lnTo>
                  <a:lnTo>
                    <a:pt x="30931" y="397319"/>
                  </a:lnTo>
                  <a:lnTo>
                    <a:pt x="53840" y="429035"/>
                  </a:lnTo>
                  <a:lnTo>
                    <a:pt x="82330" y="458575"/>
                  </a:lnTo>
                  <a:lnTo>
                    <a:pt x="115971" y="485664"/>
                  </a:lnTo>
                  <a:lnTo>
                    <a:pt x="154331" y="510030"/>
                  </a:lnTo>
                  <a:lnTo>
                    <a:pt x="196980" y="531397"/>
                  </a:lnTo>
                  <a:lnTo>
                    <a:pt x="243488" y="549493"/>
                  </a:lnTo>
                  <a:lnTo>
                    <a:pt x="293423" y="564045"/>
                  </a:lnTo>
                  <a:lnTo>
                    <a:pt x="346355" y="574777"/>
                  </a:lnTo>
                  <a:lnTo>
                    <a:pt x="401853" y="581417"/>
                  </a:lnTo>
                  <a:lnTo>
                    <a:pt x="459485" y="583692"/>
                  </a:lnTo>
                  <a:lnTo>
                    <a:pt x="517118" y="581417"/>
                  </a:lnTo>
                  <a:lnTo>
                    <a:pt x="572616" y="574777"/>
                  </a:lnTo>
                  <a:lnTo>
                    <a:pt x="625548" y="564045"/>
                  </a:lnTo>
                  <a:lnTo>
                    <a:pt x="675483" y="549493"/>
                  </a:lnTo>
                  <a:lnTo>
                    <a:pt x="721991" y="531397"/>
                  </a:lnTo>
                  <a:lnTo>
                    <a:pt x="764640" y="510030"/>
                  </a:lnTo>
                  <a:lnTo>
                    <a:pt x="803000" y="485664"/>
                  </a:lnTo>
                  <a:lnTo>
                    <a:pt x="836641" y="458575"/>
                  </a:lnTo>
                  <a:lnTo>
                    <a:pt x="865131" y="429035"/>
                  </a:lnTo>
                  <a:lnTo>
                    <a:pt x="888040" y="397319"/>
                  </a:lnTo>
                  <a:lnTo>
                    <a:pt x="915391" y="328450"/>
                  </a:lnTo>
                  <a:lnTo>
                    <a:pt x="918972" y="291846"/>
                  </a:lnTo>
                  <a:lnTo>
                    <a:pt x="915391" y="255241"/>
                  </a:lnTo>
                  <a:lnTo>
                    <a:pt x="888040" y="186372"/>
                  </a:lnTo>
                  <a:lnTo>
                    <a:pt x="865131" y="154656"/>
                  </a:lnTo>
                  <a:lnTo>
                    <a:pt x="836641" y="125116"/>
                  </a:lnTo>
                  <a:lnTo>
                    <a:pt x="803000" y="98027"/>
                  </a:lnTo>
                  <a:lnTo>
                    <a:pt x="764640" y="73661"/>
                  </a:lnTo>
                  <a:lnTo>
                    <a:pt x="721991" y="52294"/>
                  </a:lnTo>
                  <a:lnTo>
                    <a:pt x="675483" y="34198"/>
                  </a:lnTo>
                  <a:lnTo>
                    <a:pt x="625548" y="19646"/>
                  </a:lnTo>
                  <a:lnTo>
                    <a:pt x="572616" y="8914"/>
                  </a:lnTo>
                  <a:lnTo>
                    <a:pt x="517118" y="2274"/>
                  </a:lnTo>
                  <a:lnTo>
                    <a:pt x="459485" y="0"/>
                  </a:lnTo>
                  <a:close/>
                </a:path>
              </a:pathLst>
            </a:custGeom>
            <a:solidFill>
              <a:srgbClr val="F19C13"/>
            </a:solidFill>
          </p:spPr>
          <p:txBody>
            <a:bodyPr wrap="square" lIns="0" tIns="0" rIns="0" bIns="0" rtlCol="0"/>
            <a:lstStyle/>
            <a:p>
              <a:endParaRPr/>
            </a:p>
          </p:txBody>
        </p:sp>
        <p:sp>
          <p:nvSpPr>
            <p:cNvPr id="49" name="object 49"/>
            <p:cNvSpPr/>
            <p:nvPr/>
          </p:nvSpPr>
          <p:spPr>
            <a:xfrm>
              <a:off x="6981443" y="3188207"/>
              <a:ext cx="919480" cy="584200"/>
            </a:xfrm>
            <a:custGeom>
              <a:avLst/>
              <a:gdLst/>
              <a:ahLst/>
              <a:cxnLst/>
              <a:rect l="l" t="t" r="r" b="b"/>
              <a:pathLst>
                <a:path w="919479" h="584200">
                  <a:moveTo>
                    <a:pt x="0" y="291846"/>
                  </a:moveTo>
                  <a:lnTo>
                    <a:pt x="14034" y="219992"/>
                  </a:lnTo>
                  <a:lnTo>
                    <a:pt x="53840" y="154656"/>
                  </a:lnTo>
                  <a:lnTo>
                    <a:pt x="82330" y="125116"/>
                  </a:lnTo>
                  <a:lnTo>
                    <a:pt x="115971" y="98027"/>
                  </a:lnTo>
                  <a:lnTo>
                    <a:pt x="154331" y="73661"/>
                  </a:lnTo>
                  <a:lnTo>
                    <a:pt x="196980" y="52294"/>
                  </a:lnTo>
                  <a:lnTo>
                    <a:pt x="243488" y="34198"/>
                  </a:lnTo>
                  <a:lnTo>
                    <a:pt x="293423" y="19646"/>
                  </a:lnTo>
                  <a:lnTo>
                    <a:pt x="346355" y="8914"/>
                  </a:lnTo>
                  <a:lnTo>
                    <a:pt x="401853" y="2274"/>
                  </a:lnTo>
                  <a:lnTo>
                    <a:pt x="459485" y="0"/>
                  </a:lnTo>
                  <a:lnTo>
                    <a:pt x="517118" y="2274"/>
                  </a:lnTo>
                  <a:lnTo>
                    <a:pt x="572616" y="8914"/>
                  </a:lnTo>
                  <a:lnTo>
                    <a:pt x="625548" y="19646"/>
                  </a:lnTo>
                  <a:lnTo>
                    <a:pt x="675483" y="34198"/>
                  </a:lnTo>
                  <a:lnTo>
                    <a:pt x="721991" y="52294"/>
                  </a:lnTo>
                  <a:lnTo>
                    <a:pt x="764640" y="73661"/>
                  </a:lnTo>
                  <a:lnTo>
                    <a:pt x="803000" y="98027"/>
                  </a:lnTo>
                  <a:lnTo>
                    <a:pt x="836641" y="125116"/>
                  </a:lnTo>
                  <a:lnTo>
                    <a:pt x="865131" y="154656"/>
                  </a:lnTo>
                  <a:lnTo>
                    <a:pt x="888040" y="186372"/>
                  </a:lnTo>
                  <a:lnTo>
                    <a:pt x="915391" y="255241"/>
                  </a:lnTo>
                  <a:lnTo>
                    <a:pt x="918972" y="291846"/>
                  </a:lnTo>
                  <a:lnTo>
                    <a:pt x="915391" y="328450"/>
                  </a:lnTo>
                  <a:lnTo>
                    <a:pt x="888040" y="397319"/>
                  </a:lnTo>
                  <a:lnTo>
                    <a:pt x="865131" y="429035"/>
                  </a:lnTo>
                  <a:lnTo>
                    <a:pt x="836641" y="458575"/>
                  </a:lnTo>
                  <a:lnTo>
                    <a:pt x="803000" y="485664"/>
                  </a:lnTo>
                  <a:lnTo>
                    <a:pt x="764640" y="510030"/>
                  </a:lnTo>
                  <a:lnTo>
                    <a:pt x="721991" y="531397"/>
                  </a:lnTo>
                  <a:lnTo>
                    <a:pt x="675483" y="549493"/>
                  </a:lnTo>
                  <a:lnTo>
                    <a:pt x="625548" y="564045"/>
                  </a:lnTo>
                  <a:lnTo>
                    <a:pt x="572616" y="574777"/>
                  </a:lnTo>
                  <a:lnTo>
                    <a:pt x="517118" y="581417"/>
                  </a:lnTo>
                  <a:lnTo>
                    <a:pt x="459485" y="583692"/>
                  </a:lnTo>
                  <a:lnTo>
                    <a:pt x="401853" y="581417"/>
                  </a:lnTo>
                  <a:lnTo>
                    <a:pt x="346355" y="574777"/>
                  </a:lnTo>
                  <a:lnTo>
                    <a:pt x="293423" y="564045"/>
                  </a:lnTo>
                  <a:lnTo>
                    <a:pt x="243488" y="549493"/>
                  </a:lnTo>
                  <a:lnTo>
                    <a:pt x="196980" y="531397"/>
                  </a:lnTo>
                  <a:lnTo>
                    <a:pt x="154331" y="510030"/>
                  </a:lnTo>
                  <a:lnTo>
                    <a:pt x="115971" y="485664"/>
                  </a:lnTo>
                  <a:lnTo>
                    <a:pt x="82330" y="458575"/>
                  </a:lnTo>
                  <a:lnTo>
                    <a:pt x="53840" y="429035"/>
                  </a:lnTo>
                  <a:lnTo>
                    <a:pt x="30931" y="397319"/>
                  </a:lnTo>
                  <a:lnTo>
                    <a:pt x="3580" y="328450"/>
                  </a:lnTo>
                  <a:lnTo>
                    <a:pt x="0" y="291846"/>
                  </a:lnTo>
                  <a:close/>
                </a:path>
              </a:pathLst>
            </a:custGeom>
            <a:ln w="6096">
              <a:solidFill>
                <a:srgbClr val="FFFFFF"/>
              </a:solidFill>
            </a:ln>
          </p:spPr>
          <p:txBody>
            <a:bodyPr wrap="square" lIns="0" tIns="0" rIns="0" bIns="0" rtlCol="0"/>
            <a:lstStyle/>
            <a:p>
              <a:endParaRPr/>
            </a:p>
          </p:txBody>
        </p:sp>
      </p:grpSp>
      <p:sp>
        <p:nvSpPr>
          <p:cNvPr id="50" name="object 50"/>
          <p:cNvSpPr txBox="1"/>
          <p:nvPr/>
        </p:nvSpPr>
        <p:spPr>
          <a:xfrm>
            <a:off x="7150989" y="3366261"/>
            <a:ext cx="608330" cy="208279"/>
          </a:xfrm>
          <a:prstGeom prst="rect">
            <a:avLst/>
          </a:prstGeom>
        </p:spPr>
        <p:txBody>
          <a:bodyPr vert="horz" wrap="square" lIns="0" tIns="12700" rIns="0" bIns="0" rtlCol="0">
            <a:spAutoFit/>
          </a:bodyPr>
          <a:lstStyle/>
          <a:p>
            <a:pPr marL="12700">
              <a:lnSpc>
                <a:spcPct val="100000"/>
              </a:lnSpc>
              <a:spcBef>
                <a:spcPts val="100"/>
              </a:spcBef>
            </a:pPr>
            <a:r>
              <a:rPr sz="1200" spc="-85" dirty="0">
                <a:solidFill>
                  <a:srgbClr val="FFFFFF"/>
                </a:solidFill>
                <a:latin typeface="Calibri"/>
                <a:cs typeface="Calibri"/>
              </a:rPr>
              <a:t>Y</a:t>
            </a:r>
            <a:r>
              <a:rPr sz="1200" dirty="0">
                <a:solidFill>
                  <a:srgbClr val="FFFFFF"/>
                </a:solidFill>
                <a:latin typeface="Calibri"/>
                <a:cs typeface="Calibri"/>
              </a:rPr>
              <a:t>ar</a:t>
            </a:r>
            <a:r>
              <a:rPr sz="1200" spc="5" dirty="0">
                <a:solidFill>
                  <a:srgbClr val="FFFFFF"/>
                </a:solidFill>
                <a:latin typeface="Calibri"/>
                <a:cs typeface="Calibri"/>
              </a:rPr>
              <a:t>n</a:t>
            </a:r>
            <a:r>
              <a:rPr sz="1200" spc="-5" dirty="0">
                <a:solidFill>
                  <a:srgbClr val="FFFFFF"/>
                </a:solidFill>
                <a:latin typeface="Calibri"/>
                <a:cs typeface="Calibri"/>
              </a:rPr>
              <a:t>C</a:t>
            </a:r>
            <a:r>
              <a:rPr sz="1200" dirty="0">
                <a:solidFill>
                  <a:srgbClr val="FFFFFF"/>
                </a:solidFill>
                <a:latin typeface="Calibri"/>
                <a:cs typeface="Calibri"/>
              </a:rPr>
              <a:t>hild</a:t>
            </a:r>
            <a:endParaRPr sz="1200">
              <a:latin typeface="Calibri"/>
              <a:cs typeface="Calibri"/>
            </a:endParaRPr>
          </a:p>
        </p:txBody>
      </p:sp>
      <p:sp>
        <p:nvSpPr>
          <p:cNvPr id="51" name="object 51"/>
          <p:cNvSpPr txBox="1"/>
          <p:nvPr/>
        </p:nvSpPr>
        <p:spPr>
          <a:xfrm>
            <a:off x="7372350" y="2973704"/>
            <a:ext cx="591820" cy="208279"/>
          </a:xfrm>
          <a:prstGeom prst="rect">
            <a:avLst/>
          </a:prstGeom>
        </p:spPr>
        <p:txBody>
          <a:bodyPr vert="horz" wrap="square" lIns="0" tIns="12700" rIns="0" bIns="0" rtlCol="0">
            <a:spAutoFit/>
          </a:bodyPr>
          <a:lstStyle/>
          <a:p>
            <a:pPr marL="12700">
              <a:lnSpc>
                <a:spcPct val="100000"/>
              </a:lnSpc>
              <a:spcBef>
                <a:spcPts val="100"/>
              </a:spcBef>
            </a:pPr>
            <a:r>
              <a:rPr sz="1200" spc="-95" dirty="0">
                <a:solidFill>
                  <a:srgbClr val="5F5F5F"/>
                </a:solidFill>
                <a:latin typeface="Calibri"/>
                <a:cs typeface="Calibri"/>
              </a:rPr>
              <a:t>T</a:t>
            </a:r>
            <a:r>
              <a:rPr sz="1200" dirty="0">
                <a:solidFill>
                  <a:srgbClr val="5F5F5F"/>
                </a:solidFill>
                <a:latin typeface="Calibri"/>
                <a:cs typeface="Calibri"/>
              </a:rPr>
              <a:t>ask</a:t>
            </a:r>
            <a:r>
              <a:rPr sz="1200" spc="5" dirty="0">
                <a:solidFill>
                  <a:srgbClr val="5F5F5F"/>
                </a:solidFill>
                <a:latin typeface="Calibri"/>
                <a:cs typeface="Calibri"/>
              </a:rPr>
              <a:t> </a:t>
            </a:r>
            <a:r>
              <a:rPr sz="1200" dirty="0">
                <a:solidFill>
                  <a:srgbClr val="5F5F5F"/>
                </a:solidFill>
                <a:latin typeface="Calibri"/>
                <a:cs typeface="Calibri"/>
              </a:rPr>
              <a:t>JVM</a:t>
            </a:r>
            <a:endParaRPr sz="1200">
              <a:latin typeface="Calibri"/>
              <a:cs typeface="Calibri"/>
            </a:endParaRPr>
          </a:p>
        </p:txBody>
      </p:sp>
      <p:grpSp>
        <p:nvGrpSpPr>
          <p:cNvPr id="52" name="object 52"/>
          <p:cNvGrpSpPr/>
          <p:nvPr/>
        </p:nvGrpSpPr>
        <p:grpSpPr>
          <a:xfrm>
            <a:off x="2627376" y="1822704"/>
            <a:ext cx="4349750" cy="2536190"/>
            <a:chOff x="2627376" y="1822704"/>
            <a:chExt cx="4349750" cy="2536190"/>
          </a:xfrm>
        </p:grpSpPr>
        <p:sp>
          <p:nvSpPr>
            <p:cNvPr id="53" name="object 53"/>
            <p:cNvSpPr/>
            <p:nvPr/>
          </p:nvSpPr>
          <p:spPr>
            <a:xfrm>
              <a:off x="2633472" y="4261104"/>
              <a:ext cx="2088514" cy="76200"/>
            </a:xfrm>
            <a:custGeom>
              <a:avLst/>
              <a:gdLst/>
              <a:ahLst/>
              <a:cxnLst/>
              <a:rect l="l" t="t" r="r" b="b"/>
              <a:pathLst>
                <a:path w="2088514" h="76200">
                  <a:moveTo>
                    <a:pt x="2011806" y="0"/>
                  </a:moveTo>
                  <a:lnTo>
                    <a:pt x="2011806" y="76200"/>
                  </a:lnTo>
                  <a:lnTo>
                    <a:pt x="2075306" y="44450"/>
                  </a:lnTo>
                  <a:lnTo>
                    <a:pt x="2024506" y="44450"/>
                  </a:lnTo>
                  <a:lnTo>
                    <a:pt x="2024506" y="31750"/>
                  </a:lnTo>
                  <a:lnTo>
                    <a:pt x="2075306" y="31750"/>
                  </a:lnTo>
                  <a:lnTo>
                    <a:pt x="2011806" y="0"/>
                  </a:lnTo>
                  <a:close/>
                </a:path>
                <a:path w="2088514" h="76200">
                  <a:moveTo>
                    <a:pt x="2011806" y="31750"/>
                  </a:moveTo>
                  <a:lnTo>
                    <a:pt x="0" y="31750"/>
                  </a:lnTo>
                  <a:lnTo>
                    <a:pt x="0" y="44450"/>
                  </a:lnTo>
                  <a:lnTo>
                    <a:pt x="2011806" y="44450"/>
                  </a:lnTo>
                  <a:lnTo>
                    <a:pt x="2011806" y="31750"/>
                  </a:lnTo>
                  <a:close/>
                </a:path>
                <a:path w="2088514" h="76200">
                  <a:moveTo>
                    <a:pt x="2075306" y="31750"/>
                  </a:moveTo>
                  <a:lnTo>
                    <a:pt x="2024506" y="31750"/>
                  </a:lnTo>
                  <a:lnTo>
                    <a:pt x="2024506" y="44450"/>
                  </a:lnTo>
                  <a:lnTo>
                    <a:pt x="2075306" y="44450"/>
                  </a:lnTo>
                  <a:lnTo>
                    <a:pt x="2088006" y="38100"/>
                  </a:lnTo>
                  <a:lnTo>
                    <a:pt x="2075306" y="31750"/>
                  </a:lnTo>
                  <a:close/>
                </a:path>
              </a:pathLst>
            </a:custGeom>
            <a:solidFill>
              <a:srgbClr val="006FC0"/>
            </a:solidFill>
          </p:spPr>
          <p:txBody>
            <a:bodyPr wrap="square" lIns="0" tIns="0" rIns="0" bIns="0" rtlCol="0"/>
            <a:lstStyle/>
            <a:p>
              <a:endParaRPr/>
            </a:p>
          </p:txBody>
        </p:sp>
        <p:sp>
          <p:nvSpPr>
            <p:cNvPr id="54" name="object 54"/>
            <p:cNvSpPr/>
            <p:nvPr/>
          </p:nvSpPr>
          <p:spPr>
            <a:xfrm>
              <a:off x="2633472" y="1822704"/>
              <a:ext cx="0" cy="2484120"/>
            </a:xfrm>
            <a:custGeom>
              <a:avLst/>
              <a:gdLst/>
              <a:ahLst/>
              <a:cxnLst/>
              <a:rect l="l" t="t" r="r" b="b"/>
              <a:pathLst>
                <a:path h="2484120">
                  <a:moveTo>
                    <a:pt x="0" y="2484005"/>
                  </a:moveTo>
                  <a:lnTo>
                    <a:pt x="0" y="0"/>
                  </a:lnTo>
                </a:path>
              </a:pathLst>
            </a:custGeom>
            <a:ln w="12192">
              <a:solidFill>
                <a:srgbClr val="006FC0"/>
              </a:solidFill>
            </a:ln>
          </p:spPr>
          <p:txBody>
            <a:bodyPr wrap="square" lIns="0" tIns="0" rIns="0" bIns="0" rtlCol="0"/>
            <a:lstStyle/>
            <a:p>
              <a:endParaRPr/>
            </a:p>
          </p:txBody>
        </p:sp>
        <p:sp>
          <p:nvSpPr>
            <p:cNvPr id="55" name="object 55"/>
            <p:cNvSpPr/>
            <p:nvPr/>
          </p:nvSpPr>
          <p:spPr>
            <a:xfrm>
              <a:off x="6041135" y="4282439"/>
              <a:ext cx="935990" cy="76200"/>
            </a:xfrm>
            <a:custGeom>
              <a:avLst/>
              <a:gdLst/>
              <a:ahLst/>
              <a:cxnLst/>
              <a:rect l="l" t="t" r="r" b="b"/>
              <a:pathLst>
                <a:path w="935990" h="76200">
                  <a:moveTo>
                    <a:pt x="76200" y="0"/>
                  </a:moveTo>
                  <a:lnTo>
                    <a:pt x="0" y="38100"/>
                  </a:lnTo>
                  <a:lnTo>
                    <a:pt x="76200" y="76200"/>
                  </a:lnTo>
                  <a:lnTo>
                    <a:pt x="76200" y="44450"/>
                  </a:lnTo>
                  <a:lnTo>
                    <a:pt x="63500" y="44450"/>
                  </a:lnTo>
                  <a:lnTo>
                    <a:pt x="63500" y="31750"/>
                  </a:lnTo>
                  <a:lnTo>
                    <a:pt x="76200" y="31750"/>
                  </a:lnTo>
                  <a:lnTo>
                    <a:pt x="76200" y="0"/>
                  </a:lnTo>
                  <a:close/>
                </a:path>
                <a:path w="935990" h="76200">
                  <a:moveTo>
                    <a:pt x="76200" y="31750"/>
                  </a:moveTo>
                  <a:lnTo>
                    <a:pt x="63500" y="31750"/>
                  </a:lnTo>
                  <a:lnTo>
                    <a:pt x="63500" y="44450"/>
                  </a:lnTo>
                  <a:lnTo>
                    <a:pt x="76200" y="44450"/>
                  </a:lnTo>
                  <a:lnTo>
                    <a:pt x="76200" y="31750"/>
                  </a:lnTo>
                  <a:close/>
                </a:path>
                <a:path w="935990" h="76200">
                  <a:moveTo>
                    <a:pt x="935989" y="31750"/>
                  </a:moveTo>
                  <a:lnTo>
                    <a:pt x="76200" y="31750"/>
                  </a:lnTo>
                  <a:lnTo>
                    <a:pt x="76200" y="44450"/>
                  </a:lnTo>
                  <a:lnTo>
                    <a:pt x="935989" y="44450"/>
                  </a:lnTo>
                  <a:lnTo>
                    <a:pt x="935989" y="31750"/>
                  </a:lnTo>
                  <a:close/>
                </a:path>
              </a:pathLst>
            </a:custGeom>
            <a:solidFill>
              <a:srgbClr val="006FC0"/>
            </a:solidFill>
          </p:spPr>
          <p:txBody>
            <a:bodyPr wrap="square" lIns="0" tIns="0" rIns="0" bIns="0" rtlCol="0"/>
            <a:lstStyle/>
            <a:p>
              <a:endParaRPr/>
            </a:p>
          </p:txBody>
        </p:sp>
      </p:grpSp>
      <p:sp>
        <p:nvSpPr>
          <p:cNvPr id="56" name="object 56"/>
          <p:cNvSpPr txBox="1"/>
          <p:nvPr/>
        </p:nvSpPr>
        <p:spPr>
          <a:xfrm>
            <a:off x="2702179" y="3320542"/>
            <a:ext cx="881380" cy="208279"/>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006FC0"/>
                </a:solidFill>
                <a:latin typeface="Calibri"/>
                <a:cs typeface="Calibri"/>
              </a:rPr>
              <a:t>Poll</a:t>
            </a:r>
            <a:r>
              <a:rPr sz="1200" spc="-30" dirty="0">
                <a:solidFill>
                  <a:srgbClr val="006FC0"/>
                </a:solidFill>
                <a:latin typeface="Calibri"/>
                <a:cs typeface="Calibri"/>
              </a:rPr>
              <a:t> </a:t>
            </a:r>
            <a:r>
              <a:rPr sz="1200" spc="-10" dirty="0">
                <a:solidFill>
                  <a:srgbClr val="006FC0"/>
                </a:solidFill>
                <a:latin typeface="Calibri"/>
                <a:cs typeface="Calibri"/>
              </a:rPr>
              <a:t>for</a:t>
            </a:r>
            <a:r>
              <a:rPr sz="1200" spc="-55" dirty="0">
                <a:solidFill>
                  <a:srgbClr val="006FC0"/>
                </a:solidFill>
                <a:latin typeface="Calibri"/>
                <a:cs typeface="Calibri"/>
              </a:rPr>
              <a:t> </a:t>
            </a:r>
            <a:r>
              <a:rPr sz="1200" spc="-5" dirty="0">
                <a:solidFill>
                  <a:srgbClr val="006FC0"/>
                </a:solidFill>
                <a:latin typeface="Calibri"/>
                <a:cs typeface="Calibri"/>
              </a:rPr>
              <a:t>Status</a:t>
            </a:r>
            <a:endParaRPr sz="1200">
              <a:latin typeface="Calibri"/>
              <a:cs typeface="Calibri"/>
            </a:endParaRPr>
          </a:p>
        </p:txBody>
      </p:sp>
      <p:sp>
        <p:nvSpPr>
          <p:cNvPr id="59" name="object 59"/>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57" name="object 57"/>
          <p:cNvSpPr txBox="1"/>
          <p:nvPr/>
        </p:nvSpPr>
        <p:spPr>
          <a:xfrm>
            <a:off x="6203950" y="3924401"/>
            <a:ext cx="482600" cy="391160"/>
          </a:xfrm>
          <a:prstGeom prst="rect">
            <a:avLst/>
          </a:prstGeom>
        </p:spPr>
        <p:txBody>
          <a:bodyPr vert="horz" wrap="square" lIns="0" tIns="12700" rIns="0" bIns="0" rtlCol="0">
            <a:spAutoFit/>
          </a:bodyPr>
          <a:lstStyle/>
          <a:p>
            <a:pPr marL="48895" marR="5080" indent="-36830">
              <a:lnSpc>
                <a:spcPct val="100000"/>
              </a:lnSpc>
              <a:spcBef>
                <a:spcPts val="100"/>
              </a:spcBef>
            </a:pPr>
            <a:r>
              <a:rPr sz="1200" dirty="0">
                <a:solidFill>
                  <a:srgbClr val="006FC0"/>
                </a:solidFill>
                <a:latin typeface="Calibri"/>
                <a:cs typeface="Calibri"/>
              </a:rPr>
              <a:t>Upd</a:t>
            </a:r>
            <a:r>
              <a:rPr sz="1200" spc="-15" dirty="0">
                <a:solidFill>
                  <a:srgbClr val="006FC0"/>
                </a:solidFill>
                <a:latin typeface="Calibri"/>
                <a:cs typeface="Calibri"/>
              </a:rPr>
              <a:t>a</a:t>
            </a:r>
            <a:r>
              <a:rPr sz="1200" spc="-10" dirty="0">
                <a:solidFill>
                  <a:srgbClr val="006FC0"/>
                </a:solidFill>
                <a:latin typeface="Calibri"/>
                <a:cs typeface="Calibri"/>
              </a:rPr>
              <a:t>t</a:t>
            </a:r>
            <a:r>
              <a:rPr sz="1200" dirty="0">
                <a:solidFill>
                  <a:srgbClr val="006FC0"/>
                </a:solidFill>
                <a:latin typeface="Calibri"/>
                <a:cs typeface="Calibri"/>
              </a:rPr>
              <a:t>e  </a:t>
            </a:r>
            <a:r>
              <a:rPr sz="1200" spc="-5" dirty="0">
                <a:solidFill>
                  <a:srgbClr val="006FC0"/>
                </a:solidFill>
                <a:latin typeface="Calibri"/>
                <a:cs typeface="Calibri"/>
              </a:rPr>
              <a:t>Status</a:t>
            </a:r>
            <a:endParaRPr sz="1200">
              <a:latin typeface="Calibri"/>
              <a:cs typeface="Calibri"/>
            </a:endParaRPr>
          </a:p>
        </p:txBody>
      </p:sp>
      <p:sp>
        <p:nvSpPr>
          <p:cNvPr id="58" name="object 58"/>
          <p:cNvSpPr txBox="1">
            <a:spLocks noGrp="1"/>
          </p:cNvSpPr>
          <p:nvPr>
            <p:ph type="title"/>
          </p:nvPr>
        </p:nvSpPr>
        <p:spPr>
          <a:xfrm>
            <a:off x="471017" y="324053"/>
            <a:ext cx="5534025"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YARN</a:t>
            </a:r>
            <a:r>
              <a:rPr dirty="0">
                <a:solidFill>
                  <a:srgbClr val="095A82"/>
                </a:solidFill>
              </a:rPr>
              <a:t> </a:t>
            </a:r>
            <a:r>
              <a:rPr spc="-5" dirty="0">
                <a:solidFill>
                  <a:srgbClr val="095A82"/>
                </a:solidFill>
              </a:rPr>
              <a:t>MR</a:t>
            </a:r>
            <a:r>
              <a:rPr dirty="0">
                <a:solidFill>
                  <a:srgbClr val="095A82"/>
                </a:solidFill>
              </a:rPr>
              <a:t> </a:t>
            </a:r>
            <a:r>
              <a:rPr spc="-5" dirty="0">
                <a:solidFill>
                  <a:srgbClr val="095A82"/>
                </a:solidFill>
              </a:rPr>
              <a:t>Application</a:t>
            </a:r>
            <a:r>
              <a:rPr dirty="0">
                <a:solidFill>
                  <a:srgbClr val="095A82"/>
                </a:solidFill>
              </a:rPr>
              <a:t> </a:t>
            </a:r>
            <a:r>
              <a:rPr spc="-5" dirty="0">
                <a:solidFill>
                  <a:srgbClr val="095A82"/>
                </a:solidFill>
              </a:rPr>
              <a:t>Execution</a:t>
            </a:r>
            <a:r>
              <a:rPr spc="-15" dirty="0">
                <a:solidFill>
                  <a:srgbClr val="095A82"/>
                </a:solidFill>
              </a:rPr>
              <a:t> </a:t>
            </a:r>
            <a:r>
              <a:rPr spc="-5" dirty="0">
                <a:solidFill>
                  <a:srgbClr val="095A82"/>
                </a:solidFill>
              </a:rPr>
              <a:t>Flow</a:t>
            </a:r>
          </a:p>
        </p:txBody>
      </p:sp>
      <p:sp>
        <p:nvSpPr>
          <p:cNvPr id="60" name="object 3">
            <a:extLst>
              <a:ext uri="{FF2B5EF4-FFF2-40B4-BE49-F238E27FC236}">
                <a16:creationId xmlns:a16="http://schemas.microsoft.com/office/drawing/2014/main" id="{BEEA9E5C-94F3-2ACB-F67C-AD1EB3E8BD70}"/>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61" name="Rectangle 60">
            <a:extLst>
              <a:ext uri="{FF2B5EF4-FFF2-40B4-BE49-F238E27FC236}">
                <a16:creationId xmlns:a16="http://schemas.microsoft.com/office/drawing/2014/main" id="{4640F0FA-149B-218C-4086-4628FA35AA6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28230788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2501" y="844169"/>
            <a:ext cx="8239759" cy="922655"/>
            <a:chOff x="452501" y="844169"/>
            <a:chExt cx="8239759" cy="922655"/>
          </a:xfrm>
        </p:grpSpPr>
        <p:sp>
          <p:nvSpPr>
            <p:cNvPr id="3" name="object 3"/>
            <p:cNvSpPr/>
            <p:nvPr/>
          </p:nvSpPr>
          <p:spPr>
            <a:xfrm>
              <a:off x="467106"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pic>
          <p:nvPicPr>
            <p:cNvPr id="4" name="object 4"/>
            <p:cNvPicPr/>
            <p:nvPr/>
          </p:nvPicPr>
          <p:blipFill>
            <a:blip r:embed="rId2" cstate="print"/>
            <a:stretch>
              <a:fillRect/>
            </a:stretch>
          </p:blipFill>
          <p:spPr>
            <a:xfrm>
              <a:off x="3703296" y="896021"/>
              <a:ext cx="1732835" cy="870371"/>
            </a:xfrm>
            <a:prstGeom prst="rect">
              <a:avLst/>
            </a:prstGeom>
          </p:spPr>
        </p:pic>
        <p:sp>
          <p:nvSpPr>
            <p:cNvPr id="5" name="object 5"/>
            <p:cNvSpPr/>
            <p:nvPr/>
          </p:nvSpPr>
          <p:spPr>
            <a:xfrm>
              <a:off x="3739896" y="912876"/>
              <a:ext cx="1664335" cy="802005"/>
            </a:xfrm>
            <a:custGeom>
              <a:avLst/>
              <a:gdLst/>
              <a:ahLst/>
              <a:cxnLst/>
              <a:rect l="l" t="t" r="r" b="b"/>
              <a:pathLst>
                <a:path w="1664335" h="802005">
                  <a:moveTo>
                    <a:pt x="1530603" y="0"/>
                  </a:moveTo>
                  <a:lnTo>
                    <a:pt x="133603" y="0"/>
                  </a:lnTo>
                  <a:lnTo>
                    <a:pt x="91374" y="6811"/>
                  </a:lnTo>
                  <a:lnTo>
                    <a:pt x="54699" y="25777"/>
                  </a:lnTo>
                  <a:lnTo>
                    <a:pt x="25777" y="54699"/>
                  </a:lnTo>
                  <a:lnTo>
                    <a:pt x="6811" y="91374"/>
                  </a:lnTo>
                  <a:lnTo>
                    <a:pt x="0" y="133603"/>
                  </a:lnTo>
                  <a:lnTo>
                    <a:pt x="0" y="668020"/>
                  </a:lnTo>
                  <a:lnTo>
                    <a:pt x="6811" y="710249"/>
                  </a:lnTo>
                  <a:lnTo>
                    <a:pt x="25777" y="746924"/>
                  </a:lnTo>
                  <a:lnTo>
                    <a:pt x="54699" y="775846"/>
                  </a:lnTo>
                  <a:lnTo>
                    <a:pt x="91374" y="794812"/>
                  </a:lnTo>
                  <a:lnTo>
                    <a:pt x="133603" y="801624"/>
                  </a:lnTo>
                  <a:lnTo>
                    <a:pt x="1530603" y="801624"/>
                  </a:lnTo>
                  <a:lnTo>
                    <a:pt x="1572833" y="794812"/>
                  </a:lnTo>
                  <a:lnTo>
                    <a:pt x="1609508" y="775846"/>
                  </a:lnTo>
                  <a:lnTo>
                    <a:pt x="1638430" y="746924"/>
                  </a:lnTo>
                  <a:lnTo>
                    <a:pt x="1657396" y="710249"/>
                  </a:lnTo>
                  <a:lnTo>
                    <a:pt x="1664207" y="668020"/>
                  </a:lnTo>
                  <a:lnTo>
                    <a:pt x="1664207" y="133603"/>
                  </a:lnTo>
                  <a:lnTo>
                    <a:pt x="1657396" y="91374"/>
                  </a:lnTo>
                  <a:lnTo>
                    <a:pt x="1638430" y="54699"/>
                  </a:lnTo>
                  <a:lnTo>
                    <a:pt x="1609508" y="25777"/>
                  </a:lnTo>
                  <a:lnTo>
                    <a:pt x="1572833" y="6811"/>
                  </a:lnTo>
                  <a:lnTo>
                    <a:pt x="1530603" y="0"/>
                  </a:lnTo>
                  <a:close/>
                </a:path>
              </a:pathLst>
            </a:custGeom>
            <a:solidFill>
              <a:srgbClr val="0D80B8"/>
            </a:solidFill>
          </p:spPr>
          <p:txBody>
            <a:bodyPr wrap="square" lIns="0" tIns="0" rIns="0" bIns="0" rtlCol="0"/>
            <a:lstStyle/>
            <a:p>
              <a:endParaRPr/>
            </a:p>
          </p:txBody>
        </p:sp>
        <p:sp>
          <p:nvSpPr>
            <p:cNvPr id="6" name="object 6"/>
            <p:cNvSpPr/>
            <p:nvPr/>
          </p:nvSpPr>
          <p:spPr>
            <a:xfrm>
              <a:off x="3739896" y="912876"/>
              <a:ext cx="1664335" cy="802005"/>
            </a:xfrm>
            <a:custGeom>
              <a:avLst/>
              <a:gdLst/>
              <a:ahLst/>
              <a:cxnLst/>
              <a:rect l="l" t="t" r="r" b="b"/>
              <a:pathLst>
                <a:path w="1664335" h="802005">
                  <a:moveTo>
                    <a:pt x="0" y="133603"/>
                  </a:moveTo>
                  <a:lnTo>
                    <a:pt x="6811" y="91374"/>
                  </a:lnTo>
                  <a:lnTo>
                    <a:pt x="25777" y="54699"/>
                  </a:lnTo>
                  <a:lnTo>
                    <a:pt x="54699" y="25777"/>
                  </a:lnTo>
                  <a:lnTo>
                    <a:pt x="91374" y="6811"/>
                  </a:lnTo>
                  <a:lnTo>
                    <a:pt x="133603" y="0"/>
                  </a:lnTo>
                  <a:lnTo>
                    <a:pt x="1530603" y="0"/>
                  </a:lnTo>
                  <a:lnTo>
                    <a:pt x="1572833" y="6811"/>
                  </a:lnTo>
                  <a:lnTo>
                    <a:pt x="1609508" y="25777"/>
                  </a:lnTo>
                  <a:lnTo>
                    <a:pt x="1638430" y="54699"/>
                  </a:lnTo>
                  <a:lnTo>
                    <a:pt x="1657396" y="91374"/>
                  </a:lnTo>
                  <a:lnTo>
                    <a:pt x="1664207" y="133603"/>
                  </a:lnTo>
                  <a:lnTo>
                    <a:pt x="1664207" y="668020"/>
                  </a:lnTo>
                  <a:lnTo>
                    <a:pt x="1657396" y="710249"/>
                  </a:lnTo>
                  <a:lnTo>
                    <a:pt x="1638430" y="746924"/>
                  </a:lnTo>
                  <a:lnTo>
                    <a:pt x="1609508" y="775846"/>
                  </a:lnTo>
                  <a:lnTo>
                    <a:pt x="1572833" y="794812"/>
                  </a:lnTo>
                  <a:lnTo>
                    <a:pt x="1530603" y="801624"/>
                  </a:lnTo>
                  <a:lnTo>
                    <a:pt x="133603" y="801624"/>
                  </a:lnTo>
                  <a:lnTo>
                    <a:pt x="91374" y="794812"/>
                  </a:lnTo>
                  <a:lnTo>
                    <a:pt x="54699" y="775846"/>
                  </a:lnTo>
                  <a:lnTo>
                    <a:pt x="25777" y="746924"/>
                  </a:lnTo>
                  <a:lnTo>
                    <a:pt x="6811" y="710249"/>
                  </a:lnTo>
                  <a:lnTo>
                    <a:pt x="0" y="668020"/>
                  </a:lnTo>
                  <a:lnTo>
                    <a:pt x="0" y="133603"/>
                  </a:lnTo>
                  <a:close/>
                </a:path>
              </a:pathLst>
            </a:custGeom>
            <a:ln w="6096">
              <a:solidFill>
                <a:srgbClr val="FFFFFF"/>
              </a:solidFill>
            </a:ln>
          </p:spPr>
          <p:txBody>
            <a:bodyPr wrap="square" lIns="0" tIns="0" rIns="0" bIns="0" rtlCol="0"/>
            <a:lstStyle/>
            <a:p>
              <a:endParaRPr/>
            </a:p>
          </p:txBody>
        </p:sp>
      </p:grpSp>
      <p:grpSp>
        <p:nvGrpSpPr>
          <p:cNvPr id="7" name="object 7"/>
          <p:cNvGrpSpPr/>
          <p:nvPr/>
        </p:nvGrpSpPr>
        <p:grpSpPr>
          <a:xfrm>
            <a:off x="806177" y="2090842"/>
            <a:ext cx="1496695" cy="744220"/>
            <a:chOff x="806177" y="2090842"/>
            <a:chExt cx="1496695" cy="744220"/>
          </a:xfrm>
        </p:grpSpPr>
        <p:pic>
          <p:nvPicPr>
            <p:cNvPr id="8" name="object 8"/>
            <p:cNvPicPr/>
            <p:nvPr/>
          </p:nvPicPr>
          <p:blipFill>
            <a:blip r:embed="rId3" cstate="print"/>
            <a:stretch>
              <a:fillRect/>
            </a:stretch>
          </p:blipFill>
          <p:spPr>
            <a:xfrm>
              <a:off x="806177" y="2090842"/>
              <a:ext cx="1496604" cy="743869"/>
            </a:xfrm>
            <a:prstGeom prst="rect">
              <a:avLst/>
            </a:prstGeom>
          </p:spPr>
        </p:pic>
        <p:sp>
          <p:nvSpPr>
            <p:cNvPr id="9" name="object 9"/>
            <p:cNvSpPr/>
            <p:nvPr/>
          </p:nvSpPr>
          <p:spPr>
            <a:xfrm>
              <a:off x="842771" y="2107692"/>
              <a:ext cx="1428115" cy="675640"/>
            </a:xfrm>
            <a:custGeom>
              <a:avLst/>
              <a:gdLst/>
              <a:ahLst/>
              <a:cxnLst/>
              <a:rect l="l" t="t" r="r" b="b"/>
              <a:pathLst>
                <a:path w="1428114" h="675639">
                  <a:moveTo>
                    <a:pt x="1315466" y="0"/>
                  </a:moveTo>
                  <a:lnTo>
                    <a:pt x="112522" y="0"/>
                  </a:lnTo>
                  <a:lnTo>
                    <a:pt x="68724" y="8848"/>
                  </a:lnTo>
                  <a:lnTo>
                    <a:pt x="32958" y="32972"/>
                  </a:lnTo>
                  <a:lnTo>
                    <a:pt x="8842" y="68740"/>
                  </a:lnTo>
                  <a:lnTo>
                    <a:pt x="0" y="112521"/>
                  </a:lnTo>
                  <a:lnTo>
                    <a:pt x="0" y="562609"/>
                  </a:lnTo>
                  <a:lnTo>
                    <a:pt x="8842" y="606391"/>
                  </a:lnTo>
                  <a:lnTo>
                    <a:pt x="32958" y="642159"/>
                  </a:lnTo>
                  <a:lnTo>
                    <a:pt x="68724" y="666283"/>
                  </a:lnTo>
                  <a:lnTo>
                    <a:pt x="112522" y="675132"/>
                  </a:lnTo>
                  <a:lnTo>
                    <a:pt x="1315466" y="675132"/>
                  </a:lnTo>
                  <a:lnTo>
                    <a:pt x="1359247" y="666283"/>
                  </a:lnTo>
                  <a:lnTo>
                    <a:pt x="1395015" y="642159"/>
                  </a:lnTo>
                  <a:lnTo>
                    <a:pt x="1419139" y="606391"/>
                  </a:lnTo>
                  <a:lnTo>
                    <a:pt x="1427988" y="562609"/>
                  </a:lnTo>
                  <a:lnTo>
                    <a:pt x="1427988" y="112521"/>
                  </a:lnTo>
                  <a:lnTo>
                    <a:pt x="1419139" y="68740"/>
                  </a:lnTo>
                  <a:lnTo>
                    <a:pt x="1395015" y="32972"/>
                  </a:lnTo>
                  <a:lnTo>
                    <a:pt x="1359247" y="8848"/>
                  </a:lnTo>
                  <a:lnTo>
                    <a:pt x="1315466" y="0"/>
                  </a:lnTo>
                  <a:close/>
                </a:path>
              </a:pathLst>
            </a:custGeom>
            <a:solidFill>
              <a:srgbClr val="9CB955"/>
            </a:solidFill>
          </p:spPr>
          <p:txBody>
            <a:bodyPr wrap="square" lIns="0" tIns="0" rIns="0" bIns="0" rtlCol="0"/>
            <a:lstStyle/>
            <a:p>
              <a:endParaRPr/>
            </a:p>
          </p:txBody>
        </p:sp>
        <p:sp>
          <p:nvSpPr>
            <p:cNvPr id="10" name="object 10"/>
            <p:cNvSpPr/>
            <p:nvPr/>
          </p:nvSpPr>
          <p:spPr>
            <a:xfrm>
              <a:off x="842771" y="2107692"/>
              <a:ext cx="1428115" cy="675640"/>
            </a:xfrm>
            <a:custGeom>
              <a:avLst/>
              <a:gdLst/>
              <a:ahLst/>
              <a:cxnLst/>
              <a:rect l="l" t="t" r="r" b="b"/>
              <a:pathLst>
                <a:path w="1428114" h="675639">
                  <a:moveTo>
                    <a:pt x="0" y="112521"/>
                  </a:moveTo>
                  <a:lnTo>
                    <a:pt x="8842" y="68740"/>
                  </a:lnTo>
                  <a:lnTo>
                    <a:pt x="32958" y="32972"/>
                  </a:lnTo>
                  <a:lnTo>
                    <a:pt x="68724" y="8848"/>
                  </a:lnTo>
                  <a:lnTo>
                    <a:pt x="112522" y="0"/>
                  </a:lnTo>
                  <a:lnTo>
                    <a:pt x="1315466" y="0"/>
                  </a:lnTo>
                  <a:lnTo>
                    <a:pt x="1359247" y="8848"/>
                  </a:lnTo>
                  <a:lnTo>
                    <a:pt x="1395015" y="32972"/>
                  </a:lnTo>
                  <a:lnTo>
                    <a:pt x="1419139" y="68740"/>
                  </a:lnTo>
                  <a:lnTo>
                    <a:pt x="1427988" y="112521"/>
                  </a:lnTo>
                  <a:lnTo>
                    <a:pt x="1427988" y="562609"/>
                  </a:lnTo>
                  <a:lnTo>
                    <a:pt x="1419139" y="606391"/>
                  </a:lnTo>
                  <a:lnTo>
                    <a:pt x="1395015" y="642159"/>
                  </a:lnTo>
                  <a:lnTo>
                    <a:pt x="1359247" y="666283"/>
                  </a:lnTo>
                  <a:lnTo>
                    <a:pt x="1315466" y="675132"/>
                  </a:lnTo>
                  <a:lnTo>
                    <a:pt x="112522" y="675132"/>
                  </a:lnTo>
                  <a:lnTo>
                    <a:pt x="68724" y="666283"/>
                  </a:lnTo>
                  <a:lnTo>
                    <a:pt x="32958" y="642159"/>
                  </a:lnTo>
                  <a:lnTo>
                    <a:pt x="8842" y="606391"/>
                  </a:lnTo>
                  <a:lnTo>
                    <a:pt x="0" y="562609"/>
                  </a:lnTo>
                  <a:lnTo>
                    <a:pt x="0" y="112521"/>
                  </a:lnTo>
                  <a:close/>
                </a:path>
              </a:pathLst>
            </a:custGeom>
            <a:ln w="6096">
              <a:solidFill>
                <a:srgbClr val="FFFFFF"/>
              </a:solidFill>
            </a:ln>
          </p:spPr>
          <p:txBody>
            <a:bodyPr wrap="square" lIns="0" tIns="0" rIns="0" bIns="0" rtlCol="0"/>
            <a:lstStyle/>
            <a:p>
              <a:endParaRPr/>
            </a:p>
          </p:txBody>
        </p:sp>
      </p:grpSp>
      <p:sp>
        <p:nvSpPr>
          <p:cNvPr id="11" name="object 11"/>
          <p:cNvSpPr txBox="1"/>
          <p:nvPr/>
        </p:nvSpPr>
        <p:spPr>
          <a:xfrm>
            <a:off x="1079398" y="2131898"/>
            <a:ext cx="953769"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Node</a:t>
            </a:r>
            <a:r>
              <a:rPr sz="1200" spc="-50" dirty="0">
                <a:solidFill>
                  <a:srgbClr val="5F5F5F"/>
                </a:solidFill>
                <a:latin typeface="Calibri"/>
                <a:cs typeface="Calibri"/>
              </a:rPr>
              <a:t> </a:t>
            </a:r>
            <a:r>
              <a:rPr sz="1200" spc="-5" dirty="0">
                <a:solidFill>
                  <a:srgbClr val="5F5F5F"/>
                </a:solidFill>
                <a:latin typeface="Calibri"/>
                <a:cs typeface="Calibri"/>
              </a:rPr>
              <a:t>Manager</a:t>
            </a:r>
            <a:endParaRPr sz="1200">
              <a:latin typeface="Calibri"/>
              <a:cs typeface="Calibri"/>
            </a:endParaRPr>
          </a:p>
        </p:txBody>
      </p:sp>
      <p:grpSp>
        <p:nvGrpSpPr>
          <p:cNvPr id="12" name="object 12"/>
          <p:cNvGrpSpPr/>
          <p:nvPr/>
        </p:nvGrpSpPr>
        <p:grpSpPr>
          <a:xfrm>
            <a:off x="806177" y="2922946"/>
            <a:ext cx="1496695" cy="744220"/>
            <a:chOff x="806177" y="2922946"/>
            <a:chExt cx="1496695" cy="744220"/>
          </a:xfrm>
        </p:grpSpPr>
        <p:pic>
          <p:nvPicPr>
            <p:cNvPr id="13" name="object 13"/>
            <p:cNvPicPr/>
            <p:nvPr/>
          </p:nvPicPr>
          <p:blipFill>
            <a:blip r:embed="rId3" cstate="print"/>
            <a:stretch>
              <a:fillRect/>
            </a:stretch>
          </p:blipFill>
          <p:spPr>
            <a:xfrm>
              <a:off x="806177" y="2922946"/>
              <a:ext cx="1496604" cy="743869"/>
            </a:xfrm>
            <a:prstGeom prst="rect">
              <a:avLst/>
            </a:prstGeom>
          </p:spPr>
        </p:pic>
        <p:sp>
          <p:nvSpPr>
            <p:cNvPr id="14" name="object 14"/>
            <p:cNvSpPr/>
            <p:nvPr/>
          </p:nvSpPr>
          <p:spPr>
            <a:xfrm>
              <a:off x="842771" y="2939796"/>
              <a:ext cx="1428115" cy="675640"/>
            </a:xfrm>
            <a:custGeom>
              <a:avLst/>
              <a:gdLst/>
              <a:ahLst/>
              <a:cxnLst/>
              <a:rect l="l" t="t" r="r" b="b"/>
              <a:pathLst>
                <a:path w="1428114" h="675639">
                  <a:moveTo>
                    <a:pt x="1315466" y="0"/>
                  </a:moveTo>
                  <a:lnTo>
                    <a:pt x="112522" y="0"/>
                  </a:lnTo>
                  <a:lnTo>
                    <a:pt x="68724" y="8848"/>
                  </a:lnTo>
                  <a:lnTo>
                    <a:pt x="32958" y="32972"/>
                  </a:lnTo>
                  <a:lnTo>
                    <a:pt x="8842" y="68740"/>
                  </a:lnTo>
                  <a:lnTo>
                    <a:pt x="0" y="112522"/>
                  </a:lnTo>
                  <a:lnTo>
                    <a:pt x="0" y="562610"/>
                  </a:lnTo>
                  <a:lnTo>
                    <a:pt x="8842" y="606391"/>
                  </a:lnTo>
                  <a:lnTo>
                    <a:pt x="32958" y="642159"/>
                  </a:lnTo>
                  <a:lnTo>
                    <a:pt x="68724" y="666283"/>
                  </a:lnTo>
                  <a:lnTo>
                    <a:pt x="112522" y="675132"/>
                  </a:lnTo>
                  <a:lnTo>
                    <a:pt x="1315466" y="675132"/>
                  </a:lnTo>
                  <a:lnTo>
                    <a:pt x="1359247" y="666283"/>
                  </a:lnTo>
                  <a:lnTo>
                    <a:pt x="1395015" y="642159"/>
                  </a:lnTo>
                  <a:lnTo>
                    <a:pt x="1419139" y="606391"/>
                  </a:lnTo>
                  <a:lnTo>
                    <a:pt x="1427988" y="562610"/>
                  </a:lnTo>
                  <a:lnTo>
                    <a:pt x="1427988" y="112522"/>
                  </a:lnTo>
                  <a:lnTo>
                    <a:pt x="1419139" y="68740"/>
                  </a:lnTo>
                  <a:lnTo>
                    <a:pt x="1395015" y="32972"/>
                  </a:lnTo>
                  <a:lnTo>
                    <a:pt x="1359247" y="8848"/>
                  </a:lnTo>
                  <a:lnTo>
                    <a:pt x="1315466" y="0"/>
                  </a:lnTo>
                  <a:close/>
                </a:path>
              </a:pathLst>
            </a:custGeom>
            <a:solidFill>
              <a:srgbClr val="9CB955"/>
            </a:solidFill>
          </p:spPr>
          <p:txBody>
            <a:bodyPr wrap="square" lIns="0" tIns="0" rIns="0" bIns="0" rtlCol="0"/>
            <a:lstStyle/>
            <a:p>
              <a:endParaRPr/>
            </a:p>
          </p:txBody>
        </p:sp>
        <p:sp>
          <p:nvSpPr>
            <p:cNvPr id="15" name="object 15"/>
            <p:cNvSpPr/>
            <p:nvPr/>
          </p:nvSpPr>
          <p:spPr>
            <a:xfrm>
              <a:off x="842771" y="2939796"/>
              <a:ext cx="1428115" cy="675640"/>
            </a:xfrm>
            <a:custGeom>
              <a:avLst/>
              <a:gdLst/>
              <a:ahLst/>
              <a:cxnLst/>
              <a:rect l="l" t="t" r="r" b="b"/>
              <a:pathLst>
                <a:path w="1428114" h="675639">
                  <a:moveTo>
                    <a:pt x="0" y="112522"/>
                  </a:moveTo>
                  <a:lnTo>
                    <a:pt x="8842" y="68740"/>
                  </a:lnTo>
                  <a:lnTo>
                    <a:pt x="32958" y="32972"/>
                  </a:lnTo>
                  <a:lnTo>
                    <a:pt x="68724" y="8848"/>
                  </a:lnTo>
                  <a:lnTo>
                    <a:pt x="112522" y="0"/>
                  </a:lnTo>
                  <a:lnTo>
                    <a:pt x="1315466" y="0"/>
                  </a:lnTo>
                  <a:lnTo>
                    <a:pt x="1359247" y="8848"/>
                  </a:lnTo>
                  <a:lnTo>
                    <a:pt x="1395015" y="32972"/>
                  </a:lnTo>
                  <a:lnTo>
                    <a:pt x="1419139" y="68740"/>
                  </a:lnTo>
                  <a:lnTo>
                    <a:pt x="1427988" y="112522"/>
                  </a:lnTo>
                  <a:lnTo>
                    <a:pt x="1427988" y="562610"/>
                  </a:lnTo>
                  <a:lnTo>
                    <a:pt x="1419139" y="606391"/>
                  </a:lnTo>
                  <a:lnTo>
                    <a:pt x="1395015" y="642159"/>
                  </a:lnTo>
                  <a:lnTo>
                    <a:pt x="1359247" y="666283"/>
                  </a:lnTo>
                  <a:lnTo>
                    <a:pt x="1315466" y="675132"/>
                  </a:lnTo>
                  <a:lnTo>
                    <a:pt x="112522" y="675132"/>
                  </a:lnTo>
                  <a:lnTo>
                    <a:pt x="68724" y="666283"/>
                  </a:lnTo>
                  <a:lnTo>
                    <a:pt x="32958" y="642159"/>
                  </a:lnTo>
                  <a:lnTo>
                    <a:pt x="8842" y="606391"/>
                  </a:lnTo>
                  <a:lnTo>
                    <a:pt x="0" y="562610"/>
                  </a:lnTo>
                  <a:lnTo>
                    <a:pt x="0" y="112522"/>
                  </a:lnTo>
                  <a:close/>
                </a:path>
              </a:pathLst>
            </a:custGeom>
            <a:ln w="6095">
              <a:solidFill>
                <a:srgbClr val="FFFFFF"/>
              </a:solidFill>
            </a:ln>
          </p:spPr>
          <p:txBody>
            <a:bodyPr wrap="square" lIns="0" tIns="0" rIns="0" bIns="0" rtlCol="0"/>
            <a:lstStyle/>
            <a:p>
              <a:endParaRPr/>
            </a:p>
          </p:txBody>
        </p:sp>
      </p:grpSp>
      <p:sp>
        <p:nvSpPr>
          <p:cNvPr id="16" name="object 16"/>
          <p:cNvSpPr txBox="1"/>
          <p:nvPr/>
        </p:nvSpPr>
        <p:spPr>
          <a:xfrm>
            <a:off x="1079398" y="2964942"/>
            <a:ext cx="95313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Node</a:t>
            </a:r>
            <a:r>
              <a:rPr sz="1200" spc="-55" dirty="0">
                <a:solidFill>
                  <a:srgbClr val="5F5F5F"/>
                </a:solidFill>
                <a:latin typeface="Calibri"/>
                <a:cs typeface="Calibri"/>
              </a:rPr>
              <a:t> </a:t>
            </a:r>
            <a:r>
              <a:rPr sz="1200" spc="-5" dirty="0">
                <a:solidFill>
                  <a:srgbClr val="5F5F5F"/>
                </a:solidFill>
                <a:latin typeface="Calibri"/>
                <a:cs typeface="Calibri"/>
              </a:rPr>
              <a:t>Manager</a:t>
            </a:r>
            <a:endParaRPr sz="1200">
              <a:latin typeface="Calibri"/>
              <a:cs typeface="Calibri"/>
            </a:endParaRPr>
          </a:p>
        </p:txBody>
      </p:sp>
      <p:grpSp>
        <p:nvGrpSpPr>
          <p:cNvPr id="17" name="object 17"/>
          <p:cNvGrpSpPr/>
          <p:nvPr/>
        </p:nvGrpSpPr>
        <p:grpSpPr>
          <a:xfrm>
            <a:off x="806177" y="2090842"/>
            <a:ext cx="3648710" cy="2469515"/>
            <a:chOff x="806177" y="2090842"/>
            <a:chExt cx="3648710" cy="2469515"/>
          </a:xfrm>
        </p:grpSpPr>
        <p:pic>
          <p:nvPicPr>
            <p:cNvPr id="18" name="object 18"/>
            <p:cNvPicPr/>
            <p:nvPr/>
          </p:nvPicPr>
          <p:blipFill>
            <a:blip r:embed="rId3" cstate="print"/>
            <a:stretch>
              <a:fillRect/>
            </a:stretch>
          </p:blipFill>
          <p:spPr>
            <a:xfrm>
              <a:off x="806177" y="3816023"/>
              <a:ext cx="1496604" cy="743869"/>
            </a:xfrm>
            <a:prstGeom prst="rect">
              <a:avLst/>
            </a:prstGeom>
          </p:spPr>
        </p:pic>
        <p:sp>
          <p:nvSpPr>
            <p:cNvPr id="19" name="object 19"/>
            <p:cNvSpPr/>
            <p:nvPr/>
          </p:nvSpPr>
          <p:spPr>
            <a:xfrm>
              <a:off x="842771" y="3832860"/>
              <a:ext cx="1428115" cy="675640"/>
            </a:xfrm>
            <a:custGeom>
              <a:avLst/>
              <a:gdLst/>
              <a:ahLst/>
              <a:cxnLst/>
              <a:rect l="l" t="t" r="r" b="b"/>
              <a:pathLst>
                <a:path w="1428114" h="675639">
                  <a:moveTo>
                    <a:pt x="1315466" y="0"/>
                  </a:moveTo>
                  <a:lnTo>
                    <a:pt x="112522" y="0"/>
                  </a:lnTo>
                  <a:lnTo>
                    <a:pt x="68724" y="8842"/>
                  </a:lnTo>
                  <a:lnTo>
                    <a:pt x="32958" y="32958"/>
                  </a:lnTo>
                  <a:lnTo>
                    <a:pt x="8842" y="68724"/>
                  </a:lnTo>
                  <a:lnTo>
                    <a:pt x="0" y="112521"/>
                  </a:lnTo>
                  <a:lnTo>
                    <a:pt x="0" y="562609"/>
                  </a:lnTo>
                  <a:lnTo>
                    <a:pt x="8842" y="606407"/>
                  </a:lnTo>
                  <a:lnTo>
                    <a:pt x="32958" y="642173"/>
                  </a:lnTo>
                  <a:lnTo>
                    <a:pt x="68724" y="666289"/>
                  </a:lnTo>
                  <a:lnTo>
                    <a:pt x="112522" y="675131"/>
                  </a:lnTo>
                  <a:lnTo>
                    <a:pt x="1315466" y="675131"/>
                  </a:lnTo>
                  <a:lnTo>
                    <a:pt x="1359247" y="666289"/>
                  </a:lnTo>
                  <a:lnTo>
                    <a:pt x="1395015" y="642173"/>
                  </a:lnTo>
                  <a:lnTo>
                    <a:pt x="1419139" y="606407"/>
                  </a:lnTo>
                  <a:lnTo>
                    <a:pt x="1427988" y="562609"/>
                  </a:lnTo>
                  <a:lnTo>
                    <a:pt x="1427988" y="112521"/>
                  </a:lnTo>
                  <a:lnTo>
                    <a:pt x="1419139" y="68724"/>
                  </a:lnTo>
                  <a:lnTo>
                    <a:pt x="1395015" y="32958"/>
                  </a:lnTo>
                  <a:lnTo>
                    <a:pt x="1359247" y="8842"/>
                  </a:lnTo>
                  <a:lnTo>
                    <a:pt x="1315466" y="0"/>
                  </a:lnTo>
                  <a:close/>
                </a:path>
              </a:pathLst>
            </a:custGeom>
            <a:solidFill>
              <a:srgbClr val="9CB955"/>
            </a:solidFill>
          </p:spPr>
          <p:txBody>
            <a:bodyPr wrap="square" lIns="0" tIns="0" rIns="0" bIns="0" rtlCol="0"/>
            <a:lstStyle/>
            <a:p>
              <a:endParaRPr/>
            </a:p>
          </p:txBody>
        </p:sp>
        <p:sp>
          <p:nvSpPr>
            <p:cNvPr id="20" name="object 20"/>
            <p:cNvSpPr/>
            <p:nvPr/>
          </p:nvSpPr>
          <p:spPr>
            <a:xfrm>
              <a:off x="842771" y="3832860"/>
              <a:ext cx="1428115" cy="675640"/>
            </a:xfrm>
            <a:custGeom>
              <a:avLst/>
              <a:gdLst/>
              <a:ahLst/>
              <a:cxnLst/>
              <a:rect l="l" t="t" r="r" b="b"/>
              <a:pathLst>
                <a:path w="1428114" h="675639">
                  <a:moveTo>
                    <a:pt x="0" y="112521"/>
                  </a:moveTo>
                  <a:lnTo>
                    <a:pt x="8842" y="68724"/>
                  </a:lnTo>
                  <a:lnTo>
                    <a:pt x="32958" y="32958"/>
                  </a:lnTo>
                  <a:lnTo>
                    <a:pt x="68724" y="8842"/>
                  </a:lnTo>
                  <a:lnTo>
                    <a:pt x="112522" y="0"/>
                  </a:lnTo>
                  <a:lnTo>
                    <a:pt x="1315466" y="0"/>
                  </a:lnTo>
                  <a:lnTo>
                    <a:pt x="1359247" y="8842"/>
                  </a:lnTo>
                  <a:lnTo>
                    <a:pt x="1395015" y="32958"/>
                  </a:lnTo>
                  <a:lnTo>
                    <a:pt x="1419139" y="68724"/>
                  </a:lnTo>
                  <a:lnTo>
                    <a:pt x="1427988" y="112521"/>
                  </a:lnTo>
                  <a:lnTo>
                    <a:pt x="1427988" y="562609"/>
                  </a:lnTo>
                  <a:lnTo>
                    <a:pt x="1419139" y="606407"/>
                  </a:lnTo>
                  <a:lnTo>
                    <a:pt x="1395015" y="642173"/>
                  </a:lnTo>
                  <a:lnTo>
                    <a:pt x="1359247" y="666289"/>
                  </a:lnTo>
                  <a:lnTo>
                    <a:pt x="1315466" y="675131"/>
                  </a:lnTo>
                  <a:lnTo>
                    <a:pt x="112522" y="675131"/>
                  </a:lnTo>
                  <a:lnTo>
                    <a:pt x="68724" y="666289"/>
                  </a:lnTo>
                  <a:lnTo>
                    <a:pt x="32958" y="642173"/>
                  </a:lnTo>
                  <a:lnTo>
                    <a:pt x="8842" y="606407"/>
                  </a:lnTo>
                  <a:lnTo>
                    <a:pt x="0" y="562609"/>
                  </a:lnTo>
                  <a:lnTo>
                    <a:pt x="0" y="112521"/>
                  </a:lnTo>
                  <a:close/>
                </a:path>
              </a:pathLst>
            </a:custGeom>
            <a:ln w="6096">
              <a:solidFill>
                <a:srgbClr val="FFFFFF"/>
              </a:solidFill>
            </a:ln>
          </p:spPr>
          <p:txBody>
            <a:bodyPr wrap="square" lIns="0" tIns="0" rIns="0" bIns="0" rtlCol="0"/>
            <a:lstStyle/>
            <a:p>
              <a:endParaRPr/>
            </a:p>
          </p:txBody>
        </p:sp>
        <p:pic>
          <p:nvPicPr>
            <p:cNvPr id="21" name="object 21"/>
            <p:cNvPicPr/>
            <p:nvPr/>
          </p:nvPicPr>
          <p:blipFill>
            <a:blip r:embed="rId3" cstate="print"/>
            <a:stretch>
              <a:fillRect/>
            </a:stretch>
          </p:blipFill>
          <p:spPr>
            <a:xfrm>
              <a:off x="2958065" y="2090842"/>
              <a:ext cx="1496604" cy="743869"/>
            </a:xfrm>
            <a:prstGeom prst="rect">
              <a:avLst/>
            </a:prstGeom>
          </p:spPr>
        </p:pic>
        <p:sp>
          <p:nvSpPr>
            <p:cNvPr id="22" name="object 22"/>
            <p:cNvSpPr/>
            <p:nvPr/>
          </p:nvSpPr>
          <p:spPr>
            <a:xfrm>
              <a:off x="2994659" y="2107692"/>
              <a:ext cx="1428115" cy="675640"/>
            </a:xfrm>
            <a:custGeom>
              <a:avLst/>
              <a:gdLst/>
              <a:ahLst/>
              <a:cxnLst/>
              <a:rect l="l" t="t" r="r" b="b"/>
              <a:pathLst>
                <a:path w="1428114" h="675639">
                  <a:moveTo>
                    <a:pt x="1315465" y="0"/>
                  </a:moveTo>
                  <a:lnTo>
                    <a:pt x="112521" y="0"/>
                  </a:lnTo>
                  <a:lnTo>
                    <a:pt x="68740" y="8848"/>
                  </a:lnTo>
                  <a:lnTo>
                    <a:pt x="32972" y="32972"/>
                  </a:lnTo>
                  <a:lnTo>
                    <a:pt x="8848" y="68740"/>
                  </a:lnTo>
                  <a:lnTo>
                    <a:pt x="0" y="112521"/>
                  </a:lnTo>
                  <a:lnTo>
                    <a:pt x="0" y="562609"/>
                  </a:lnTo>
                  <a:lnTo>
                    <a:pt x="8848" y="606391"/>
                  </a:lnTo>
                  <a:lnTo>
                    <a:pt x="32972" y="642159"/>
                  </a:lnTo>
                  <a:lnTo>
                    <a:pt x="68740" y="666283"/>
                  </a:lnTo>
                  <a:lnTo>
                    <a:pt x="112521" y="675132"/>
                  </a:lnTo>
                  <a:lnTo>
                    <a:pt x="1315465" y="675132"/>
                  </a:lnTo>
                  <a:lnTo>
                    <a:pt x="1359247" y="666283"/>
                  </a:lnTo>
                  <a:lnTo>
                    <a:pt x="1395015" y="642159"/>
                  </a:lnTo>
                  <a:lnTo>
                    <a:pt x="1419139" y="606391"/>
                  </a:lnTo>
                  <a:lnTo>
                    <a:pt x="1427988" y="562609"/>
                  </a:lnTo>
                  <a:lnTo>
                    <a:pt x="1427988" y="112521"/>
                  </a:lnTo>
                  <a:lnTo>
                    <a:pt x="1419139" y="68740"/>
                  </a:lnTo>
                  <a:lnTo>
                    <a:pt x="1395015" y="32972"/>
                  </a:lnTo>
                  <a:lnTo>
                    <a:pt x="1359247" y="8848"/>
                  </a:lnTo>
                  <a:lnTo>
                    <a:pt x="1315465" y="0"/>
                  </a:lnTo>
                  <a:close/>
                </a:path>
              </a:pathLst>
            </a:custGeom>
            <a:solidFill>
              <a:srgbClr val="9CB955"/>
            </a:solidFill>
          </p:spPr>
          <p:txBody>
            <a:bodyPr wrap="square" lIns="0" tIns="0" rIns="0" bIns="0" rtlCol="0"/>
            <a:lstStyle/>
            <a:p>
              <a:endParaRPr/>
            </a:p>
          </p:txBody>
        </p:sp>
        <p:sp>
          <p:nvSpPr>
            <p:cNvPr id="23" name="object 23"/>
            <p:cNvSpPr/>
            <p:nvPr/>
          </p:nvSpPr>
          <p:spPr>
            <a:xfrm>
              <a:off x="2994659" y="2107692"/>
              <a:ext cx="1428115" cy="675640"/>
            </a:xfrm>
            <a:custGeom>
              <a:avLst/>
              <a:gdLst/>
              <a:ahLst/>
              <a:cxnLst/>
              <a:rect l="l" t="t" r="r" b="b"/>
              <a:pathLst>
                <a:path w="1428114" h="675639">
                  <a:moveTo>
                    <a:pt x="0" y="112521"/>
                  </a:moveTo>
                  <a:lnTo>
                    <a:pt x="8848" y="68740"/>
                  </a:lnTo>
                  <a:lnTo>
                    <a:pt x="32972" y="32972"/>
                  </a:lnTo>
                  <a:lnTo>
                    <a:pt x="68740" y="8848"/>
                  </a:lnTo>
                  <a:lnTo>
                    <a:pt x="112521" y="0"/>
                  </a:lnTo>
                  <a:lnTo>
                    <a:pt x="1315465" y="0"/>
                  </a:lnTo>
                  <a:lnTo>
                    <a:pt x="1359247" y="8848"/>
                  </a:lnTo>
                  <a:lnTo>
                    <a:pt x="1395015" y="32972"/>
                  </a:lnTo>
                  <a:lnTo>
                    <a:pt x="1419139" y="68740"/>
                  </a:lnTo>
                  <a:lnTo>
                    <a:pt x="1427988" y="112521"/>
                  </a:lnTo>
                  <a:lnTo>
                    <a:pt x="1427988" y="562609"/>
                  </a:lnTo>
                  <a:lnTo>
                    <a:pt x="1419139" y="606391"/>
                  </a:lnTo>
                  <a:lnTo>
                    <a:pt x="1395015" y="642159"/>
                  </a:lnTo>
                  <a:lnTo>
                    <a:pt x="1359247" y="666283"/>
                  </a:lnTo>
                  <a:lnTo>
                    <a:pt x="1315465" y="675132"/>
                  </a:lnTo>
                  <a:lnTo>
                    <a:pt x="112521" y="675132"/>
                  </a:lnTo>
                  <a:lnTo>
                    <a:pt x="68740" y="666283"/>
                  </a:lnTo>
                  <a:lnTo>
                    <a:pt x="32972" y="642159"/>
                  </a:lnTo>
                  <a:lnTo>
                    <a:pt x="8848" y="606391"/>
                  </a:lnTo>
                  <a:lnTo>
                    <a:pt x="0" y="562609"/>
                  </a:lnTo>
                  <a:lnTo>
                    <a:pt x="0" y="112521"/>
                  </a:lnTo>
                  <a:close/>
                </a:path>
              </a:pathLst>
            </a:custGeom>
            <a:ln w="6096">
              <a:solidFill>
                <a:srgbClr val="FFFFFF"/>
              </a:solidFill>
            </a:ln>
          </p:spPr>
          <p:txBody>
            <a:bodyPr wrap="square" lIns="0" tIns="0" rIns="0" bIns="0" rtlCol="0"/>
            <a:lstStyle/>
            <a:p>
              <a:endParaRPr/>
            </a:p>
          </p:txBody>
        </p:sp>
      </p:grpSp>
      <p:sp>
        <p:nvSpPr>
          <p:cNvPr id="24" name="object 24"/>
          <p:cNvSpPr txBox="1"/>
          <p:nvPr/>
        </p:nvSpPr>
        <p:spPr>
          <a:xfrm>
            <a:off x="3221227" y="2131567"/>
            <a:ext cx="95313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Node</a:t>
            </a:r>
            <a:r>
              <a:rPr sz="1200" spc="-60" dirty="0">
                <a:solidFill>
                  <a:srgbClr val="5F5F5F"/>
                </a:solidFill>
                <a:latin typeface="Calibri"/>
                <a:cs typeface="Calibri"/>
              </a:rPr>
              <a:t> </a:t>
            </a:r>
            <a:r>
              <a:rPr sz="1200" spc="-5" dirty="0">
                <a:solidFill>
                  <a:srgbClr val="5F5F5F"/>
                </a:solidFill>
                <a:latin typeface="Calibri"/>
                <a:cs typeface="Calibri"/>
              </a:rPr>
              <a:t>Manager</a:t>
            </a:r>
            <a:endParaRPr sz="1200">
              <a:latin typeface="Calibri"/>
              <a:cs typeface="Calibri"/>
            </a:endParaRPr>
          </a:p>
        </p:txBody>
      </p:sp>
      <p:grpSp>
        <p:nvGrpSpPr>
          <p:cNvPr id="25" name="object 25"/>
          <p:cNvGrpSpPr/>
          <p:nvPr/>
        </p:nvGrpSpPr>
        <p:grpSpPr>
          <a:xfrm>
            <a:off x="2958065" y="2922946"/>
            <a:ext cx="1496695" cy="1637030"/>
            <a:chOff x="2958065" y="2922946"/>
            <a:chExt cx="1496695" cy="1637030"/>
          </a:xfrm>
        </p:grpSpPr>
        <p:pic>
          <p:nvPicPr>
            <p:cNvPr id="26" name="object 26"/>
            <p:cNvPicPr/>
            <p:nvPr/>
          </p:nvPicPr>
          <p:blipFill>
            <a:blip r:embed="rId3" cstate="print"/>
            <a:stretch>
              <a:fillRect/>
            </a:stretch>
          </p:blipFill>
          <p:spPr>
            <a:xfrm>
              <a:off x="2958065" y="2922946"/>
              <a:ext cx="1496604" cy="743869"/>
            </a:xfrm>
            <a:prstGeom prst="rect">
              <a:avLst/>
            </a:prstGeom>
          </p:spPr>
        </p:pic>
        <p:sp>
          <p:nvSpPr>
            <p:cNvPr id="27" name="object 27"/>
            <p:cNvSpPr/>
            <p:nvPr/>
          </p:nvSpPr>
          <p:spPr>
            <a:xfrm>
              <a:off x="2994659" y="2939796"/>
              <a:ext cx="1428115" cy="675640"/>
            </a:xfrm>
            <a:custGeom>
              <a:avLst/>
              <a:gdLst/>
              <a:ahLst/>
              <a:cxnLst/>
              <a:rect l="l" t="t" r="r" b="b"/>
              <a:pathLst>
                <a:path w="1428114" h="675639">
                  <a:moveTo>
                    <a:pt x="1315465" y="0"/>
                  </a:moveTo>
                  <a:lnTo>
                    <a:pt x="112521" y="0"/>
                  </a:lnTo>
                  <a:lnTo>
                    <a:pt x="68740" y="8848"/>
                  </a:lnTo>
                  <a:lnTo>
                    <a:pt x="32972" y="32972"/>
                  </a:lnTo>
                  <a:lnTo>
                    <a:pt x="8848" y="68740"/>
                  </a:lnTo>
                  <a:lnTo>
                    <a:pt x="0" y="112522"/>
                  </a:lnTo>
                  <a:lnTo>
                    <a:pt x="0" y="562610"/>
                  </a:lnTo>
                  <a:lnTo>
                    <a:pt x="8848" y="606391"/>
                  </a:lnTo>
                  <a:lnTo>
                    <a:pt x="32972" y="642159"/>
                  </a:lnTo>
                  <a:lnTo>
                    <a:pt x="68740" y="666283"/>
                  </a:lnTo>
                  <a:lnTo>
                    <a:pt x="112521" y="675132"/>
                  </a:lnTo>
                  <a:lnTo>
                    <a:pt x="1315465" y="675132"/>
                  </a:lnTo>
                  <a:lnTo>
                    <a:pt x="1359247" y="666283"/>
                  </a:lnTo>
                  <a:lnTo>
                    <a:pt x="1395015" y="642159"/>
                  </a:lnTo>
                  <a:lnTo>
                    <a:pt x="1419139" y="606391"/>
                  </a:lnTo>
                  <a:lnTo>
                    <a:pt x="1427988" y="562610"/>
                  </a:lnTo>
                  <a:lnTo>
                    <a:pt x="1427988" y="112522"/>
                  </a:lnTo>
                  <a:lnTo>
                    <a:pt x="1419139" y="68740"/>
                  </a:lnTo>
                  <a:lnTo>
                    <a:pt x="1395015" y="32972"/>
                  </a:lnTo>
                  <a:lnTo>
                    <a:pt x="1359247" y="8848"/>
                  </a:lnTo>
                  <a:lnTo>
                    <a:pt x="1315465" y="0"/>
                  </a:lnTo>
                  <a:close/>
                </a:path>
              </a:pathLst>
            </a:custGeom>
            <a:solidFill>
              <a:srgbClr val="9CB955"/>
            </a:solidFill>
          </p:spPr>
          <p:txBody>
            <a:bodyPr wrap="square" lIns="0" tIns="0" rIns="0" bIns="0" rtlCol="0"/>
            <a:lstStyle/>
            <a:p>
              <a:endParaRPr/>
            </a:p>
          </p:txBody>
        </p:sp>
        <p:sp>
          <p:nvSpPr>
            <p:cNvPr id="28" name="object 28"/>
            <p:cNvSpPr/>
            <p:nvPr/>
          </p:nvSpPr>
          <p:spPr>
            <a:xfrm>
              <a:off x="2994659" y="2939796"/>
              <a:ext cx="1428115" cy="675640"/>
            </a:xfrm>
            <a:custGeom>
              <a:avLst/>
              <a:gdLst/>
              <a:ahLst/>
              <a:cxnLst/>
              <a:rect l="l" t="t" r="r" b="b"/>
              <a:pathLst>
                <a:path w="1428114" h="675639">
                  <a:moveTo>
                    <a:pt x="0" y="112522"/>
                  </a:moveTo>
                  <a:lnTo>
                    <a:pt x="8848" y="68740"/>
                  </a:lnTo>
                  <a:lnTo>
                    <a:pt x="32972" y="32972"/>
                  </a:lnTo>
                  <a:lnTo>
                    <a:pt x="68740" y="8848"/>
                  </a:lnTo>
                  <a:lnTo>
                    <a:pt x="112521" y="0"/>
                  </a:lnTo>
                  <a:lnTo>
                    <a:pt x="1315465" y="0"/>
                  </a:lnTo>
                  <a:lnTo>
                    <a:pt x="1359247" y="8848"/>
                  </a:lnTo>
                  <a:lnTo>
                    <a:pt x="1395015" y="32972"/>
                  </a:lnTo>
                  <a:lnTo>
                    <a:pt x="1419139" y="68740"/>
                  </a:lnTo>
                  <a:lnTo>
                    <a:pt x="1427988" y="112522"/>
                  </a:lnTo>
                  <a:lnTo>
                    <a:pt x="1427988" y="562610"/>
                  </a:lnTo>
                  <a:lnTo>
                    <a:pt x="1419139" y="606391"/>
                  </a:lnTo>
                  <a:lnTo>
                    <a:pt x="1395015" y="642159"/>
                  </a:lnTo>
                  <a:lnTo>
                    <a:pt x="1359247" y="666283"/>
                  </a:lnTo>
                  <a:lnTo>
                    <a:pt x="1315465" y="675132"/>
                  </a:lnTo>
                  <a:lnTo>
                    <a:pt x="112521" y="675132"/>
                  </a:lnTo>
                  <a:lnTo>
                    <a:pt x="68740" y="666283"/>
                  </a:lnTo>
                  <a:lnTo>
                    <a:pt x="32972" y="642159"/>
                  </a:lnTo>
                  <a:lnTo>
                    <a:pt x="8848" y="606391"/>
                  </a:lnTo>
                  <a:lnTo>
                    <a:pt x="0" y="562610"/>
                  </a:lnTo>
                  <a:lnTo>
                    <a:pt x="0" y="112522"/>
                  </a:lnTo>
                  <a:close/>
                </a:path>
              </a:pathLst>
            </a:custGeom>
            <a:ln w="6096">
              <a:solidFill>
                <a:srgbClr val="FFFFFF"/>
              </a:solidFill>
            </a:ln>
          </p:spPr>
          <p:txBody>
            <a:bodyPr wrap="square" lIns="0" tIns="0" rIns="0" bIns="0" rtlCol="0"/>
            <a:lstStyle/>
            <a:p>
              <a:endParaRPr/>
            </a:p>
          </p:txBody>
        </p:sp>
        <p:pic>
          <p:nvPicPr>
            <p:cNvPr id="29" name="object 29"/>
            <p:cNvPicPr/>
            <p:nvPr/>
          </p:nvPicPr>
          <p:blipFill>
            <a:blip r:embed="rId3" cstate="print"/>
            <a:stretch>
              <a:fillRect/>
            </a:stretch>
          </p:blipFill>
          <p:spPr>
            <a:xfrm>
              <a:off x="2958065" y="3816023"/>
              <a:ext cx="1496604" cy="743869"/>
            </a:xfrm>
            <a:prstGeom prst="rect">
              <a:avLst/>
            </a:prstGeom>
          </p:spPr>
        </p:pic>
        <p:sp>
          <p:nvSpPr>
            <p:cNvPr id="30" name="object 30"/>
            <p:cNvSpPr/>
            <p:nvPr/>
          </p:nvSpPr>
          <p:spPr>
            <a:xfrm>
              <a:off x="2994659" y="3832860"/>
              <a:ext cx="1428115" cy="675640"/>
            </a:xfrm>
            <a:custGeom>
              <a:avLst/>
              <a:gdLst/>
              <a:ahLst/>
              <a:cxnLst/>
              <a:rect l="l" t="t" r="r" b="b"/>
              <a:pathLst>
                <a:path w="1428114" h="675639">
                  <a:moveTo>
                    <a:pt x="1315465" y="0"/>
                  </a:moveTo>
                  <a:lnTo>
                    <a:pt x="112521" y="0"/>
                  </a:lnTo>
                  <a:lnTo>
                    <a:pt x="68740" y="8842"/>
                  </a:lnTo>
                  <a:lnTo>
                    <a:pt x="32972" y="32958"/>
                  </a:lnTo>
                  <a:lnTo>
                    <a:pt x="8848" y="68724"/>
                  </a:lnTo>
                  <a:lnTo>
                    <a:pt x="0" y="112521"/>
                  </a:lnTo>
                  <a:lnTo>
                    <a:pt x="0" y="562609"/>
                  </a:lnTo>
                  <a:lnTo>
                    <a:pt x="8848" y="606407"/>
                  </a:lnTo>
                  <a:lnTo>
                    <a:pt x="32972" y="642173"/>
                  </a:lnTo>
                  <a:lnTo>
                    <a:pt x="68740" y="666289"/>
                  </a:lnTo>
                  <a:lnTo>
                    <a:pt x="112521" y="675131"/>
                  </a:lnTo>
                  <a:lnTo>
                    <a:pt x="1315465" y="675131"/>
                  </a:lnTo>
                  <a:lnTo>
                    <a:pt x="1359247" y="666289"/>
                  </a:lnTo>
                  <a:lnTo>
                    <a:pt x="1395015" y="642173"/>
                  </a:lnTo>
                  <a:lnTo>
                    <a:pt x="1419139" y="606407"/>
                  </a:lnTo>
                  <a:lnTo>
                    <a:pt x="1427988" y="562609"/>
                  </a:lnTo>
                  <a:lnTo>
                    <a:pt x="1427988" y="112521"/>
                  </a:lnTo>
                  <a:lnTo>
                    <a:pt x="1419139" y="68724"/>
                  </a:lnTo>
                  <a:lnTo>
                    <a:pt x="1395015" y="32958"/>
                  </a:lnTo>
                  <a:lnTo>
                    <a:pt x="1359247" y="8842"/>
                  </a:lnTo>
                  <a:lnTo>
                    <a:pt x="1315465" y="0"/>
                  </a:lnTo>
                  <a:close/>
                </a:path>
              </a:pathLst>
            </a:custGeom>
            <a:solidFill>
              <a:srgbClr val="9CB955"/>
            </a:solidFill>
          </p:spPr>
          <p:txBody>
            <a:bodyPr wrap="square" lIns="0" tIns="0" rIns="0" bIns="0" rtlCol="0"/>
            <a:lstStyle/>
            <a:p>
              <a:endParaRPr/>
            </a:p>
          </p:txBody>
        </p:sp>
        <p:sp>
          <p:nvSpPr>
            <p:cNvPr id="31" name="object 31"/>
            <p:cNvSpPr/>
            <p:nvPr/>
          </p:nvSpPr>
          <p:spPr>
            <a:xfrm>
              <a:off x="2994659" y="3832860"/>
              <a:ext cx="1428115" cy="675640"/>
            </a:xfrm>
            <a:custGeom>
              <a:avLst/>
              <a:gdLst/>
              <a:ahLst/>
              <a:cxnLst/>
              <a:rect l="l" t="t" r="r" b="b"/>
              <a:pathLst>
                <a:path w="1428114" h="675639">
                  <a:moveTo>
                    <a:pt x="0" y="112521"/>
                  </a:moveTo>
                  <a:lnTo>
                    <a:pt x="8848" y="68724"/>
                  </a:lnTo>
                  <a:lnTo>
                    <a:pt x="32972" y="32958"/>
                  </a:lnTo>
                  <a:lnTo>
                    <a:pt x="68740" y="8842"/>
                  </a:lnTo>
                  <a:lnTo>
                    <a:pt x="112521" y="0"/>
                  </a:lnTo>
                  <a:lnTo>
                    <a:pt x="1315465" y="0"/>
                  </a:lnTo>
                  <a:lnTo>
                    <a:pt x="1359247" y="8842"/>
                  </a:lnTo>
                  <a:lnTo>
                    <a:pt x="1395015" y="32958"/>
                  </a:lnTo>
                  <a:lnTo>
                    <a:pt x="1419139" y="68724"/>
                  </a:lnTo>
                  <a:lnTo>
                    <a:pt x="1427988" y="112521"/>
                  </a:lnTo>
                  <a:lnTo>
                    <a:pt x="1427988" y="562609"/>
                  </a:lnTo>
                  <a:lnTo>
                    <a:pt x="1419139" y="606407"/>
                  </a:lnTo>
                  <a:lnTo>
                    <a:pt x="1395015" y="642173"/>
                  </a:lnTo>
                  <a:lnTo>
                    <a:pt x="1359247" y="666289"/>
                  </a:lnTo>
                  <a:lnTo>
                    <a:pt x="1315465" y="675131"/>
                  </a:lnTo>
                  <a:lnTo>
                    <a:pt x="112521" y="675131"/>
                  </a:lnTo>
                  <a:lnTo>
                    <a:pt x="68740" y="666289"/>
                  </a:lnTo>
                  <a:lnTo>
                    <a:pt x="32972" y="642173"/>
                  </a:lnTo>
                  <a:lnTo>
                    <a:pt x="8848" y="606407"/>
                  </a:lnTo>
                  <a:lnTo>
                    <a:pt x="0" y="562609"/>
                  </a:lnTo>
                  <a:lnTo>
                    <a:pt x="0" y="112521"/>
                  </a:lnTo>
                  <a:close/>
                </a:path>
              </a:pathLst>
            </a:custGeom>
            <a:ln w="6096">
              <a:solidFill>
                <a:srgbClr val="FFFFFF"/>
              </a:solidFill>
            </a:ln>
          </p:spPr>
          <p:txBody>
            <a:bodyPr wrap="square" lIns="0" tIns="0" rIns="0" bIns="0" rtlCol="0"/>
            <a:lstStyle/>
            <a:p>
              <a:endParaRPr/>
            </a:p>
          </p:txBody>
        </p:sp>
      </p:grpSp>
      <p:sp>
        <p:nvSpPr>
          <p:cNvPr id="32" name="object 32"/>
          <p:cNvSpPr txBox="1"/>
          <p:nvPr/>
        </p:nvSpPr>
        <p:spPr>
          <a:xfrm>
            <a:off x="3263265" y="3858869"/>
            <a:ext cx="95313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Node</a:t>
            </a:r>
            <a:r>
              <a:rPr sz="1200" spc="-60" dirty="0">
                <a:solidFill>
                  <a:srgbClr val="5F5F5F"/>
                </a:solidFill>
                <a:latin typeface="Calibri"/>
                <a:cs typeface="Calibri"/>
              </a:rPr>
              <a:t> </a:t>
            </a:r>
            <a:r>
              <a:rPr sz="1200" spc="-5" dirty="0">
                <a:solidFill>
                  <a:srgbClr val="5F5F5F"/>
                </a:solidFill>
                <a:latin typeface="Calibri"/>
                <a:cs typeface="Calibri"/>
              </a:rPr>
              <a:t>Manager</a:t>
            </a:r>
            <a:endParaRPr sz="1200">
              <a:latin typeface="Calibri"/>
              <a:cs typeface="Calibri"/>
            </a:endParaRPr>
          </a:p>
        </p:txBody>
      </p:sp>
      <p:grpSp>
        <p:nvGrpSpPr>
          <p:cNvPr id="33" name="object 33"/>
          <p:cNvGrpSpPr/>
          <p:nvPr/>
        </p:nvGrpSpPr>
        <p:grpSpPr>
          <a:xfrm>
            <a:off x="5108429" y="2090842"/>
            <a:ext cx="1496695" cy="744220"/>
            <a:chOff x="5108429" y="2090842"/>
            <a:chExt cx="1496695" cy="744220"/>
          </a:xfrm>
        </p:grpSpPr>
        <p:pic>
          <p:nvPicPr>
            <p:cNvPr id="34" name="object 34"/>
            <p:cNvPicPr/>
            <p:nvPr/>
          </p:nvPicPr>
          <p:blipFill>
            <a:blip r:embed="rId3" cstate="print"/>
            <a:stretch>
              <a:fillRect/>
            </a:stretch>
          </p:blipFill>
          <p:spPr>
            <a:xfrm>
              <a:off x="5108429" y="2090842"/>
              <a:ext cx="1496604" cy="743869"/>
            </a:xfrm>
            <a:prstGeom prst="rect">
              <a:avLst/>
            </a:prstGeom>
          </p:spPr>
        </p:pic>
        <p:sp>
          <p:nvSpPr>
            <p:cNvPr id="35" name="object 35"/>
            <p:cNvSpPr/>
            <p:nvPr/>
          </p:nvSpPr>
          <p:spPr>
            <a:xfrm>
              <a:off x="5145024" y="2107692"/>
              <a:ext cx="1428115" cy="675640"/>
            </a:xfrm>
            <a:custGeom>
              <a:avLst/>
              <a:gdLst/>
              <a:ahLst/>
              <a:cxnLst/>
              <a:rect l="l" t="t" r="r" b="b"/>
              <a:pathLst>
                <a:path w="1428115" h="675639">
                  <a:moveTo>
                    <a:pt x="1315465" y="0"/>
                  </a:moveTo>
                  <a:lnTo>
                    <a:pt x="112522" y="0"/>
                  </a:lnTo>
                  <a:lnTo>
                    <a:pt x="68740" y="8848"/>
                  </a:lnTo>
                  <a:lnTo>
                    <a:pt x="32972" y="32972"/>
                  </a:lnTo>
                  <a:lnTo>
                    <a:pt x="8848" y="68740"/>
                  </a:lnTo>
                  <a:lnTo>
                    <a:pt x="0" y="112521"/>
                  </a:lnTo>
                  <a:lnTo>
                    <a:pt x="0" y="562609"/>
                  </a:lnTo>
                  <a:lnTo>
                    <a:pt x="8848" y="606391"/>
                  </a:lnTo>
                  <a:lnTo>
                    <a:pt x="32972" y="642159"/>
                  </a:lnTo>
                  <a:lnTo>
                    <a:pt x="68740" y="666283"/>
                  </a:lnTo>
                  <a:lnTo>
                    <a:pt x="112522" y="675132"/>
                  </a:lnTo>
                  <a:lnTo>
                    <a:pt x="1315465" y="675132"/>
                  </a:lnTo>
                  <a:lnTo>
                    <a:pt x="1359247" y="666283"/>
                  </a:lnTo>
                  <a:lnTo>
                    <a:pt x="1395015" y="642159"/>
                  </a:lnTo>
                  <a:lnTo>
                    <a:pt x="1419139" y="606391"/>
                  </a:lnTo>
                  <a:lnTo>
                    <a:pt x="1427987" y="562609"/>
                  </a:lnTo>
                  <a:lnTo>
                    <a:pt x="1427987" y="112521"/>
                  </a:lnTo>
                  <a:lnTo>
                    <a:pt x="1419139" y="68740"/>
                  </a:lnTo>
                  <a:lnTo>
                    <a:pt x="1395015" y="32972"/>
                  </a:lnTo>
                  <a:lnTo>
                    <a:pt x="1359247" y="8848"/>
                  </a:lnTo>
                  <a:lnTo>
                    <a:pt x="1315465" y="0"/>
                  </a:lnTo>
                  <a:close/>
                </a:path>
              </a:pathLst>
            </a:custGeom>
            <a:solidFill>
              <a:srgbClr val="9CB955"/>
            </a:solidFill>
          </p:spPr>
          <p:txBody>
            <a:bodyPr wrap="square" lIns="0" tIns="0" rIns="0" bIns="0" rtlCol="0"/>
            <a:lstStyle/>
            <a:p>
              <a:endParaRPr/>
            </a:p>
          </p:txBody>
        </p:sp>
        <p:sp>
          <p:nvSpPr>
            <p:cNvPr id="36" name="object 36"/>
            <p:cNvSpPr/>
            <p:nvPr/>
          </p:nvSpPr>
          <p:spPr>
            <a:xfrm>
              <a:off x="5145024" y="2107692"/>
              <a:ext cx="1428115" cy="675640"/>
            </a:xfrm>
            <a:custGeom>
              <a:avLst/>
              <a:gdLst/>
              <a:ahLst/>
              <a:cxnLst/>
              <a:rect l="l" t="t" r="r" b="b"/>
              <a:pathLst>
                <a:path w="1428115" h="675639">
                  <a:moveTo>
                    <a:pt x="0" y="112521"/>
                  </a:moveTo>
                  <a:lnTo>
                    <a:pt x="8848" y="68740"/>
                  </a:lnTo>
                  <a:lnTo>
                    <a:pt x="32972" y="32972"/>
                  </a:lnTo>
                  <a:lnTo>
                    <a:pt x="68740" y="8848"/>
                  </a:lnTo>
                  <a:lnTo>
                    <a:pt x="112522" y="0"/>
                  </a:lnTo>
                  <a:lnTo>
                    <a:pt x="1315465" y="0"/>
                  </a:lnTo>
                  <a:lnTo>
                    <a:pt x="1359247" y="8848"/>
                  </a:lnTo>
                  <a:lnTo>
                    <a:pt x="1395015" y="32972"/>
                  </a:lnTo>
                  <a:lnTo>
                    <a:pt x="1419139" y="68740"/>
                  </a:lnTo>
                  <a:lnTo>
                    <a:pt x="1427987" y="112521"/>
                  </a:lnTo>
                  <a:lnTo>
                    <a:pt x="1427987" y="562609"/>
                  </a:lnTo>
                  <a:lnTo>
                    <a:pt x="1419139" y="606391"/>
                  </a:lnTo>
                  <a:lnTo>
                    <a:pt x="1395015" y="642159"/>
                  </a:lnTo>
                  <a:lnTo>
                    <a:pt x="1359247" y="666283"/>
                  </a:lnTo>
                  <a:lnTo>
                    <a:pt x="1315465" y="675132"/>
                  </a:lnTo>
                  <a:lnTo>
                    <a:pt x="112522" y="675132"/>
                  </a:lnTo>
                  <a:lnTo>
                    <a:pt x="68740" y="666283"/>
                  </a:lnTo>
                  <a:lnTo>
                    <a:pt x="32972" y="642159"/>
                  </a:lnTo>
                  <a:lnTo>
                    <a:pt x="8848" y="606391"/>
                  </a:lnTo>
                  <a:lnTo>
                    <a:pt x="0" y="562609"/>
                  </a:lnTo>
                  <a:lnTo>
                    <a:pt x="0" y="112521"/>
                  </a:lnTo>
                  <a:close/>
                </a:path>
              </a:pathLst>
            </a:custGeom>
            <a:ln w="6096">
              <a:solidFill>
                <a:srgbClr val="FFFFFF"/>
              </a:solidFill>
            </a:ln>
          </p:spPr>
          <p:txBody>
            <a:bodyPr wrap="square" lIns="0" tIns="0" rIns="0" bIns="0" rtlCol="0"/>
            <a:lstStyle/>
            <a:p>
              <a:endParaRPr/>
            </a:p>
          </p:txBody>
        </p:sp>
      </p:grpSp>
      <p:sp>
        <p:nvSpPr>
          <p:cNvPr id="37" name="object 37"/>
          <p:cNvSpPr txBox="1"/>
          <p:nvPr/>
        </p:nvSpPr>
        <p:spPr>
          <a:xfrm>
            <a:off x="5362702" y="2131567"/>
            <a:ext cx="95313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Node</a:t>
            </a:r>
            <a:r>
              <a:rPr sz="1200" spc="-60" dirty="0">
                <a:solidFill>
                  <a:srgbClr val="5F5F5F"/>
                </a:solidFill>
                <a:latin typeface="Calibri"/>
                <a:cs typeface="Calibri"/>
              </a:rPr>
              <a:t> </a:t>
            </a:r>
            <a:r>
              <a:rPr sz="1200" spc="-5" dirty="0">
                <a:solidFill>
                  <a:srgbClr val="5F5F5F"/>
                </a:solidFill>
                <a:latin typeface="Calibri"/>
                <a:cs typeface="Calibri"/>
              </a:rPr>
              <a:t>Manager</a:t>
            </a:r>
            <a:endParaRPr sz="1200">
              <a:latin typeface="Calibri"/>
              <a:cs typeface="Calibri"/>
            </a:endParaRPr>
          </a:p>
        </p:txBody>
      </p:sp>
      <p:grpSp>
        <p:nvGrpSpPr>
          <p:cNvPr id="38" name="object 38"/>
          <p:cNvGrpSpPr/>
          <p:nvPr/>
        </p:nvGrpSpPr>
        <p:grpSpPr>
          <a:xfrm>
            <a:off x="5108429" y="2922946"/>
            <a:ext cx="1496695" cy="1637030"/>
            <a:chOff x="5108429" y="2922946"/>
            <a:chExt cx="1496695" cy="1637030"/>
          </a:xfrm>
        </p:grpSpPr>
        <p:pic>
          <p:nvPicPr>
            <p:cNvPr id="39" name="object 39"/>
            <p:cNvPicPr/>
            <p:nvPr/>
          </p:nvPicPr>
          <p:blipFill>
            <a:blip r:embed="rId3" cstate="print"/>
            <a:stretch>
              <a:fillRect/>
            </a:stretch>
          </p:blipFill>
          <p:spPr>
            <a:xfrm>
              <a:off x="5108429" y="2922946"/>
              <a:ext cx="1496604" cy="743869"/>
            </a:xfrm>
            <a:prstGeom prst="rect">
              <a:avLst/>
            </a:prstGeom>
          </p:spPr>
        </p:pic>
        <p:sp>
          <p:nvSpPr>
            <p:cNvPr id="40" name="object 40"/>
            <p:cNvSpPr/>
            <p:nvPr/>
          </p:nvSpPr>
          <p:spPr>
            <a:xfrm>
              <a:off x="5145024" y="2939796"/>
              <a:ext cx="1428115" cy="675640"/>
            </a:xfrm>
            <a:custGeom>
              <a:avLst/>
              <a:gdLst/>
              <a:ahLst/>
              <a:cxnLst/>
              <a:rect l="l" t="t" r="r" b="b"/>
              <a:pathLst>
                <a:path w="1428115" h="675639">
                  <a:moveTo>
                    <a:pt x="1315465" y="0"/>
                  </a:moveTo>
                  <a:lnTo>
                    <a:pt x="112522" y="0"/>
                  </a:lnTo>
                  <a:lnTo>
                    <a:pt x="68740" y="8848"/>
                  </a:lnTo>
                  <a:lnTo>
                    <a:pt x="32972" y="32972"/>
                  </a:lnTo>
                  <a:lnTo>
                    <a:pt x="8848" y="68740"/>
                  </a:lnTo>
                  <a:lnTo>
                    <a:pt x="0" y="112522"/>
                  </a:lnTo>
                  <a:lnTo>
                    <a:pt x="0" y="562610"/>
                  </a:lnTo>
                  <a:lnTo>
                    <a:pt x="8848" y="606391"/>
                  </a:lnTo>
                  <a:lnTo>
                    <a:pt x="32972" y="642159"/>
                  </a:lnTo>
                  <a:lnTo>
                    <a:pt x="68740" y="666283"/>
                  </a:lnTo>
                  <a:lnTo>
                    <a:pt x="112522" y="675132"/>
                  </a:lnTo>
                  <a:lnTo>
                    <a:pt x="1315465" y="675132"/>
                  </a:lnTo>
                  <a:lnTo>
                    <a:pt x="1359247" y="666283"/>
                  </a:lnTo>
                  <a:lnTo>
                    <a:pt x="1395015" y="642159"/>
                  </a:lnTo>
                  <a:lnTo>
                    <a:pt x="1419139" y="606391"/>
                  </a:lnTo>
                  <a:lnTo>
                    <a:pt x="1427987" y="562610"/>
                  </a:lnTo>
                  <a:lnTo>
                    <a:pt x="1427987" y="112522"/>
                  </a:lnTo>
                  <a:lnTo>
                    <a:pt x="1419139" y="68740"/>
                  </a:lnTo>
                  <a:lnTo>
                    <a:pt x="1395015" y="32972"/>
                  </a:lnTo>
                  <a:lnTo>
                    <a:pt x="1359247" y="8848"/>
                  </a:lnTo>
                  <a:lnTo>
                    <a:pt x="1315465" y="0"/>
                  </a:lnTo>
                  <a:close/>
                </a:path>
              </a:pathLst>
            </a:custGeom>
            <a:solidFill>
              <a:srgbClr val="9CB955"/>
            </a:solidFill>
          </p:spPr>
          <p:txBody>
            <a:bodyPr wrap="square" lIns="0" tIns="0" rIns="0" bIns="0" rtlCol="0"/>
            <a:lstStyle/>
            <a:p>
              <a:endParaRPr/>
            </a:p>
          </p:txBody>
        </p:sp>
        <p:sp>
          <p:nvSpPr>
            <p:cNvPr id="41" name="object 41"/>
            <p:cNvSpPr/>
            <p:nvPr/>
          </p:nvSpPr>
          <p:spPr>
            <a:xfrm>
              <a:off x="5145024" y="2939796"/>
              <a:ext cx="1428115" cy="675640"/>
            </a:xfrm>
            <a:custGeom>
              <a:avLst/>
              <a:gdLst/>
              <a:ahLst/>
              <a:cxnLst/>
              <a:rect l="l" t="t" r="r" b="b"/>
              <a:pathLst>
                <a:path w="1428115" h="675639">
                  <a:moveTo>
                    <a:pt x="0" y="112522"/>
                  </a:moveTo>
                  <a:lnTo>
                    <a:pt x="8848" y="68740"/>
                  </a:lnTo>
                  <a:lnTo>
                    <a:pt x="32972" y="32972"/>
                  </a:lnTo>
                  <a:lnTo>
                    <a:pt x="68740" y="8848"/>
                  </a:lnTo>
                  <a:lnTo>
                    <a:pt x="112522" y="0"/>
                  </a:lnTo>
                  <a:lnTo>
                    <a:pt x="1315465" y="0"/>
                  </a:lnTo>
                  <a:lnTo>
                    <a:pt x="1359247" y="8848"/>
                  </a:lnTo>
                  <a:lnTo>
                    <a:pt x="1395015" y="32972"/>
                  </a:lnTo>
                  <a:lnTo>
                    <a:pt x="1419139" y="68740"/>
                  </a:lnTo>
                  <a:lnTo>
                    <a:pt x="1427987" y="112522"/>
                  </a:lnTo>
                  <a:lnTo>
                    <a:pt x="1427987" y="562610"/>
                  </a:lnTo>
                  <a:lnTo>
                    <a:pt x="1419139" y="606391"/>
                  </a:lnTo>
                  <a:lnTo>
                    <a:pt x="1395015" y="642159"/>
                  </a:lnTo>
                  <a:lnTo>
                    <a:pt x="1359247" y="666283"/>
                  </a:lnTo>
                  <a:lnTo>
                    <a:pt x="1315465" y="675132"/>
                  </a:lnTo>
                  <a:lnTo>
                    <a:pt x="112522" y="675132"/>
                  </a:lnTo>
                  <a:lnTo>
                    <a:pt x="68740" y="666283"/>
                  </a:lnTo>
                  <a:lnTo>
                    <a:pt x="32972" y="642159"/>
                  </a:lnTo>
                  <a:lnTo>
                    <a:pt x="8848" y="606391"/>
                  </a:lnTo>
                  <a:lnTo>
                    <a:pt x="0" y="562610"/>
                  </a:lnTo>
                  <a:lnTo>
                    <a:pt x="0" y="112522"/>
                  </a:lnTo>
                  <a:close/>
                </a:path>
              </a:pathLst>
            </a:custGeom>
            <a:ln w="6096">
              <a:solidFill>
                <a:srgbClr val="FFFFFF"/>
              </a:solidFill>
            </a:ln>
          </p:spPr>
          <p:txBody>
            <a:bodyPr wrap="square" lIns="0" tIns="0" rIns="0" bIns="0" rtlCol="0"/>
            <a:lstStyle/>
            <a:p>
              <a:endParaRPr/>
            </a:p>
          </p:txBody>
        </p:sp>
        <p:pic>
          <p:nvPicPr>
            <p:cNvPr id="42" name="object 42"/>
            <p:cNvPicPr/>
            <p:nvPr/>
          </p:nvPicPr>
          <p:blipFill>
            <a:blip r:embed="rId3" cstate="print"/>
            <a:stretch>
              <a:fillRect/>
            </a:stretch>
          </p:blipFill>
          <p:spPr>
            <a:xfrm>
              <a:off x="5108429" y="3816023"/>
              <a:ext cx="1496604" cy="743869"/>
            </a:xfrm>
            <a:prstGeom prst="rect">
              <a:avLst/>
            </a:prstGeom>
          </p:spPr>
        </p:pic>
        <p:sp>
          <p:nvSpPr>
            <p:cNvPr id="43" name="object 43"/>
            <p:cNvSpPr/>
            <p:nvPr/>
          </p:nvSpPr>
          <p:spPr>
            <a:xfrm>
              <a:off x="5145024" y="3832860"/>
              <a:ext cx="1428115" cy="675640"/>
            </a:xfrm>
            <a:custGeom>
              <a:avLst/>
              <a:gdLst/>
              <a:ahLst/>
              <a:cxnLst/>
              <a:rect l="l" t="t" r="r" b="b"/>
              <a:pathLst>
                <a:path w="1428115" h="675639">
                  <a:moveTo>
                    <a:pt x="1315465" y="0"/>
                  </a:moveTo>
                  <a:lnTo>
                    <a:pt x="112522" y="0"/>
                  </a:lnTo>
                  <a:lnTo>
                    <a:pt x="68740" y="8842"/>
                  </a:lnTo>
                  <a:lnTo>
                    <a:pt x="32972" y="32958"/>
                  </a:lnTo>
                  <a:lnTo>
                    <a:pt x="8848" y="68724"/>
                  </a:lnTo>
                  <a:lnTo>
                    <a:pt x="0" y="112521"/>
                  </a:lnTo>
                  <a:lnTo>
                    <a:pt x="0" y="562609"/>
                  </a:lnTo>
                  <a:lnTo>
                    <a:pt x="8848" y="606407"/>
                  </a:lnTo>
                  <a:lnTo>
                    <a:pt x="32972" y="642173"/>
                  </a:lnTo>
                  <a:lnTo>
                    <a:pt x="68740" y="666289"/>
                  </a:lnTo>
                  <a:lnTo>
                    <a:pt x="112522" y="675131"/>
                  </a:lnTo>
                  <a:lnTo>
                    <a:pt x="1315465" y="675131"/>
                  </a:lnTo>
                  <a:lnTo>
                    <a:pt x="1359247" y="666289"/>
                  </a:lnTo>
                  <a:lnTo>
                    <a:pt x="1395015" y="642173"/>
                  </a:lnTo>
                  <a:lnTo>
                    <a:pt x="1419139" y="606407"/>
                  </a:lnTo>
                  <a:lnTo>
                    <a:pt x="1427987" y="562609"/>
                  </a:lnTo>
                  <a:lnTo>
                    <a:pt x="1427987" y="112521"/>
                  </a:lnTo>
                  <a:lnTo>
                    <a:pt x="1419139" y="68724"/>
                  </a:lnTo>
                  <a:lnTo>
                    <a:pt x="1395015" y="32958"/>
                  </a:lnTo>
                  <a:lnTo>
                    <a:pt x="1359247" y="8842"/>
                  </a:lnTo>
                  <a:lnTo>
                    <a:pt x="1315465" y="0"/>
                  </a:lnTo>
                  <a:close/>
                </a:path>
              </a:pathLst>
            </a:custGeom>
            <a:solidFill>
              <a:srgbClr val="9CB955"/>
            </a:solidFill>
          </p:spPr>
          <p:txBody>
            <a:bodyPr wrap="square" lIns="0" tIns="0" rIns="0" bIns="0" rtlCol="0"/>
            <a:lstStyle/>
            <a:p>
              <a:endParaRPr/>
            </a:p>
          </p:txBody>
        </p:sp>
        <p:sp>
          <p:nvSpPr>
            <p:cNvPr id="44" name="object 44"/>
            <p:cNvSpPr/>
            <p:nvPr/>
          </p:nvSpPr>
          <p:spPr>
            <a:xfrm>
              <a:off x="5145024" y="3832860"/>
              <a:ext cx="1428115" cy="675640"/>
            </a:xfrm>
            <a:custGeom>
              <a:avLst/>
              <a:gdLst/>
              <a:ahLst/>
              <a:cxnLst/>
              <a:rect l="l" t="t" r="r" b="b"/>
              <a:pathLst>
                <a:path w="1428115" h="675639">
                  <a:moveTo>
                    <a:pt x="0" y="112521"/>
                  </a:moveTo>
                  <a:lnTo>
                    <a:pt x="8848" y="68724"/>
                  </a:lnTo>
                  <a:lnTo>
                    <a:pt x="32972" y="32958"/>
                  </a:lnTo>
                  <a:lnTo>
                    <a:pt x="68740" y="8842"/>
                  </a:lnTo>
                  <a:lnTo>
                    <a:pt x="112522" y="0"/>
                  </a:lnTo>
                  <a:lnTo>
                    <a:pt x="1315465" y="0"/>
                  </a:lnTo>
                  <a:lnTo>
                    <a:pt x="1359247" y="8842"/>
                  </a:lnTo>
                  <a:lnTo>
                    <a:pt x="1395015" y="32958"/>
                  </a:lnTo>
                  <a:lnTo>
                    <a:pt x="1419139" y="68724"/>
                  </a:lnTo>
                  <a:lnTo>
                    <a:pt x="1427987" y="112521"/>
                  </a:lnTo>
                  <a:lnTo>
                    <a:pt x="1427987" y="562609"/>
                  </a:lnTo>
                  <a:lnTo>
                    <a:pt x="1419139" y="606407"/>
                  </a:lnTo>
                  <a:lnTo>
                    <a:pt x="1395015" y="642173"/>
                  </a:lnTo>
                  <a:lnTo>
                    <a:pt x="1359247" y="666289"/>
                  </a:lnTo>
                  <a:lnTo>
                    <a:pt x="1315465" y="675131"/>
                  </a:lnTo>
                  <a:lnTo>
                    <a:pt x="112522" y="675131"/>
                  </a:lnTo>
                  <a:lnTo>
                    <a:pt x="68740" y="666289"/>
                  </a:lnTo>
                  <a:lnTo>
                    <a:pt x="32972" y="642173"/>
                  </a:lnTo>
                  <a:lnTo>
                    <a:pt x="8848" y="606407"/>
                  </a:lnTo>
                  <a:lnTo>
                    <a:pt x="0" y="562609"/>
                  </a:lnTo>
                  <a:lnTo>
                    <a:pt x="0" y="112521"/>
                  </a:lnTo>
                  <a:close/>
                </a:path>
              </a:pathLst>
            </a:custGeom>
            <a:ln w="6096">
              <a:solidFill>
                <a:srgbClr val="FFFFFF"/>
              </a:solidFill>
            </a:ln>
          </p:spPr>
          <p:txBody>
            <a:bodyPr wrap="square" lIns="0" tIns="0" rIns="0" bIns="0" rtlCol="0"/>
            <a:lstStyle/>
            <a:p>
              <a:endParaRPr/>
            </a:p>
          </p:txBody>
        </p:sp>
      </p:grpSp>
      <p:sp>
        <p:nvSpPr>
          <p:cNvPr id="45" name="object 45"/>
          <p:cNvSpPr txBox="1"/>
          <p:nvPr/>
        </p:nvSpPr>
        <p:spPr>
          <a:xfrm>
            <a:off x="5383529" y="3858259"/>
            <a:ext cx="95313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Node</a:t>
            </a:r>
            <a:r>
              <a:rPr sz="1200" spc="-60" dirty="0">
                <a:solidFill>
                  <a:srgbClr val="5F5F5F"/>
                </a:solidFill>
                <a:latin typeface="Calibri"/>
                <a:cs typeface="Calibri"/>
              </a:rPr>
              <a:t> </a:t>
            </a:r>
            <a:r>
              <a:rPr sz="1200" spc="-5" dirty="0">
                <a:solidFill>
                  <a:srgbClr val="5F5F5F"/>
                </a:solidFill>
                <a:latin typeface="Calibri"/>
                <a:cs typeface="Calibri"/>
              </a:rPr>
              <a:t>Manager</a:t>
            </a:r>
            <a:endParaRPr sz="1200">
              <a:latin typeface="Calibri"/>
              <a:cs typeface="Calibri"/>
            </a:endParaRPr>
          </a:p>
        </p:txBody>
      </p:sp>
      <p:grpSp>
        <p:nvGrpSpPr>
          <p:cNvPr id="46" name="object 46"/>
          <p:cNvGrpSpPr/>
          <p:nvPr/>
        </p:nvGrpSpPr>
        <p:grpSpPr>
          <a:xfrm>
            <a:off x="7260317" y="2090842"/>
            <a:ext cx="1496695" cy="744220"/>
            <a:chOff x="7260317" y="2090842"/>
            <a:chExt cx="1496695" cy="744220"/>
          </a:xfrm>
        </p:grpSpPr>
        <p:pic>
          <p:nvPicPr>
            <p:cNvPr id="47" name="object 47"/>
            <p:cNvPicPr/>
            <p:nvPr/>
          </p:nvPicPr>
          <p:blipFill>
            <a:blip r:embed="rId3" cstate="print"/>
            <a:stretch>
              <a:fillRect/>
            </a:stretch>
          </p:blipFill>
          <p:spPr>
            <a:xfrm>
              <a:off x="7260317" y="2090842"/>
              <a:ext cx="1496604" cy="743869"/>
            </a:xfrm>
            <a:prstGeom prst="rect">
              <a:avLst/>
            </a:prstGeom>
          </p:spPr>
        </p:pic>
        <p:sp>
          <p:nvSpPr>
            <p:cNvPr id="48" name="object 48"/>
            <p:cNvSpPr/>
            <p:nvPr/>
          </p:nvSpPr>
          <p:spPr>
            <a:xfrm>
              <a:off x="7296911" y="2107692"/>
              <a:ext cx="1428115" cy="675640"/>
            </a:xfrm>
            <a:custGeom>
              <a:avLst/>
              <a:gdLst/>
              <a:ahLst/>
              <a:cxnLst/>
              <a:rect l="l" t="t" r="r" b="b"/>
              <a:pathLst>
                <a:path w="1428115" h="675639">
                  <a:moveTo>
                    <a:pt x="1315466" y="0"/>
                  </a:moveTo>
                  <a:lnTo>
                    <a:pt x="112522" y="0"/>
                  </a:lnTo>
                  <a:lnTo>
                    <a:pt x="68740" y="8848"/>
                  </a:lnTo>
                  <a:lnTo>
                    <a:pt x="32972" y="32972"/>
                  </a:lnTo>
                  <a:lnTo>
                    <a:pt x="8848" y="68740"/>
                  </a:lnTo>
                  <a:lnTo>
                    <a:pt x="0" y="112521"/>
                  </a:lnTo>
                  <a:lnTo>
                    <a:pt x="0" y="562609"/>
                  </a:lnTo>
                  <a:lnTo>
                    <a:pt x="8848" y="606391"/>
                  </a:lnTo>
                  <a:lnTo>
                    <a:pt x="32972" y="642159"/>
                  </a:lnTo>
                  <a:lnTo>
                    <a:pt x="68740" y="666283"/>
                  </a:lnTo>
                  <a:lnTo>
                    <a:pt x="112522" y="675132"/>
                  </a:lnTo>
                  <a:lnTo>
                    <a:pt x="1315466" y="675132"/>
                  </a:lnTo>
                  <a:lnTo>
                    <a:pt x="1359247" y="666283"/>
                  </a:lnTo>
                  <a:lnTo>
                    <a:pt x="1395015" y="642159"/>
                  </a:lnTo>
                  <a:lnTo>
                    <a:pt x="1419139" y="606391"/>
                  </a:lnTo>
                  <a:lnTo>
                    <a:pt x="1427988" y="562609"/>
                  </a:lnTo>
                  <a:lnTo>
                    <a:pt x="1427988" y="112521"/>
                  </a:lnTo>
                  <a:lnTo>
                    <a:pt x="1419139" y="68740"/>
                  </a:lnTo>
                  <a:lnTo>
                    <a:pt x="1395015" y="32972"/>
                  </a:lnTo>
                  <a:lnTo>
                    <a:pt x="1359247" y="8848"/>
                  </a:lnTo>
                  <a:lnTo>
                    <a:pt x="1315466" y="0"/>
                  </a:lnTo>
                  <a:close/>
                </a:path>
              </a:pathLst>
            </a:custGeom>
            <a:solidFill>
              <a:srgbClr val="9CB955"/>
            </a:solidFill>
          </p:spPr>
          <p:txBody>
            <a:bodyPr wrap="square" lIns="0" tIns="0" rIns="0" bIns="0" rtlCol="0"/>
            <a:lstStyle/>
            <a:p>
              <a:endParaRPr/>
            </a:p>
          </p:txBody>
        </p:sp>
        <p:sp>
          <p:nvSpPr>
            <p:cNvPr id="49" name="object 49"/>
            <p:cNvSpPr/>
            <p:nvPr/>
          </p:nvSpPr>
          <p:spPr>
            <a:xfrm>
              <a:off x="7296911" y="2107692"/>
              <a:ext cx="1428115" cy="675640"/>
            </a:xfrm>
            <a:custGeom>
              <a:avLst/>
              <a:gdLst/>
              <a:ahLst/>
              <a:cxnLst/>
              <a:rect l="l" t="t" r="r" b="b"/>
              <a:pathLst>
                <a:path w="1428115" h="675639">
                  <a:moveTo>
                    <a:pt x="0" y="112521"/>
                  </a:moveTo>
                  <a:lnTo>
                    <a:pt x="8848" y="68740"/>
                  </a:lnTo>
                  <a:lnTo>
                    <a:pt x="32972" y="32972"/>
                  </a:lnTo>
                  <a:lnTo>
                    <a:pt x="68740" y="8848"/>
                  </a:lnTo>
                  <a:lnTo>
                    <a:pt x="112522" y="0"/>
                  </a:lnTo>
                  <a:lnTo>
                    <a:pt x="1315466" y="0"/>
                  </a:lnTo>
                  <a:lnTo>
                    <a:pt x="1359247" y="8848"/>
                  </a:lnTo>
                  <a:lnTo>
                    <a:pt x="1395015" y="32972"/>
                  </a:lnTo>
                  <a:lnTo>
                    <a:pt x="1419139" y="68740"/>
                  </a:lnTo>
                  <a:lnTo>
                    <a:pt x="1427988" y="112521"/>
                  </a:lnTo>
                  <a:lnTo>
                    <a:pt x="1427988" y="562609"/>
                  </a:lnTo>
                  <a:lnTo>
                    <a:pt x="1419139" y="606391"/>
                  </a:lnTo>
                  <a:lnTo>
                    <a:pt x="1395015" y="642159"/>
                  </a:lnTo>
                  <a:lnTo>
                    <a:pt x="1359247" y="666283"/>
                  </a:lnTo>
                  <a:lnTo>
                    <a:pt x="1315466" y="675132"/>
                  </a:lnTo>
                  <a:lnTo>
                    <a:pt x="112522" y="675132"/>
                  </a:lnTo>
                  <a:lnTo>
                    <a:pt x="68740" y="666283"/>
                  </a:lnTo>
                  <a:lnTo>
                    <a:pt x="32972" y="642159"/>
                  </a:lnTo>
                  <a:lnTo>
                    <a:pt x="8848" y="606391"/>
                  </a:lnTo>
                  <a:lnTo>
                    <a:pt x="0" y="562609"/>
                  </a:lnTo>
                  <a:lnTo>
                    <a:pt x="0" y="112521"/>
                  </a:lnTo>
                  <a:close/>
                </a:path>
              </a:pathLst>
            </a:custGeom>
            <a:ln w="6095">
              <a:solidFill>
                <a:srgbClr val="FFFFFF"/>
              </a:solidFill>
            </a:ln>
          </p:spPr>
          <p:txBody>
            <a:bodyPr wrap="square" lIns="0" tIns="0" rIns="0" bIns="0" rtlCol="0"/>
            <a:lstStyle/>
            <a:p>
              <a:endParaRPr/>
            </a:p>
          </p:txBody>
        </p:sp>
      </p:grpSp>
      <p:sp>
        <p:nvSpPr>
          <p:cNvPr id="50" name="object 50"/>
          <p:cNvSpPr txBox="1"/>
          <p:nvPr/>
        </p:nvSpPr>
        <p:spPr>
          <a:xfrm>
            <a:off x="7475346" y="2131898"/>
            <a:ext cx="953135"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Node</a:t>
            </a:r>
            <a:r>
              <a:rPr sz="1200" spc="-50" dirty="0">
                <a:solidFill>
                  <a:srgbClr val="5F5F5F"/>
                </a:solidFill>
                <a:latin typeface="Calibri"/>
                <a:cs typeface="Calibri"/>
              </a:rPr>
              <a:t> </a:t>
            </a:r>
            <a:r>
              <a:rPr sz="1200" spc="-5" dirty="0">
                <a:solidFill>
                  <a:srgbClr val="5F5F5F"/>
                </a:solidFill>
                <a:latin typeface="Calibri"/>
                <a:cs typeface="Calibri"/>
              </a:rPr>
              <a:t>Manager</a:t>
            </a:r>
            <a:endParaRPr sz="1200">
              <a:latin typeface="Calibri"/>
              <a:cs typeface="Calibri"/>
            </a:endParaRPr>
          </a:p>
        </p:txBody>
      </p:sp>
      <p:grpSp>
        <p:nvGrpSpPr>
          <p:cNvPr id="51" name="object 51"/>
          <p:cNvGrpSpPr/>
          <p:nvPr/>
        </p:nvGrpSpPr>
        <p:grpSpPr>
          <a:xfrm>
            <a:off x="7260317" y="2922946"/>
            <a:ext cx="1496695" cy="744220"/>
            <a:chOff x="7260317" y="2922946"/>
            <a:chExt cx="1496695" cy="744220"/>
          </a:xfrm>
        </p:grpSpPr>
        <p:pic>
          <p:nvPicPr>
            <p:cNvPr id="52" name="object 52"/>
            <p:cNvPicPr/>
            <p:nvPr/>
          </p:nvPicPr>
          <p:blipFill>
            <a:blip r:embed="rId3" cstate="print"/>
            <a:stretch>
              <a:fillRect/>
            </a:stretch>
          </p:blipFill>
          <p:spPr>
            <a:xfrm>
              <a:off x="7260317" y="2922946"/>
              <a:ext cx="1496604" cy="743869"/>
            </a:xfrm>
            <a:prstGeom prst="rect">
              <a:avLst/>
            </a:prstGeom>
          </p:spPr>
        </p:pic>
        <p:sp>
          <p:nvSpPr>
            <p:cNvPr id="53" name="object 53"/>
            <p:cNvSpPr/>
            <p:nvPr/>
          </p:nvSpPr>
          <p:spPr>
            <a:xfrm>
              <a:off x="7296911" y="2939796"/>
              <a:ext cx="1428115" cy="675640"/>
            </a:xfrm>
            <a:custGeom>
              <a:avLst/>
              <a:gdLst/>
              <a:ahLst/>
              <a:cxnLst/>
              <a:rect l="l" t="t" r="r" b="b"/>
              <a:pathLst>
                <a:path w="1428115" h="675639">
                  <a:moveTo>
                    <a:pt x="1315466" y="0"/>
                  </a:moveTo>
                  <a:lnTo>
                    <a:pt x="112522" y="0"/>
                  </a:lnTo>
                  <a:lnTo>
                    <a:pt x="68740" y="8848"/>
                  </a:lnTo>
                  <a:lnTo>
                    <a:pt x="32972" y="32972"/>
                  </a:lnTo>
                  <a:lnTo>
                    <a:pt x="8848" y="68740"/>
                  </a:lnTo>
                  <a:lnTo>
                    <a:pt x="0" y="112522"/>
                  </a:lnTo>
                  <a:lnTo>
                    <a:pt x="0" y="562610"/>
                  </a:lnTo>
                  <a:lnTo>
                    <a:pt x="8848" y="606391"/>
                  </a:lnTo>
                  <a:lnTo>
                    <a:pt x="32972" y="642159"/>
                  </a:lnTo>
                  <a:lnTo>
                    <a:pt x="68740" y="666283"/>
                  </a:lnTo>
                  <a:lnTo>
                    <a:pt x="112522" y="675132"/>
                  </a:lnTo>
                  <a:lnTo>
                    <a:pt x="1315466" y="675132"/>
                  </a:lnTo>
                  <a:lnTo>
                    <a:pt x="1359247" y="666283"/>
                  </a:lnTo>
                  <a:lnTo>
                    <a:pt x="1395015" y="642159"/>
                  </a:lnTo>
                  <a:lnTo>
                    <a:pt x="1419139" y="606391"/>
                  </a:lnTo>
                  <a:lnTo>
                    <a:pt x="1427988" y="562610"/>
                  </a:lnTo>
                  <a:lnTo>
                    <a:pt x="1427988" y="112522"/>
                  </a:lnTo>
                  <a:lnTo>
                    <a:pt x="1419139" y="68740"/>
                  </a:lnTo>
                  <a:lnTo>
                    <a:pt x="1395015" y="32972"/>
                  </a:lnTo>
                  <a:lnTo>
                    <a:pt x="1359247" y="8848"/>
                  </a:lnTo>
                  <a:lnTo>
                    <a:pt x="1315466" y="0"/>
                  </a:lnTo>
                  <a:close/>
                </a:path>
              </a:pathLst>
            </a:custGeom>
            <a:solidFill>
              <a:srgbClr val="9CB955"/>
            </a:solidFill>
          </p:spPr>
          <p:txBody>
            <a:bodyPr wrap="square" lIns="0" tIns="0" rIns="0" bIns="0" rtlCol="0"/>
            <a:lstStyle/>
            <a:p>
              <a:endParaRPr/>
            </a:p>
          </p:txBody>
        </p:sp>
        <p:sp>
          <p:nvSpPr>
            <p:cNvPr id="54" name="object 54"/>
            <p:cNvSpPr/>
            <p:nvPr/>
          </p:nvSpPr>
          <p:spPr>
            <a:xfrm>
              <a:off x="7296911" y="2939796"/>
              <a:ext cx="1428115" cy="675640"/>
            </a:xfrm>
            <a:custGeom>
              <a:avLst/>
              <a:gdLst/>
              <a:ahLst/>
              <a:cxnLst/>
              <a:rect l="l" t="t" r="r" b="b"/>
              <a:pathLst>
                <a:path w="1428115" h="675639">
                  <a:moveTo>
                    <a:pt x="0" y="112522"/>
                  </a:moveTo>
                  <a:lnTo>
                    <a:pt x="8848" y="68740"/>
                  </a:lnTo>
                  <a:lnTo>
                    <a:pt x="32972" y="32972"/>
                  </a:lnTo>
                  <a:lnTo>
                    <a:pt x="68740" y="8848"/>
                  </a:lnTo>
                  <a:lnTo>
                    <a:pt x="112522" y="0"/>
                  </a:lnTo>
                  <a:lnTo>
                    <a:pt x="1315466" y="0"/>
                  </a:lnTo>
                  <a:lnTo>
                    <a:pt x="1359247" y="8848"/>
                  </a:lnTo>
                  <a:lnTo>
                    <a:pt x="1395015" y="32972"/>
                  </a:lnTo>
                  <a:lnTo>
                    <a:pt x="1419139" y="68740"/>
                  </a:lnTo>
                  <a:lnTo>
                    <a:pt x="1427988" y="112522"/>
                  </a:lnTo>
                  <a:lnTo>
                    <a:pt x="1427988" y="562610"/>
                  </a:lnTo>
                  <a:lnTo>
                    <a:pt x="1419139" y="606391"/>
                  </a:lnTo>
                  <a:lnTo>
                    <a:pt x="1395015" y="642159"/>
                  </a:lnTo>
                  <a:lnTo>
                    <a:pt x="1359247" y="666283"/>
                  </a:lnTo>
                  <a:lnTo>
                    <a:pt x="1315466" y="675132"/>
                  </a:lnTo>
                  <a:lnTo>
                    <a:pt x="112522" y="675132"/>
                  </a:lnTo>
                  <a:lnTo>
                    <a:pt x="68740" y="666283"/>
                  </a:lnTo>
                  <a:lnTo>
                    <a:pt x="32972" y="642159"/>
                  </a:lnTo>
                  <a:lnTo>
                    <a:pt x="8848" y="606391"/>
                  </a:lnTo>
                  <a:lnTo>
                    <a:pt x="0" y="562610"/>
                  </a:lnTo>
                  <a:lnTo>
                    <a:pt x="0" y="112522"/>
                  </a:lnTo>
                  <a:close/>
                </a:path>
              </a:pathLst>
            </a:custGeom>
            <a:ln w="6096">
              <a:solidFill>
                <a:srgbClr val="FFFFFF"/>
              </a:solidFill>
            </a:ln>
          </p:spPr>
          <p:txBody>
            <a:bodyPr wrap="square" lIns="0" tIns="0" rIns="0" bIns="0" rtlCol="0"/>
            <a:lstStyle/>
            <a:p>
              <a:endParaRPr/>
            </a:p>
          </p:txBody>
        </p:sp>
      </p:grpSp>
      <p:sp>
        <p:nvSpPr>
          <p:cNvPr id="55" name="object 55"/>
          <p:cNvSpPr txBox="1"/>
          <p:nvPr/>
        </p:nvSpPr>
        <p:spPr>
          <a:xfrm>
            <a:off x="7475346" y="2964942"/>
            <a:ext cx="95313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Node</a:t>
            </a:r>
            <a:r>
              <a:rPr sz="1200" spc="-60" dirty="0">
                <a:solidFill>
                  <a:srgbClr val="5F5F5F"/>
                </a:solidFill>
                <a:latin typeface="Calibri"/>
                <a:cs typeface="Calibri"/>
              </a:rPr>
              <a:t> </a:t>
            </a:r>
            <a:r>
              <a:rPr sz="1200" spc="-5" dirty="0">
                <a:solidFill>
                  <a:srgbClr val="5F5F5F"/>
                </a:solidFill>
                <a:latin typeface="Calibri"/>
                <a:cs typeface="Calibri"/>
              </a:rPr>
              <a:t>Manager</a:t>
            </a:r>
            <a:endParaRPr sz="1200">
              <a:latin typeface="Calibri"/>
              <a:cs typeface="Calibri"/>
            </a:endParaRPr>
          </a:p>
        </p:txBody>
      </p:sp>
      <p:grpSp>
        <p:nvGrpSpPr>
          <p:cNvPr id="56" name="object 56"/>
          <p:cNvGrpSpPr/>
          <p:nvPr/>
        </p:nvGrpSpPr>
        <p:grpSpPr>
          <a:xfrm>
            <a:off x="7260317" y="3816023"/>
            <a:ext cx="1496695" cy="744220"/>
            <a:chOff x="7260317" y="3816023"/>
            <a:chExt cx="1496695" cy="744220"/>
          </a:xfrm>
        </p:grpSpPr>
        <p:pic>
          <p:nvPicPr>
            <p:cNvPr id="57" name="object 57"/>
            <p:cNvPicPr/>
            <p:nvPr/>
          </p:nvPicPr>
          <p:blipFill>
            <a:blip r:embed="rId3" cstate="print"/>
            <a:stretch>
              <a:fillRect/>
            </a:stretch>
          </p:blipFill>
          <p:spPr>
            <a:xfrm>
              <a:off x="7260317" y="3816023"/>
              <a:ext cx="1496604" cy="743869"/>
            </a:xfrm>
            <a:prstGeom prst="rect">
              <a:avLst/>
            </a:prstGeom>
          </p:spPr>
        </p:pic>
        <p:sp>
          <p:nvSpPr>
            <p:cNvPr id="58" name="object 58"/>
            <p:cNvSpPr/>
            <p:nvPr/>
          </p:nvSpPr>
          <p:spPr>
            <a:xfrm>
              <a:off x="7296911" y="3832860"/>
              <a:ext cx="1428115" cy="675640"/>
            </a:xfrm>
            <a:custGeom>
              <a:avLst/>
              <a:gdLst/>
              <a:ahLst/>
              <a:cxnLst/>
              <a:rect l="l" t="t" r="r" b="b"/>
              <a:pathLst>
                <a:path w="1428115" h="675639">
                  <a:moveTo>
                    <a:pt x="1315466" y="0"/>
                  </a:moveTo>
                  <a:lnTo>
                    <a:pt x="112522" y="0"/>
                  </a:lnTo>
                  <a:lnTo>
                    <a:pt x="68740" y="8842"/>
                  </a:lnTo>
                  <a:lnTo>
                    <a:pt x="32972" y="32958"/>
                  </a:lnTo>
                  <a:lnTo>
                    <a:pt x="8848" y="68724"/>
                  </a:lnTo>
                  <a:lnTo>
                    <a:pt x="0" y="112521"/>
                  </a:lnTo>
                  <a:lnTo>
                    <a:pt x="0" y="562609"/>
                  </a:lnTo>
                  <a:lnTo>
                    <a:pt x="8848" y="606407"/>
                  </a:lnTo>
                  <a:lnTo>
                    <a:pt x="32972" y="642173"/>
                  </a:lnTo>
                  <a:lnTo>
                    <a:pt x="68740" y="666289"/>
                  </a:lnTo>
                  <a:lnTo>
                    <a:pt x="112522" y="675131"/>
                  </a:lnTo>
                  <a:lnTo>
                    <a:pt x="1315466" y="675131"/>
                  </a:lnTo>
                  <a:lnTo>
                    <a:pt x="1359247" y="666289"/>
                  </a:lnTo>
                  <a:lnTo>
                    <a:pt x="1395015" y="642173"/>
                  </a:lnTo>
                  <a:lnTo>
                    <a:pt x="1419139" y="606407"/>
                  </a:lnTo>
                  <a:lnTo>
                    <a:pt x="1427988" y="562609"/>
                  </a:lnTo>
                  <a:lnTo>
                    <a:pt x="1427988" y="112521"/>
                  </a:lnTo>
                  <a:lnTo>
                    <a:pt x="1419139" y="68724"/>
                  </a:lnTo>
                  <a:lnTo>
                    <a:pt x="1395015" y="32958"/>
                  </a:lnTo>
                  <a:lnTo>
                    <a:pt x="1359247" y="8842"/>
                  </a:lnTo>
                  <a:lnTo>
                    <a:pt x="1315466" y="0"/>
                  </a:lnTo>
                  <a:close/>
                </a:path>
              </a:pathLst>
            </a:custGeom>
            <a:solidFill>
              <a:srgbClr val="9CB955"/>
            </a:solidFill>
          </p:spPr>
          <p:txBody>
            <a:bodyPr wrap="square" lIns="0" tIns="0" rIns="0" bIns="0" rtlCol="0"/>
            <a:lstStyle/>
            <a:p>
              <a:endParaRPr/>
            </a:p>
          </p:txBody>
        </p:sp>
        <p:sp>
          <p:nvSpPr>
            <p:cNvPr id="59" name="object 59"/>
            <p:cNvSpPr/>
            <p:nvPr/>
          </p:nvSpPr>
          <p:spPr>
            <a:xfrm>
              <a:off x="7296911" y="3832860"/>
              <a:ext cx="1428115" cy="675640"/>
            </a:xfrm>
            <a:custGeom>
              <a:avLst/>
              <a:gdLst/>
              <a:ahLst/>
              <a:cxnLst/>
              <a:rect l="l" t="t" r="r" b="b"/>
              <a:pathLst>
                <a:path w="1428115" h="675639">
                  <a:moveTo>
                    <a:pt x="0" y="112521"/>
                  </a:moveTo>
                  <a:lnTo>
                    <a:pt x="8848" y="68724"/>
                  </a:lnTo>
                  <a:lnTo>
                    <a:pt x="32972" y="32958"/>
                  </a:lnTo>
                  <a:lnTo>
                    <a:pt x="68740" y="8842"/>
                  </a:lnTo>
                  <a:lnTo>
                    <a:pt x="112522" y="0"/>
                  </a:lnTo>
                  <a:lnTo>
                    <a:pt x="1315466" y="0"/>
                  </a:lnTo>
                  <a:lnTo>
                    <a:pt x="1359247" y="8842"/>
                  </a:lnTo>
                  <a:lnTo>
                    <a:pt x="1395015" y="32958"/>
                  </a:lnTo>
                  <a:lnTo>
                    <a:pt x="1419139" y="68724"/>
                  </a:lnTo>
                  <a:lnTo>
                    <a:pt x="1427988" y="112521"/>
                  </a:lnTo>
                  <a:lnTo>
                    <a:pt x="1427988" y="562609"/>
                  </a:lnTo>
                  <a:lnTo>
                    <a:pt x="1419139" y="606407"/>
                  </a:lnTo>
                  <a:lnTo>
                    <a:pt x="1395015" y="642173"/>
                  </a:lnTo>
                  <a:lnTo>
                    <a:pt x="1359247" y="666289"/>
                  </a:lnTo>
                  <a:lnTo>
                    <a:pt x="1315466" y="675131"/>
                  </a:lnTo>
                  <a:lnTo>
                    <a:pt x="112522" y="675131"/>
                  </a:lnTo>
                  <a:lnTo>
                    <a:pt x="68740" y="666289"/>
                  </a:lnTo>
                  <a:lnTo>
                    <a:pt x="32972" y="642173"/>
                  </a:lnTo>
                  <a:lnTo>
                    <a:pt x="8848" y="606407"/>
                  </a:lnTo>
                  <a:lnTo>
                    <a:pt x="0" y="562609"/>
                  </a:lnTo>
                  <a:lnTo>
                    <a:pt x="0" y="112521"/>
                  </a:lnTo>
                  <a:close/>
                </a:path>
              </a:pathLst>
            </a:custGeom>
            <a:ln w="6096">
              <a:solidFill>
                <a:srgbClr val="FFFFFF"/>
              </a:solidFill>
            </a:ln>
          </p:spPr>
          <p:txBody>
            <a:bodyPr wrap="square" lIns="0" tIns="0" rIns="0" bIns="0" rtlCol="0"/>
            <a:lstStyle/>
            <a:p>
              <a:endParaRPr/>
            </a:p>
          </p:txBody>
        </p:sp>
      </p:grpSp>
      <p:sp>
        <p:nvSpPr>
          <p:cNvPr id="60" name="object 60"/>
          <p:cNvSpPr txBox="1"/>
          <p:nvPr/>
        </p:nvSpPr>
        <p:spPr>
          <a:xfrm>
            <a:off x="7475346" y="3858869"/>
            <a:ext cx="95313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F5F5F"/>
                </a:solidFill>
                <a:latin typeface="Calibri"/>
                <a:cs typeface="Calibri"/>
              </a:rPr>
              <a:t>Node</a:t>
            </a:r>
            <a:r>
              <a:rPr sz="1200" spc="-60" dirty="0">
                <a:solidFill>
                  <a:srgbClr val="5F5F5F"/>
                </a:solidFill>
                <a:latin typeface="Calibri"/>
                <a:cs typeface="Calibri"/>
              </a:rPr>
              <a:t> </a:t>
            </a:r>
            <a:r>
              <a:rPr sz="1200" spc="-5" dirty="0">
                <a:solidFill>
                  <a:srgbClr val="5F5F5F"/>
                </a:solidFill>
                <a:latin typeface="Calibri"/>
                <a:cs typeface="Calibri"/>
              </a:rPr>
              <a:t>Manager</a:t>
            </a:r>
            <a:endParaRPr sz="1200">
              <a:latin typeface="Calibri"/>
              <a:cs typeface="Calibri"/>
            </a:endParaRPr>
          </a:p>
        </p:txBody>
      </p:sp>
      <p:grpSp>
        <p:nvGrpSpPr>
          <p:cNvPr id="61" name="object 61"/>
          <p:cNvGrpSpPr/>
          <p:nvPr/>
        </p:nvGrpSpPr>
        <p:grpSpPr>
          <a:xfrm>
            <a:off x="3180524" y="2359088"/>
            <a:ext cx="1057910" cy="374015"/>
            <a:chOff x="3180524" y="2359088"/>
            <a:chExt cx="1057910" cy="374015"/>
          </a:xfrm>
        </p:grpSpPr>
        <p:sp>
          <p:nvSpPr>
            <p:cNvPr id="62" name="object 62"/>
            <p:cNvSpPr/>
            <p:nvPr/>
          </p:nvSpPr>
          <p:spPr>
            <a:xfrm>
              <a:off x="3193541" y="2372106"/>
              <a:ext cx="1031875" cy="347980"/>
            </a:xfrm>
            <a:custGeom>
              <a:avLst/>
              <a:gdLst/>
              <a:ahLst/>
              <a:cxnLst/>
              <a:rect l="l" t="t" r="r" b="b"/>
              <a:pathLst>
                <a:path w="1031875" h="347980">
                  <a:moveTo>
                    <a:pt x="515873" y="0"/>
                  </a:moveTo>
                  <a:lnTo>
                    <a:pt x="445883" y="1584"/>
                  </a:lnTo>
                  <a:lnTo>
                    <a:pt x="378751" y="6201"/>
                  </a:lnTo>
                  <a:lnTo>
                    <a:pt x="315092" y="13644"/>
                  </a:lnTo>
                  <a:lnTo>
                    <a:pt x="255523" y="23706"/>
                  </a:lnTo>
                  <a:lnTo>
                    <a:pt x="200659" y="36181"/>
                  </a:lnTo>
                  <a:lnTo>
                    <a:pt x="151114" y="50863"/>
                  </a:lnTo>
                  <a:lnTo>
                    <a:pt x="107503" y="67545"/>
                  </a:lnTo>
                  <a:lnTo>
                    <a:pt x="70442" y="86021"/>
                  </a:lnTo>
                  <a:lnTo>
                    <a:pt x="18430" y="127529"/>
                  </a:lnTo>
                  <a:lnTo>
                    <a:pt x="0" y="173736"/>
                  </a:lnTo>
                  <a:lnTo>
                    <a:pt x="4710" y="197323"/>
                  </a:lnTo>
                  <a:lnTo>
                    <a:pt x="40546" y="241387"/>
                  </a:lnTo>
                  <a:lnTo>
                    <a:pt x="107503" y="279926"/>
                  </a:lnTo>
                  <a:lnTo>
                    <a:pt x="151114" y="296608"/>
                  </a:lnTo>
                  <a:lnTo>
                    <a:pt x="200659" y="311290"/>
                  </a:lnTo>
                  <a:lnTo>
                    <a:pt x="255524" y="323765"/>
                  </a:lnTo>
                  <a:lnTo>
                    <a:pt x="315092" y="333827"/>
                  </a:lnTo>
                  <a:lnTo>
                    <a:pt x="378751" y="341270"/>
                  </a:lnTo>
                  <a:lnTo>
                    <a:pt x="445883" y="345887"/>
                  </a:lnTo>
                  <a:lnTo>
                    <a:pt x="515873" y="347471"/>
                  </a:lnTo>
                  <a:lnTo>
                    <a:pt x="585864" y="345887"/>
                  </a:lnTo>
                  <a:lnTo>
                    <a:pt x="652996" y="341270"/>
                  </a:lnTo>
                  <a:lnTo>
                    <a:pt x="716655" y="333827"/>
                  </a:lnTo>
                  <a:lnTo>
                    <a:pt x="776223" y="323765"/>
                  </a:lnTo>
                  <a:lnTo>
                    <a:pt x="831088" y="311290"/>
                  </a:lnTo>
                  <a:lnTo>
                    <a:pt x="880633" y="296608"/>
                  </a:lnTo>
                  <a:lnTo>
                    <a:pt x="924244" y="279926"/>
                  </a:lnTo>
                  <a:lnTo>
                    <a:pt x="961305" y="261450"/>
                  </a:lnTo>
                  <a:lnTo>
                    <a:pt x="1013317" y="219942"/>
                  </a:lnTo>
                  <a:lnTo>
                    <a:pt x="1031747" y="173736"/>
                  </a:lnTo>
                  <a:lnTo>
                    <a:pt x="1027037" y="150148"/>
                  </a:lnTo>
                  <a:lnTo>
                    <a:pt x="991201" y="106084"/>
                  </a:lnTo>
                  <a:lnTo>
                    <a:pt x="924244" y="67545"/>
                  </a:lnTo>
                  <a:lnTo>
                    <a:pt x="880633" y="50863"/>
                  </a:lnTo>
                  <a:lnTo>
                    <a:pt x="831088" y="36181"/>
                  </a:lnTo>
                  <a:lnTo>
                    <a:pt x="776223" y="23706"/>
                  </a:lnTo>
                  <a:lnTo>
                    <a:pt x="716655" y="13644"/>
                  </a:lnTo>
                  <a:lnTo>
                    <a:pt x="652996" y="6201"/>
                  </a:lnTo>
                  <a:lnTo>
                    <a:pt x="585864" y="1584"/>
                  </a:lnTo>
                  <a:lnTo>
                    <a:pt x="515873" y="0"/>
                  </a:lnTo>
                  <a:close/>
                </a:path>
              </a:pathLst>
            </a:custGeom>
            <a:solidFill>
              <a:srgbClr val="FFFFFF"/>
            </a:solidFill>
          </p:spPr>
          <p:txBody>
            <a:bodyPr wrap="square" lIns="0" tIns="0" rIns="0" bIns="0" rtlCol="0"/>
            <a:lstStyle/>
            <a:p>
              <a:endParaRPr/>
            </a:p>
          </p:txBody>
        </p:sp>
        <p:sp>
          <p:nvSpPr>
            <p:cNvPr id="63" name="object 63"/>
            <p:cNvSpPr/>
            <p:nvPr/>
          </p:nvSpPr>
          <p:spPr>
            <a:xfrm>
              <a:off x="3193541" y="2372106"/>
              <a:ext cx="1031875" cy="347980"/>
            </a:xfrm>
            <a:custGeom>
              <a:avLst/>
              <a:gdLst/>
              <a:ahLst/>
              <a:cxnLst/>
              <a:rect l="l" t="t" r="r" b="b"/>
              <a:pathLst>
                <a:path w="1031875" h="347980">
                  <a:moveTo>
                    <a:pt x="0" y="173736"/>
                  </a:moveTo>
                  <a:lnTo>
                    <a:pt x="18430" y="127529"/>
                  </a:lnTo>
                  <a:lnTo>
                    <a:pt x="70442" y="86021"/>
                  </a:lnTo>
                  <a:lnTo>
                    <a:pt x="107503" y="67545"/>
                  </a:lnTo>
                  <a:lnTo>
                    <a:pt x="151114" y="50863"/>
                  </a:lnTo>
                  <a:lnTo>
                    <a:pt x="200659" y="36181"/>
                  </a:lnTo>
                  <a:lnTo>
                    <a:pt x="255523" y="23706"/>
                  </a:lnTo>
                  <a:lnTo>
                    <a:pt x="315092" y="13644"/>
                  </a:lnTo>
                  <a:lnTo>
                    <a:pt x="378751" y="6201"/>
                  </a:lnTo>
                  <a:lnTo>
                    <a:pt x="445883" y="1584"/>
                  </a:lnTo>
                  <a:lnTo>
                    <a:pt x="515873" y="0"/>
                  </a:lnTo>
                  <a:lnTo>
                    <a:pt x="585864" y="1584"/>
                  </a:lnTo>
                  <a:lnTo>
                    <a:pt x="652996" y="6201"/>
                  </a:lnTo>
                  <a:lnTo>
                    <a:pt x="716655" y="13644"/>
                  </a:lnTo>
                  <a:lnTo>
                    <a:pt x="776223" y="23706"/>
                  </a:lnTo>
                  <a:lnTo>
                    <a:pt x="831088" y="36181"/>
                  </a:lnTo>
                  <a:lnTo>
                    <a:pt x="880633" y="50863"/>
                  </a:lnTo>
                  <a:lnTo>
                    <a:pt x="924244" y="67545"/>
                  </a:lnTo>
                  <a:lnTo>
                    <a:pt x="961305" y="86021"/>
                  </a:lnTo>
                  <a:lnTo>
                    <a:pt x="1013317" y="127529"/>
                  </a:lnTo>
                  <a:lnTo>
                    <a:pt x="1031747" y="173736"/>
                  </a:lnTo>
                  <a:lnTo>
                    <a:pt x="1027037" y="197323"/>
                  </a:lnTo>
                  <a:lnTo>
                    <a:pt x="991201" y="241387"/>
                  </a:lnTo>
                  <a:lnTo>
                    <a:pt x="924244" y="279926"/>
                  </a:lnTo>
                  <a:lnTo>
                    <a:pt x="880633" y="296608"/>
                  </a:lnTo>
                  <a:lnTo>
                    <a:pt x="831088" y="311290"/>
                  </a:lnTo>
                  <a:lnTo>
                    <a:pt x="776223" y="323765"/>
                  </a:lnTo>
                  <a:lnTo>
                    <a:pt x="716655" y="333827"/>
                  </a:lnTo>
                  <a:lnTo>
                    <a:pt x="652996" y="341270"/>
                  </a:lnTo>
                  <a:lnTo>
                    <a:pt x="585864" y="345887"/>
                  </a:lnTo>
                  <a:lnTo>
                    <a:pt x="515873" y="347471"/>
                  </a:lnTo>
                  <a:lnTo>
                    <a:pt x="445883" y="345887"/>
                  </a:lnTo>
                  <a:lnTo>
                    <a:pt x="378751" y="341270"/>
                  </a:lnTo>
                  <a:lnTo>
                    <a:pt x="315092" y="333827"/>
                  </a:lnTo>
                  <a:lnTo>
                    <a:pt x="255524" y="323765"/>
                  </a:lnTo>
                  <a:lnTo>
                    <a:pt x="200659" y="311290"/>
                  </a:lnTo>
                  <a:lnTo>
                    <a:pt x="151114" y="296608"/>
                  </a:lnTo>
                  <a:lnTo>
                    <a:pt x="107503" y="279926"/>
                  </a:lnTo>
                  <a:lnTo>
                    <a:pt x="70442" y="261450"/>
                  </a:lnTo>
                  <a:lnTo>
                    <a:pt x="18430" y="219942"/>
                  </a:lnTo>
                  <a:lnTo>
                    <a:pt x="0" y="173736"/>
                  </a:lnTo>
                  <a:close/>
                </a:path>
              </a:pathLst>
            </a:custGeom>
            <a:ln w="25908">
              <a:solidFill>
                <a:srgbClr val="FFFFFF"/>
              </a:solidFill>
            </a:ln>
          </p:spPr>
          <p:txBody>
            <a:bodyPr wrap="square" lIns="0" tIns="0" rIns="0" bIns="0" rtlCol="0"/>
            <a:lstStyle/>
            <a:p>
              <a:endParaRPr/>
            </a:p>
          </p:txBody>
        </p:sp>
      </p:grpSp>
      <p:sp>
        <p:nvSpPr>
          <p:cNvPr id="64" name="object 64"/>
          <p:cNvSpPr txBox="1"/>
          <p:nvPr/>
        </p:nvSpPr>
        <p:spPr>
          <a:xfrm>
            <a:off x="3288029" y="2436317"/>
            <a:ext cx="859155" cy="208915"/>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5F5F5F"/>
                </a:solidFill>
                <a:latin typeface="Calibri"/>
                <a:cs typeface="Calibri"/>
              </a:rPr>
              <a:t>C</a:t>
            </a:r>
            <a:r>
              <a:rPr sz="1200" spc="-5" dirty="0">
                <a:solidFill>
                  <a:srgbClr val="5F5F5F"/>
                </a:solidFill>
                <a:latin typeface="Calibri"/>
                <a:cs typeface="Calibri"/>
              </a:rPr>
              <a:t>o</a:t>
            </a:r>
            <a:r>
              <a:rPr sz="1200" spc="-10" dirty="0">
                <a:solidFill>
                  <a:srgbClr val="5F5F5F"/>
                </a:solidFill>
                <a:latin typeface="Calibri"/>
                <a:cs typeface="Calibri"/>
              </a:rPr>
              <a:t>nt</a:t>
            </a:r>
            <a:r>
              <a:rPr sz="1200" dirty="0">
                <a:solidFill>
                  <a:srgbClr val="5F5F5F"/>
                </a:solidFill>
                <a:latin typeface="Calibri"/>
                <a:cs typeface="Calibri"/>
              </a:rPr>
              <a:t>ainer</a:t>
            </a:r>
            <a:r>
              <a:rPr sz="1200" spc="-30" dirty="0">
                <a:solidFill>
                  <a:srgbClr val="5F5F5F"/>
                </a:solidFill>
                <a:latin typeface="Calibri"/>
                <a:cs typeface="Calibri"/>
              </a:rPr>
              <a:t> </a:t>
            </a:r>
            <a:r>
              <a:rPr sz="1200" dirty="0">
                <a:solidFill>
                  <a:srgbClr val="5F5F5F"/>
                </a:solidFill>
                <a:latin typeface="Calibri"/>
                <a:cs typeface="Calibri"/>
              </a:rPr>
              <a:t>1.2</a:t>
            </a:r>
            <a:endParaRPr sz="1200">
              <a:latin typeface="Calibri"/>
              <a:cs typeface="Calibri"/>
            </a:endParaRPr>
          </a:p>
        </p:txBody>
      </p:sp>
      <p:grpSp>
        <p:nvGrpSpPr>
          <p:cNvPr id="65" name="object 65"/>
          <p:cNvGrpSpPr/>
          <p:nvPr/>
        </p:nvGrpSpPr>
        <p:grpSpPr>
          <a:xfrm>
            <a:off x="3180524" y="3156140"/>
            <a:ext cx="1057910" cy="433070"/>
            <a:chOff x="3180524" y="3156140"/>
            <a:chExt cx="1057910" cy="433070"/>
          </a:xfrm>
        </p:grpSpPr>
        <p:sp>
          <p:nvSpPr>
            <p:cNvPr id="66" name="object 66"/>
            <p:cNvSpPr/>
            <p:nvPr/>
          </p:nvSpPr>
          <p:spPr>
            <a:xfrm>
              <a:off x="3193541" y="3169157"/>
              <a:ext cx="1031875" cy="189230"/>
            </a:xfrm>
            <a:custGeom>
              <a:avLst/>
              <a:gdLst/>
              <a:ahLst/>
              <a:cxnLst/>
              <a:rect l="l" t="t" r="r" b="b"/>
              <a:pathLst>
                <a:path w="1031875" h="189229">
                  <a:moveTo>
                    <a:pt x="515873" y="0"/>
                  </a:moveTo>
                  <a:lnTo>
                    <a:pt x="439652" y="1024"/>
                  </a:lnTo>
                  <a:lnTo>
                    <a:pt x="366900" y="3999"/>
                  </a:lnTo>
                  <a:lnTo>
                    <a:pt x="298415" y="8779"/>
                  </a:lnTo>
                  <a:lnTo>
                    <a:pt x="234996" y="15219"/>
                  </a:lnTo>
                  <a:lnTo>
                    <a:pt x="177442" y="23172"/>
                  </a:lnTo>
                  <a:lnTo>
                    <a:pt x="126551" y="32491"/>
                  </a:lnTo>
                  <a:lnTo>
                    <a:pt x="83122" y="43032"/>
                  </a:lnTo>
                  <a:lnTo>
                    <a:pt x="21845" y="67193"/>
                  </a:lnTo>
                  <a:lnTo>
                    <a:pt x="0" y="94487"/>
                  </a:lnTo>
                  <a:lnTo>
                    <a:pt x="5594" y="108453"/>
                  </a:lnTo>
                  <a:lnTo>
                    <a:pt x="47954" y="134327"/>
                  </a:lnTo>
                  <a:lnTo>
                    <a:pt x="126551" y="156484"/>
                  </a:lnTo>
                  <a:lnTo>
                    <a:pt x="177442" y="165803"/>
                  </a:lnTo>
                  <a:lnTo>
                    <a:pt x="234996" y="173756"/>
                  </a:lnTo>
                  <a:lnTo>
                    <a:pt x="298415" y="180196"/>
                  </a:lnTo>
                  <a:lnTo>
                    <a:pt x="366900" y="184976"/>
                  </a:lnTo>
                  <a:lnTo>
                    <a:pt x="439652" y="187951"/>
                  </a:lnTo>
                  <a:lnTo>
                    <a:pt x="515873" y="188975"/>
                  </a:lnTo>
                  <a:lnTo>
                    <a:pt x="592095" y="187951"/>
                  </a:lnTo>
                  <a:lnTo>
                    <a:pt x="664847" y="184976"/>
                  </a:lnTo>
                  <a:lnTo>
                    <a:pt x="733332" y="180196"/>
                  </a:lnTo>
                  <a:lnTo>
                    <a:pt x="796751" y="173756"/>
                  </a:lnTo>
                  <a:lnTo>
                    <a:pt x="854305" y="165803"/>
                  </a:lnTo>
                  <a:lnTo>
                    <a:pt x="905196" y="156484"/>
                  </a:lnTo>
                  <a:lnTo>
                    <a:pt x="948625" y="145943"/>
                  </a:lnTo>
                  <a:lnTo>
                    <a:pt x="1009902" y="121782"/>
                  </a:lnTo>
                  <a:lnTo>
                    <a:pt x="1031747" y="94487"/>
                  </a:lnTo>
                  <a:lnTo>
                    <a:pt x="1026153" y="80522"/>
                  </a:lnTo>
                  <a:lnTo>
                    <a:pt x="983793" y="54648"/>
                  </a:lnTo>
                  <a:lnTo>
                    <a:pt x="905196" y="32491"/>
                  </a:lnTo>
                  <a:lnTo>
                    <a:pt x="854305" y="23172"/>
                  </a:lnTo>
                  <a:lnTo>
                    <a:pt x="796751" y="15219"/>
                  </a:lnTo>
                  <a:lnTo>
                    <a:pt x="733332" y="8779"/>
                  </a:lnTo>
                  <a:lnTo>
                    <a:pt x="664847" y="3999"/>
                  </a:lnTo>
                  <a:lnTo>
                    <a:pt x="592095" y="1024"/>
                  </a:lnTo>
                  <a:lnTo>
                    <a:pt x="515873" y="0"/>
                  </a:lnTo>
                  <a:close/>
                </a:path>
              </a:pathLst>
            </a:custGeom>
            <a:solidFill>
              <a:srgbClr val="FFFFFF"/>
            </a:solidFill>
          </p:spPr>
          <p:txBody>
            <a:bodyPr wrap="square" lIns="0" tIns="0" rIns="0" bIns="0" rtlCol="0"/>
            <a:lstStyle/>
            <a:p>
              <a:endParaRPr/>
            </a:p>
          </p:txBody>
        </p:sp>
        <p:sp>
          <p:nvSpPr>
            <p:cNvPr id="67" name="object 67"/>
            <p:cNvSpPr/>
            <p:nvPr/>
          </p:nvSpPr>
          <p:spPr>
            <a:xfrm>
              <a:off x="3193541" y="3169157"/>
              <a:ext cx="1031875" cy="189230"/>
            </a:xfrm>
            <a:custGeom>
              <a:avLst/>
              <a:gdLst/>
              <a:ahLst/>
              <a:cxnLst/>
              <a:rect l="l" t="t" r="r" b="b"/>
              <a:pathLst>
                <a:path w="1031875" h="189229">
                  <a:moveTo>
                    <a:pt x="0" y="94487"/>
                  </a:moveTo>
                  <a:lnTo>
                    <a:pt x="47954" y="54648"/>
                  </a:lnTo>
                  <a:lnTo>
                    <a:pt x="126551" y="32491"/>
                  </a:lnTo>
                  <a:lnTo>
                    <a:pt x="177442" y="23172"/>
                  </a:lnTo>
                  <a:lnTo>
                    <a:pt x="234996" y="15219"/>
                  </a:lnTo>
                  <a:lnTo>
                    <a:pt x="298415" y="8779"/>
                  </a:lnTo>
                  <a:lnTo>
                    <a:pt x="366900" y="3999"/>
                  </a:lnTo>
                  <a:lnTo>
                    <a:pt x="439652" y="1024"/>
                  </a:lnTo>
                  <a:lnTo>
                    <a:pt x="515873" y="0"/>
                  </a:lnTo>
                  <a:lnTo>
                    <a:pt x="592095" y="1024"/>
                  </a:lnTo>
                  <a:lnTo>
                    <a:pt x="664847" y="3999"/>
                  </a:lnTo>
                  <a:lnTo>
                    <a:pt x="733332" y="8779"/>
                  </a:lnTo>
                  <a:lnTo>
                    <a:pt x="796751" y="15219"/>
                  </a:lnTo>
                  <a:lnTo>
                    <a:pt x="854305" y="23172"/>
                  </a:lnTo>
                  <a:lnTo>
                    <a:pt x="905196" y="32491"/>
                  </a:lnTo>
                  <a:lnTo>
                    <a:pt x="948625" y="43032"/>
                  </a:lnTo>
                  <a:lnTo>
                    <a:pt x="1009902" y="67193"/>
                  </a:lnTo>
                  <a:lnTo>
                    <a:pt x="1031747" y="94487"/>
                  </a:lnTo>
                  <a:lnTo>
                    <a:pt x="1026153" y="108453"/>
                  </a:lnTo>
                  <a:lnTo>
                    <a:pt x="983793" y="134327"/>
                  </a:lnTo>
                  <a:lnTo>
                    <a:pt x="905196" y="156484"/>
                  </a:lnTo>
                  <a:lnTo>
                    <a:pt x="854305" y="165803"/>
                  </a:lnTo>
                  <a:lnTo>
                    <a:pt x="796751" y="173756"/>
                  </a:lnTo>
                  <a:lnTo>
                    <a:pt x="733332" y="180196"/>
                  </a:lnTo>
                  <a:lnTo>
                    <a:pt x="664847" y="184976"/>
                  </a:lnTo>
                  <a:lnTo>
                    <a:pt x="592095" y="187951"/>
                  </a:lnTo>
                  <a:lnTo>
                    <a:pt x="515873" y="188975"/>
                  </a:lnTo>
                  <a:lnTo>
                    <a:pt x="439652" y="187951"/>
                  </a:lnTo>
                  <a:lnTo>
                    <a:pt x="366900" y="184976"/>
                  </a:lnTo>
                  <a:lnTo>
                    <a:pt x="298415" y="180196"/>
                  </a:lnTo>
                  <a:lnTo>
                    <a:pt x="234996" y="173756"/>
                  </a:lnTo>
                  <a:lnTo>
                    <a:pt x="177442" y="165803"/>
                  </a:lnTo>
                  <a:lnTo>
                    <a:pt x="126551" y="156484"/>
                  </a:lnTo>
                  <a:lnTo>
                    <a:pt x="83122" y="145943"/>
                  </a:lnTo>
                  <a:lnTo>
                    <a:pt x="21845" y="121782"/>
                  </a:lnTo>
                  <a:lnTo>
                    <a:pt x="0" y="94487"/>
                  </a:lnTo>
                  <a:close/>
                </a:path>
              </a:pathLst>
            </a:custGeom>
            <a:ln w="25908">
              <a:solidFill>
                <a:srgbClr val="FFFFFF"/>
              </a:solidFill>
            </a:ln>
          </p:spPr>
          <p:txBody>
            <a:bodyPr wrap="square" lIns="0" tIns="0" rIns="0" bIns="0" rtlCol="0"/>
            <a:lstStyle/>
            <a:p>
              <a:endParaRPr/>
            </a:p>
          </p:txBody>
        </p:sp>
        <p:sp>
          <p:nvSpPr>
            <p:cNvPr id="68" name="object 68"/>
            <p:cNvSpPr/>
            <p:nvPr/>
          </p:nvSpPr>
          <p:spPr>
            <a:xfrm>
              <a:off x="3193541" y="3388613"/>
              <a:ext cx="1031875" cy="187960"/>
            </a:xfrm>
            <a:custGeom>
              <a:avLst/>
              <a:gdLst/>
              <a:ahLst/>
              <a:cxnLst/>
              <a:rect l="l" t="t" r="r" b="b"/>
              <a:pathLst>
                <a:path w="1031875" h="187960">
                  <a:moveTo>
                    <a:pt x="515873" y="0"/>
                  </a:moveTo>
                  <a:lnTo>
                    <a:pt x="439652" y="1015"/>
                  </a:lnTo>
                  <a:lnTo>
                    <a:pt x="366900" y="3964"/>
                  </a:lnTo>
                  <a:lnTo>
                    <a:pt x="298415" y="8702"/>
                  </a:lnTo>
                  <a:lnTo>
                    <a:pt x="234996" y="15086"/>
                  </a:lnTo>
                  <a:lnTo>
                    <a:pt x="177442" y="22971"/>
                  </a:lnTo>
                  <a:lnTo>
                    <a:pt x="126551" y="32213"/>
                  </a:lnTo>
                  <a:lnTo>
                    <a:pt x="83122" y="42667"/>
                  </a:lnTo>
                  <a:lnTo>
                    <a:pt x="21845" y="66637"/>
                  </a:lnTo>
                  <a:lnTo>
                    <a:pt x="0" y="93725"/>
                  </a:lnTo>
                  <a:lnTo>
                    <a:pt x="5594" y="107587"/>
                  </a:lnTo>
                  <a:lnTo>
                    <a:pt x="47954" y="133261"/>
                  </a:lnTo>
                  <a:lnTo>
                    <a:pt x="126551" y="155238"/>
                  </a:lnTo>
                  <a:lnTo>
                    <a:pt x="177442" y="164480"/>
                  </a:lnTo>
                  <a:lnTo>
                    <a:pt x="234996" y="172365"/>
                  </a:lnTo>
                  <a:lnTo>
                    <a:pt x="298415" y="178749"/>
                  </a:lnTo>
                  <a:lnTo>
                    <a:pt x="366900" y="183487"/>
                  </a:lnTo>
                  <a:lnTo>
                    <a:pt x="439652" y="186436"/>
                  </a:lnTo>
                  <a:lnTo>
                    <a:pt x="515873" y="187452"/>
                  </a:lnTo>
                  <a:lnTo>
                    <a:pt x="592095" y="186436"/>
                  </a:lnTo>
                  <a:lnTo>
                    <a:pt x="664847" y="183487"/>
                  </a:lnTo>
                  <a:lnTo>
                    <a:pt x="733332" y="178749"/>
                  </a:lnTo>
                  <a:lnTo>
                    <a:pt x="796751" y="172365"/>
                  </a:lnTo>
                  <a:lnTo>
                    <a:pt x="854305" y="164480"/>
                  </a:lnTo>
                  <a:lnTo>
                    <a:pt x="905196" y="155238"/>
                  </a:lnTo>
                  <a:lnTo>
                    <a:pt x="948625" y="144784"/>
                  </a:lnTo>
                  <a:lnTo>
                    <a:pt x="1009902" y="120814"/>
                  </a:lnTo>
                  <a:lnTo>
                    <a:pt x="1031747" y="93725"/>
                  </a:lnTo>
                  <a:lnTo>
                    <a:pt x="1026153" y="79864"/>
                  </a:lnTo>
                  <a:lnTo>
                    <a:pt x="983793" y="54190"/>
                  </a:lnTo>
                  <a:lnTo>
                    <a:pt x="905196" y="32213"/>
                  </a:lnTo>
                  <a:lnTo>
                    <a:pt x="854305" y="22971"/>
                  </a:lnTo>
                  <a:lnTo>
                    <a:pt x="796751" y="15086"/>
                  </a:lnTo>
                  <a:lnTo>
                    <a:pt x="733332" y="8702"/>
                  </a:lnTo>
                  <a:lnTo>
                    <a:pt x="664847" y="3964"/>
                  </a:lnTo>
                  <a:lnTo>
                    <a:pt x="592095" y="1015"/>
                  </a:lnTo>
                  <a:lnTo>
                    <a:pt x="515873" y="0"/>
                  </a:lnTo>
                  <a:close/>
                </a:path>
              </a:pathLst>
            </a:custGeom>
            <a:solidFill>
              <a:srgbClr val="FFFFFF"/>
            </a:solidFill>
          </p:spPr>
          <p:txBody>
            <a:bodyPr wrap="square" lIns="0" tIns="0" rIns="0" bIns="0" rtlCol="0"/>
            <a:lstStyle/>
            <a:p>
              <a:endParaRPr/>
            </a:p>
          </p:txBody>
        </p:sp>
        <p:sp>
          <p:nvSpPr>
            <p:cNvPr id="69" name="object 69"/>
            <p:cNvSpPr/>
            <p:nvPr/>
          </p:nvSpPr>
          <p:spPr>
            <a:xfrm>
              <a:off x="3193541" y="3388613"/>
              <a:ext cx="1031875" cy="187960"/>
            </a:xfrm>
            <a:custGeom>
              <a:avLst/>
              <a:gdLst/>
              <a:ahLst/>
              <a:cxnLst/>
              <a:rect l="l" t="t" r="r" b="b"/>
              <a:pathLst>
                <a:path w="1031875" h="187960">
                  <a:moveTo>
                    <a:pt x="0" y="93725"/>
                  </a:moveTo>
                  <a:lnTo>
                    <a:pt x="47954" y="54190"/>
                  </a:lnTo>
                  <a:lnTo>
                    <a:pt x="126551" y="32213"/>
                  </a:lnTo>
                  <a:lnTo>
                    <a:pt x="177442" y="22971"/>
                  </a:lnTo>
                  <a:lnTo>
                    <a:pt x="234996" y="15086"/>
                  </a:lnTo>
                  <a:lnTo>
                    <a:pt x="298415" y="8702"/>
                  </a:lnTo>
                  <a:lnTo>
                    <a:pt x="366900" y="3964"/>
                  </a:lnTo>
                  <a:lnTo>
                    <a:pt x="439652" y="1015"/>
                  </a:lnTo>
                  <a:lnTo>
                    <a:pt x="515873" y="0"/>
                  </a:lnTo>
                  <a:lnTo>
                    <a:pt x="592095" y="1015"/>
                  </a:lnTo>
                  <a:lnTo>
                    <a:pt x="664847" y="3964"/>
                  </a:lnTo>
                  <a:lnTo>
                    <a:pt x="733332" y="8702"/>
                  </a:lnTo>
                  <a:lnTo>
                    <a:pt x="796751" y="15086"/>
                  </a:lnTo>
                  <a:lnTo>
                    <a:pt x="854305" y="22971"/>
                  </a:lnTo>
                  <a:lnTo>
                    <a:pt x="905196" y="32213"/>
                  </a:lnTo>
                  <a:lnTo>
                    <a:pt x="948625" y="42667"/>
                  </a:lnTo>
                  <a:lnTo>
                    <a:pt x="1009902" y="66637"/>
                  </a:lnTo>
                  <a:lnTo>
                    <a:pt x="1031747" y="93725"/>
                  </a:lnTo>
                  <a:lnTo>
                    <a:pt x="1026153" y="107587"/>
                  </a:lnTo>
                  <a:lnTo>
                    <a:pt x="983793" y="133261"/>
                  </a:lnTo>
                  <a:lnTo>
                    <a:pt x="905196" y="155238"/>
                  </a:lnTo>
                  <a:lnTo>
                    <a:pt x="854305" y="164480"/>
                  </a:lnTo>
                  <a:lnTo>
                    <a:pt x="796751" y="172365"/>
                  </a:lnTo>
                  <a:lnTo>
                    <a:pt x="733332" y="178749"/>
                  </a:lnTo>
                  <a:lnTo>
                    <a:pt x="664847" y="183487"/>
                  </a:lnTo>
                  <a:lnTo>
                    <a:pt x="592095" y="186436"/>
                  </a:lnTo>
                  <a:lnTo>
                    <a:pt x="515873" y="187452"/>
                  </a:lnTo>
                  <a:lnTo>
                    <a:pt x="439652" y="186436"/>
                  </a:lnTo>
                  <a:lnTo>
                    <a:pt x="366900" y="183487"/>
                  </a:lnTo>
                  <a:lnTo>
                    <a:pt x="298415" y="178749"/>
                  </a:lnTo>
                  <a:lnTo>
                    <a:pt x="234996" y="172365"/>
                  </a:lnTo>
                  <a:lnTo>
                    <a:pt x="177442" y="164480"/>
                  </a:lnTo>
                  <a:lnTo>
                    <a:pt x="126551" y="155238"/>
                  </a:lnTo>
                  <a:lnTo>
                    <a:pt x="83122" y="144784"/>
                  </a:lnTo>
                  <a:lnTo>
                    <a:pt x="21845" y="120814"/>
                  </a:lnTo>
                  <a:lnTo>
                    <a:pt x="0" y="93725"/>
                  </a:lnTo>
                  <a:close/>
                </a:path>
              </a:pathLst>
            </a:custGeom>
            <a:ln w="25908">
              <a:solidFill>
                <a:srgbClr val="FFFFFF"/>
              </a:solidFill>
            </a:ln>
          </p:spPr>
          <p:txBody>
            <a:bodyPr wrap="square" lIns="0" tIns="0" rIns="0" bIns="0" rtlCol="0"/>
            <a:lstStyle/>
            <a:p>
              <a:endParaRPr/>
            </a:p>
          </p:txBody>
        </p:sp>
      </p:grpSp>
      <p:sp>
        <p:nvSpPr>
          <p:cNvPr id="70" name="object 70"/>
          <p:cNvSpPr txBox="1"/>
          <p:nvPr/>
        </p:nvSpPr>
        <p:spPr>
          <a:xfrm>
            <a:off x="3221227" y="2927436"/>
            <a:ext cx="953135" cy="664210"/>
          </a:xfrm>
          <a:prstGeom prst="rect">
            <a:avLst/>
          </a:prstGeom>
        </p:spPr>
        <p:txBody>
          <a:bodyPr vert="horz" wrap="square" lIns="0" tIns="30480" rIns="0" bIns="0" rtlCol="0">
            <a:spAutoFit/>
          </a:bodyPr>
          <a:lstStyle/>
          <a:p>
            <a:pPr marR="5080" algn="r">
              <a:lnSpc>
                <a:spcPct val="100000"/>
              </a:lnSpc>
              <a:spcBef>
                <a:spcPts val="240"/>
              </a:spcBef>
            </a:pPr>
            <a:r>
              <a:rPr sz="1200" dirty="0">
                <a:solidFill>
                  <a:srgbClr val="5F5F5F"/>
                </a:solidFill>
                <a:latin typeface="Calibri"/>
                <a:cs typeface="Calibri"/>
              </a:rPr>
              <a:t>N</a:t>
            </a:r>
            <a:r>
              <a:rPr sz="1200" spc="-5" dirty="0">
                <a:solidFill>
                  <a:srgbClr val="5F5F5F"/>
                </a:solidFill>
                <a:latin typeface="Calibri"/>
                <a:cs typeface="Calibri"/>
              </a:rPr>
              <a:t>o</a:t>
            </a:r>
            <a:r>
              <a:rPr sz="1200" spc="5" dirty="0">
                <a:solidFill>
                  <a:srgbClr val="5F5F5F"/>
                </a:solidFill>
                <a:latin typeface="Calibri"/>
                <a:cs typeface="Calibri"/>
              </a:rPr>
              <a:t>d</a:t>
            </a:r>
            <a:r>
              <a:rPr sz="1200" dirty="0">
                <a:solidFill>
                  <a:srgbClr val="5F5F5F"/>
                </a:solidFill>
                <a:latin typeface="Calibri"/>
                <a:cs typeface="Calibri"/>
              </a:rPr>
              <a:t>e</a:t>
            </a:r>
            <a:r>
              <a:rPr sz="1200" spc="-5" dirty="0">
                <a:solidFill>
                  <a:srgbClr val="5F5F5F"/>
                </a:solidFill>
                <a:latin typeface="Calibri"/>
                <a:cs typeface="Calibri"/>
              </a:rPr>
              <a:t> </a:t>
            </a:r>
            <a:r>
              <a:rPr sz="1200" dirty="0">
                <a:solidFill>
                  <a:srgbClr val="5F5F5F"/>
                </a:solidFill>
                <a:latin typeface="Calibri"/>
                <a:cs typeface="Calibri"/>
              </a:rPr>
              <a:t>Ma</a:t>
            </a:r>
            <a:r>
              <a:rPr sz="1200" spc="5" dirty="0">
                <a:solidFill>
                  <a:srgbClr val="5F5F5F"/>
                </a:solidFill>
                <a:latin typeface="Calibri"/>
                <a:cs typeface="Calibri"/>
              </a:rPr>
              <a:t>n</a:t>
            </a:r>
            <a:r>
              <a:rPr sz="1200" dirty="0">
                <a:solidFill>
                  <a:srgbClr val="5F5F5F"/>
                </a:solidFill>
                <a:latin typeface="Calibri"/>
                <a:cs typeface="Calibri"/>
              </a:rPr>
              <a:t>a</a:t>
            </a:r>
            <a:r>
              <a:rPr sz="1200" spc="-15" dirty="0">
                <a:solidFill>
                  <a:srgbClr val="5F5F5F"/>
                </a:solidFill>
                <a:latin typeface="Calibri"/>
                <a:cs typeface="Calibri"/>
              </a:rPr>
              <a:t>g</a:t>
            </a:r>
            <a:r>
              <a:rPr sz="1200" dirty="0">
                <a:solidFill>
                  <a:srgbClr val="5F5F5F"/>
                </a:solidFill>
                <a:latin typeface="Calibri"/>
                <a:cs typeface="Calibri"/>
              </a:rPr>
              <a:t>er</a:t>
            </a:r>
            <a:endParaRPr sz="1200">
              <a:latin typeface="Calibri"/>
              <a:cs typeface="Calibri"/>
            </a:endParaRPr>
          </a:p>
          <a:p>
            <a:pPr marR="20320" algn="r">
              <a:lnSpc>
                <a:spcPct val="100000"/>
              </a:lnSpc>
              <a:spcBef>
                <a:spcPts val="145"/>
              </a:spcBef>
            </a:pPr>
            <a:r>
              <a:rPr sz="1200" spc="-10" dirty="0">
                <a:solidFill>
                  <a:srgbClr val="5F5F5F"/>
                </a:solidFill>
                <a:latin typeface="Calibri"/>
                <a:cs typeface="Calibri"/>
              </a:rPr>
              <a:t>C</a:t>
            </a:r>
            <a:r>
              <a:rPr sz="1200" spc="-5" dirty="0">
                <a:solidFill>
                  <a:srgbClr val="5F5F5F"/>
                </a:solidFill>
                <a:latin typeface="Calibri"/>
                <a:cs typeface="Calibri"/>
              </a:rPr>
              <a:t>o</a:t>
            </a:r>
            <a:r>
              <a:rPr sz="1200" spc="-10" dirty="0">
                <a:solidFill>
                  <a:srgbClr val="5F5F5F"/>
                </a:solidFill>
                <a:latin typeface="Calibri"/>
                <a:cs typeface="Calibri"/>
              </a:rPr>
              <a:t>nt</a:t>
            </a:r>
            <a:r>
              <a:rPr sz="1200" dirty="0">
                <a:solidFill>
                  <a:srgbClr val="5F5F5F"/>
                </a:solidFill>
                <a:latin typeface="Calibri"/>
                <a:cs typeface="Calibri"/>
              </a:rPr>
              <a:t>ainer</a:t>
            </a:r>
            <a:r>
              <a:rPr sz="1200" spc="-30" dirty="0">
                <a:solidFill>
                  <a:srgbClr val="5F5F5F"/>
                </a:solidFill>
                <a:latin typeface="Calibri"/>
                <a:cs typeface="Calibri"/>
              </a:rPr>
              <a:t> </a:t>
            </a:r>
            <a:r>
              <a:rPr sz="1200" dirty="0">
                <a:solidFill>
                  <a:srgbClr val="5F5F5F"/>
                </a:solidFill>
                <a:latin typeface="Calibri"/>
                <a:cs typeface="Calibri"/>
              </a:rPr>
              <a:t>1.1</a:t>
            </a:r>
            <a:endParaRPr sz="1200">
              <a:latin typeface="Calibri"/>
              <a:cs typeface="Calibri"/>
            </a:endParaRPr>
          </a:p>
          <a:p>
            <a:pPr marR="46355" algn="r">
              <a:lnSpc>
                <a:spcPct val="100000"/>
              </a:lnSpc>
              <a:spcBef>
                <a:spcPts val="420"/>
              </a:spcBef>
            </a:pPr>
            <a:r>
              <a:rPr sz="1200" spc="-5" dirty="0">
                <a:solidFill>
                  <a:srgbClr val="5F5F5F"/>
                </a:solidFill>
                <a:latin typeface="Calibri"/>
                <a:cs typeface="Calibri"/>
              </a:rPr>
              <a:t>Container</a:t>
            </a:r>
            <a:r>
              <a:rPr sz="1200" spc="-60" dirty="0">
                <a:solidFill>
                  <a:srgbClr val="5F5F5F"/>
                </a:solidFill>
                <a:latin typeface="Calibri"/>
                <a:cs typeface="Calibri"/>
              </a:rPr>
              <a:t> </a:t>
            </a:r>
            <a:r>
              <a:rPr sz="1200" dirty="0">
                <a:solidFill>
                  <a:srgbClr val="5F5F5F"/>
                </a:solidFill>
                <a:latin typeface="Calibri"/>
                <a:cs typeface="Calibri"/>
              </a:rPr>
              <a:t>2.1</a:t>
            </a:r>
            <a:endParaRPr sz="1200">
              <a:latin typeface="Calibri"/>
              <a:cs typeface="Calibri"/>
            </a:endParaRPr>
          </a:p>
        </p:txBody>
      </p:sp>
      <p:grpSp>
        <p:nvGrpSpPr>
          <p:cNvPr id="71" name="object 71"/>
          <p:cNvGrpSpPr/>
          <p:nvPr/>
        </p:nvGrpSpPr>
        <p:grpSpPr>
          <a:xfrm>
            <a:off x="7472108" y="2359088"/>
            <a:ext cx="1059815" cy="374015"/>
            <a:chOff x="7472108" y="2359088"/>
            <a:chExt cx="1059815" cy="374015"/>
          </a:xfrm>
        </p:grpSpPr>
        <p:sp>
          <p:nvSpPr>
            <p:cNvPr id="72" name="object 72"/>
            <p:cNvSpPr/>
            <p:nvPr/>
          </p:nvSpPr>
          <p:spPr>
            <a:xfrm>
              <a:off x="7485125" y="2372106"/>
              <a:ext cx="1033780" cy="347980"/>
            </a:xfrm>
            <a:custGeom>
              <a:avLst/>
              <a:gdLst/>
              <a:ahLst/>
              <a:cxnLst/>
              <a:rect l="l" t="t" r="r" b="b"/>
              <a:pathLst>
                <a:path w="1033779" h="347980">
                  <a:moveTo>
                    <a:pt x="516635" y="0"/>
                  </a:moveTo>
                  <a:lnTo>
                    <a:pt x="446523" y="1584"/>
                  </a:lnTo>
                  <a:lnTo>
                    <a:pt x="379280" y="6201"/>
                  </a:lnTo>
                  <a:lnTo>
                    <a:pt x="315521" y="13644"/>
                  </a:lnTo>
                  <a:lnTo>
                    <a:pt x="255862" y="23706"/>
                  </a:lnTo>
                  <a:lnTo>
                    <a:pt x="200918" y="36181"/>
                  </a:lnTo>
                  <a:lnTo>
                    <a:pt x="151304" y="50863"/>
                  </a:lnTo>
                  <a:lnTo>
                    <a:pt x="107635" y="67545"/>
                  </a:lnTo>
                  <a:lnTo>
                    <a:pt x="70527" y="86021"/>
                  </a:lnTo>
                  <a:lnTo>
                    <a:pt x="18452" y="127529"/>
                  </a:lnTo>
                  <a:lnTo>
                    <a:pt x="0" y="173736"/>
                  </a:lnTo>
                  <a:lnTo>
                    <a:pt x="4715" y="197323"/>
                  </a:lnTo>
                  <a:lnTo>
                    <a:pt x="40594" y="241387"/>
                  </a:lnTo>
                  <a:lnTo>
                    <a:pt x="107635" y="279926"/>
                  </a:lnTo>
                  <a:lnTo>
                    <a:pt x="151304" y="296608"/>
                  </a:lnTo>
                  <a:lnTo>
                    <a:pt x="200918" y="311290"/>
                  </a:lnTo>
                  <a:lnTo>
                    <a:pt x="255862" y="323765"/>
                  </a:lnTo>
                  <a:lnTo>
                    <a:pt x="315521" y="333827"/>
                  </a:lnTo>
                  <a:lnTo>
                    <a:pt x="379280" y="341270"/>
                  </a:lnTo>
                  <a:lnTo>
                    <a:pt x="446523" y="345887"/>
                  </a:lnTo>
                  <a:lnTo>
                    <a:pt x="516635" y="347471"/>
                  </a:lnTo>
                  <a:lnTo>
                    <a:pt x="586748" y="345887"/>
                  </a:lnTo>
                  <a:lnTo>
                    <a:pt x="653991" y="341270"/>
                  </a:lnTo>
                  <a:lnTo>
                    <a:pt x="717750" y="333827"/>
                  </a:lnTo>
                  <a:lnTo>
                    <a:pt x="777409" y="323765"/>
                  </a:lnTo>
                  <a:lnTo>
                    <a:pt x="832353" y="311290"/>
                  </a:lnTo>
                  <a:lnTo>
                    <a:pt x="881967" y="296608"/>
                  </a:lnTo>
                  <a:lnTo>
                    <a:pt x="925636" y="279926"/>
                  </a:lnTo>
                  <a:lnTo>
                    <a:pt x="962744" y="261450"/>
                  </a:lnTo>
                  <a:lnTo>
                    <a:pt x="1014819" y="219942"/>
                  </a:lnTo>
                  <a:lnTo>
                    <a:pt x="1033272" y="173736"/>
                  </a:lnTo>
                  <a:lnTo>
                    <a:pt x="1028556" y="150148"/>
                  </a:lnTo>
                  <a:lnTo>
                    <a:pt x="992677" y="106084"/>
                  </a:lnTo>
                  <a:lnTo>
                    <a:pt x="925636" y="67545"/>
                  </a:lnTo>
                  <a:lnTo>
                    <a:pt x="881967" y="50863"/>
                  </a:lnTo>
                  <a:lnTo>
                    <a:pt x="832353" y="36181"/>
                  </a:lnTo>
                  <a:lnTo>
                    <a:pt x="777409" y="23706"/>
                  </a:lnTo>
                  <a:lnTo>
                    <a:pt x="717750" y="13644"/>
                  </a:lnTo>
                  <a:lnTo>
                    <a:pt x="653991" y="6201"/>
                  </a:lnTo>
                  <a:lnTo>
                    <a:pt x="586748" y="1584"/>
                  </a:lnTo>
                  <a:lnTo>
                    <a:pt x="516635" y="0"/>
                  </a:lnTo>
                  <a:close/>
                </a:path>
              </a:pathLst>
            </a:custGeom>
            <a:solidFill>
              <a:srgbClr val="FFFFFF"/>
            </a:solidFill>
          </p:spPr>
          <p:txBody>
            <a:bodyPr wrap="square" lIns="0" tIns="0" rIns="0" bIns="0" rtlCol="0"/>
            <a:lstStyle/>
            <a:p>
              <a:endParaRPr/>
            </a:p>
          </p:txBody>
        </p:sp>
        <p:sp>
          <p:nvSpPr>
            <p:cNvPr id="73" name="object 73"/>
            <p:cNvSpPr/>
            <p:nvPr/>
          </p:nvSpPr>
          <p:spPr>
            <a:xfrm>
              <a:off x="7485125" y="2372106"/>
              <a:ext cx="1033780" cy="347980"/>
            </a:xfrm>
            <a:custGeom>
              <a:avLst/>
              <a:gdLst/>
              <a:ahLst/>
              <a:cxnLst/>
              <a:rect l="l" t="t" r="r" b="b"/>
              <a:pathLst>
                <a:path w="1033779" h="347980">
                  <a:moveTo>
                    <a:pt x="0" y="173736"/>
                  </a:moveTo>
                  <a:lnTo>
                    <a:pt x="18452" y="127529"/>
                  </a:lnTo>
                  <a:lnTo>
                    <a:pt x="70527" y="86021"/>
                  </a:lnTo>
                  <a:lnTo>
                    <a:pt x="107635" y="67545"/>
                  </a:lnTo>
                  <a:lnTo>
                    <a:pt x="151304" y="50863"/>
                  </a:lnTo>
                  <a:lnTo>
                    <a:pt x="200918" y="36181"/>
                  </a:lnTo>
                  <a:lnTo>
                    <a:pt x="255862" y="23706"/>
                  </a:lnTo>
                  <a:lnTo>
                    <a:pt x="315521" y="13644"/>
                  </a:lnTo>
                  <a:lnTo>
                    <a:pt x="379280" y="6201"/>
                  </a:lnTo>
                  <a:lnTo>
                    <a:pt x="446523" y="1584"/>
                  </a:lnTo>
                  <a:lnTo>
                    <a:pt x="516635" y="0"/>
                  </a:lnTo>
                  <a:lnTo>
                    <a:pt x="586748" y="1584"/>
                  </a:lnTo>
                  <a:lnTo>
                    <a:pt x="653991" y="6201"/>
                  </a:lnTo>
                  <a:lnTo>
                    <a:pt x="717750" y="13644"/>
                  </a:lnTo>
                  <a:lnTo>
                    <a:pt x="777409" y="23706"/>
                  </a:lnTo>
                  <a:lnTo>
                    <a:pt x="832353" y="36181"/>
                  </a:lnTo>
                  <a:lnTo>
                    <a:pt x="881967" y="50863"/>
                  </a:lnTo>
                  <a:lnTo>
                    <a:pt x="925636" y="67545"/>
                  </a:lnTo>
                  <a:lnTo>
                    <a:pt x="962744" y="86021"/>
                  </a:lnTo>
                  <a:lnTo>
                    <a:pt x="1014819" y="127529"/>
                  </a:lnTo>
                  <a:lnTo>
                    <a:pt x="1033272" y="173736"/>
                  </a:lnTo>
                  <a:lnTo>
                    <a:pt x="1028556" y="197323"/>
                  </a:lnTo>
                  <a:lnTo>
                    <a:pt x="992677" y="241387"/>
                  </a:lnTo>
                  <a:lnTo>
                    <a:pt x="925636" y="279926"/>
                  </a:lnTo>
                  <a:lnTo>
                    <a:pt x="881967" y="296608"/>
                  </a:lnTo>
                  <a:lnTo>
                    <a:pt x="832353" y="311290"/>
                  </a:lnTo>
                  <a:lnTo>
                    <a:pt x="777409" y="323765"/>
                  </a:lnTo>
                  <a:lnTo>
                    <a:pt x="717750" y="333827"/>
                  </a:lnTo>
                  <a:lnTo>
                    <a:pt x="653991" y="341270"/>
                  </a:lnTo>
                  <a:lnTo>
                    <a:pt x="586748" y="345887"/>
                  </a:lnTo>
                  <a:lnTo>
                    <a:pt x="516635" y="347471"/>
                  </a:lnTo>
                  <a:lnTo>
                    <a:pt x="446523" y="345887"/>
                  </a:lnTo>
                  <a:lnTo>
                    <a:pt x="379280" y="341270"/>
                  </a:lnTo>
                  <a:lnTo>
                    <a:pt x="315521" y="333827"/>
                  </a:lnTo>
                  <a:lnTo>
                    <a:pt x="255862" y="323765"/>
                  </a:lnTo>
                  <a:lnTo>
                    <a:pt x="200918" y="311290"/>
                  </a:lnTo>
                  <a:lnTo>
                    <a:pt x="151304" y="296608"/>
                  </a:lnTo>
                  <a:lnTo>
                    <a:pt x="107635" y="279926"/>
                  </a:lnTo>
                  <a:lnTo>
                    <a:pt x="70527" y="261450"/>
                  </a:lnTo>
                  <a:lnTo>
                    <a:pt x="18452" y="219942"/>
                  </a:lnTo>
                  <a:lnTo>
                    <a:pt x="0" y="173736"/>
                  </a:lnTo>
                  <a:close/>
                </a:path>
              </a:pathLst>
            </a:custGeom>
            <a:ln w="25908">
              <a:solidFill>
                <a:srgbClr val="FFFFFF"/>
              </a:solidFill>
            </a:ln>
          </p:spPr>
          <p:txBody>
            <a:bodyPr wrap="square" lIns="0" tIns="0" rIns="0" bIns="0" rtlCol="0"/>
            <a:lstStyle/>
            <a:p>
              <a:endParaRPr/>
            </a:p>
          </p:txBody>
        </p:sp>
      </p:grpSp>
      <p:sp>
        <p:nvSpPr>
          <p:cNvPr id="74" name="object 74"/>
          <p:cNvSpPr txBox="1"/>
          <p:nvPr/>
        </p:nvSpPr>
        <p:spPr>
          <a:xfrm>
            <a:off x="7592314" y="2446477"/>
            <a:ext cx="859155" cy="208915"/>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5F5F5F"/>
                </a:solidFill>
                <a:latin typeface="Calibri"/>
                <a:cs typeface="Calibri"/>
              </a:rPr>
              <a:t>C</a:t>
            </a:r>
            <a:r>
              <a:rPr sz="1200" spc="-5" dirty="0">
                <a:solidFill>
                  <a:srgbClr val="5F5F5F"/>
                </a:solidFill>
                <a:latin typeface="Calibri"/>
                <a:cs typeface="Calibri"/>
              </a:rPr>
              <a:t>o</a:t>
            </a:r>
            <a:r>
              <a:rPr sz="1200" spc="-10" dirty="0">
                <a:solidFill>
                  <a:srgbClr val="5F5F5F"/>
                </a:solidFill>
                <a:latin typeface="Calibri"/>
                <a:cs typeface="Calibri"/>
              </a:rPr>
              <a:t>nt</a:t>
            </a:r>
            <a:r>
              <a:rPr sz="1200" dirty="0">
                <a:solidFill>
                  <a:srgbClr val="5F5F5F"/>
                </a:solidFill>
                <a:latin typeface="Calibri"/>
                <a:cs typeface="Calibri"/>
              </a:rPr>
              <a:t>ainer</a:t>
            </a:r>
            <a:r>
              <a:rPr sz="1200" spc="-30" dirty="0">
                <a:solidFill>
                  <a:srgbClr val="5F5F5F"/>
                </a:solidFill>
                <a:latin typeface="Calibri"/>
                <a:cs typeface="Calibri"/>
              </a:rPr>
              <a:t> </a:t>
            </a:r>
            <a:r>
              <a:rPr sz="1200" dirty="0">
                <a:solidFill>
                  <a:srgbClr val="5F5F5F"/>
                </a:solidFill>
                <a:latin typeface="Calibri"/>
                <a:cs typeface="Calibri"/>
              </a:rPr>
              <a:t>2.2</a:t>
            </a:r>
            <a:endParaRPr sz="1200">
              <a:latin typeface="Calibri"/>
              <a:cs typeface="Calibri"/>
            </a:endParaRPr>
          </a:p>
        </p:txBody>
      </p:sp>
      <p:grpSp>
        <p:nvGrpSpPr>
          <p:cNvPr id="75" name="object 75"/>
          <p:cNvGrpSpPr/>
          <p:nvPr/>
        </p:nvGrpSpPr>
        <p:grpSpPr>
          <a:xfrm>
            <a:off x="7472108" y="4096448"/>
            <a:ext cx="1059815" cy="374015"/>
            <a:chOff x="7472108" y="4096448"/>
            <a:chExt cx="1059815" cy="374015"/>
          </a:xfrm>
        </p:grpSpPr>
        <p:sp>
          <p:nvSpPr>
            <p:cNvPr id="76" name="object 76"/>
            <p:cNvSpPr/>
            <p:nvPr/>
          </p:nvSpPr>
          <p:spPr>
            <a:xfrm>
              <a:off x="7485125" y="4109465"/>
              <a:ext cx="1033780" cy="347980"/>
            </a:xfrm>
            <a:custGeom>
              <a:avLst/>
              <a:gdLst/>
              <a:ahLst/>
              <a:cxnLst/>
              <a:rect l="l" t="t" r="r" b="b"/>
              <a:pathLst>
                <a:path w="1033779" h="347979">
                  <a:moveTo>
                    <a:pt x="516635" y="0"/>
                  </a:moveTo>
                  <a:lnTo>
                    <a:pt x="446523" y="1586"/>
                  </a:lnTo>
                  <a:lnTo>
                    <a:pt x="379280" y="6206"/>
                  </a:lnTo>
                  <a:lnTo>
                    <a:pt x="315521" y="13653"/>
                  </a:lnTo>
                  <a:lnTo>
                    <a:pt x="255862" y="23720"/>
                  </a:lnTo>
                  <a:lnTo>
                    <a:pt x="200918" y="36201"/>
                  </a:lnTo>
                  <a:lnTo>
                    <a:pt x="151304" y="50887"/>
                  </a:lnTo>
                  <a:lnTo>
                    <a:pt x="107635" y="67572"/>
                  </a:lnTo>
                  <a:lnTo>
                    <a:pt x="70527" y="86049"/>
                  </a:lnTo>
                  <a:lnTo>
                    <a:pt x="18452" y="127551"/>
                  </a:lnTo>
                  <a:lnTo>
                    <a:pt x="0" y="173736"/>
                  </a:lnTo>
                  <a:lnTo>
                    <a:pt x="4715" y="197310"/>
                  </a:lnTo>
                  <a:lnTo>
                    <a:pt x="40594" y="241360"/>
                  </a:lnTo>
                  <a:lnTo>
                    <a:pt x="107635" y="279899"/>
                  </a:lnTo>
                  <a:lnTo>
                    <a:pt x="151304" y="296584"/>
                  </a:lnTo>
                  <a:lnTo>
                    <a:pt x="200918" y="311270"/>
                  </a:lnTo>
                  <a:lnTo>
                    <a:pt x="255862" y="323751"/>
                  </a:lnTo>
                  <a:lnTo>
                    <a:pt x="315521" y="333818"/>
                  </a:lnTo>
                  <a:lnTo>
                    <a:pt x="379280" y="341265"/>
                  </a:lnTo>
                  <a:lnTo>
                    <a:pt x="446523" y="345885"/>
                  </a:lnTo>
                  <a:lnTo>
                    <a:pt x="516635" y="347472"/>
                  </a:lnTo>
                  <a:lnTo>
                    <a:pt x="586748" y="345885"/>
                  </a:lnTo>
                  <a:lnTo>
                    <a:pt x="653991" y="341265"/>
                  </a:lnTo>
                  <a:lnTo>
                    <a:pt x="717750" y="333818"/>
                  </a:lnTo>
                  <a:lnTo>
                    <a:pt x="777409" y="323751"/>
                  </a:lnTo>
                  <a:lnTo>
                    <a:pt x="832353" y="311270"/>
                  </a:lnTo>
                  <a:lnTo>
                    <a:pt x="881967" y="296584"/>
                  </a:lnTo>
                  <a:lnTo>
                    <a:pt x="925636" y="279899"/>
                  </a:lnTo>
                  <a:lnTo>
                    <a:pt x="962744" y="261422"/>
                  </a:lnTo>
                  <a:lnTo>
                    <a:pt x="1014819" y="219920"/>
                  </a:lnTo>
                  <a:lnTo>
                    <a:pt x="1033272" y="173736"/>
                  </a:lnTo>
                  <a:lnTo>
                    <a:pt x="1028556" y="150161"/>
                  </a:lnTo>
                  <a:lnTo>
                    <a:pt x="992677" y="106111"/>
                  </a:lnTo>
                  <a:lnTo>
                    <a:pt x="925636" y="67572"/>
                  </a:lnTo>
                  <a:lnTo>
                    <a:pt x="881967" y="50887"/>
                  </a:lnTo>
                  <a:lnTo>
                    <a:pt x="832353" y="36201"/>
                  </a:lnTo>
                  <a:lnTo>
                    <a:pt x="777409" y="23720"/>
                  </a:lnTo>
                  <a:lnTo>
                    <a:pt x="717750" y="13653"/>
                  </a:lnTo>
                  <a:lnTo>
                    <a:pt x="653991" y="6206"/>
                  </a:lnTo>
                  <a:lnTo>
                    <a:pt x="586748" y="1586"/>
                  </a:lnTo>
                  <a:lnTo>
                    <a:pt x="516635" y="0"/>
                  </a:lnTo>
                  <a:close/>
                </a:path>
              </a:pathLst>
            </a:custGeom>
            <a:solidFill>
              <a:srgbClr val="FFFFFF"/>
            </a:solidFill>
          </p:spPr>
          <p:txBody>
            <a:bodyPr wrap="square" lIns="0" tIns="0" rIns="0" bIns="0" rtlCol="0"/>
            <a:lstStyle/>
            <a:p>
              <a:endParaRPr/>
            </a:p>
          </p:txBody>
        </p:sp>
        <p:sp>
          <p:nvSpPr>
            <p:cNvPr id="77" name="object 77"/>
            <p:cNvSpPr/>
            <p:nvPr/>
          </p:nvSpPr>
          <p:spPr>
            <a:xfrm>
              <a:off x="7485125" y="4109465"/>
              <a:ext cx="1033780" cy="347980"/>
            </a:xfrm>
            <a:custGeom>
              <a:avLst/>
              <a:gdLst/>
              <a:ahLst/>
              <a:cxnLst/>
              <a:rect l="l" t="t" r="r" b="b"/>
              <a:pathLst>
                <a:path w="1033779" h="347979">
                  <a:moveTo>
                    <a:pt x="0" y="173736"/>
                  </a:moveTo>
                  <a:lnTo>
                    <a:pt x="18452" y="127551"/>
                  </a:lnTo>
                  <a:lnTo>
                    <a:pt x="70527" y="86049"/>
                  </a:lnTo>
                  <a:lnTo>
                    <a:pt x="107635" y="67572"/>
                  </a:lnTo>
                  <a:lnTo>
                    <a:pt x="151304" y="50887"/>
                  </a:lnTo>
                  <a:lnTo>
                    <a:pt x="200918" y="36201"/>
                  </a:lnTo>
                  <a:lnTo>
                    <a:pt x="255862" y="23720"/>
                  </a:lnTo>
                  <a:lnTo>
                    <a:pt x="315521" y="13653"/>
                  </a:lnTo>
                  <a:lnTo>
                    <a:pt x="379280" y="6206"/>
                  </a:lnTo>
                  <a:lnTo>
                    <a:pt x="446523" y="1586"/>
                  </a:lnTo>
                  <a:lnTo>
                    <a:pt x="516635" y="0"/>
                  </a:lnTo>
                  <a:lnTo>
                    <a:pt x="586748" y="1586"/>
                  </a:lnTo>
                  <a:lnTo>
                    <a:pt x="653991" y="6206"/>
                  </a:lnTo>
                  <a:lnTo>
                    <a:pt x="717750" y="13653"/>
                  </a:lnTo>
                  <a:lnTo>
                    <a:pt x="777409" y="23720"/>
                  </a:lnTo>
                  <a:lnTo>
                    <a:pt x="832353" y="36201"/>
                  </a:lnTo>
                  <a:lnTo>
                    <a:pt x="881967" y="50887"/>
                  </a:lnTo>
                  <a:lnTo>
                    <a:pt x="925636" y="67572"/>
                  </a:lnTo>
                  <a:lnTo>
                    <a:pt x="962744" y="86049"/>
                  </a:lnTo>
                  <a:lnTo>
                    <a:pt x="1014819" y="127551"/>
                  </a:lnTo>
                  <a:lnTo>
                    <a:pt x="1033272" y="173736"/>
                  </a:lnTo>
                  <a:lnTo>
                    <a:pt x="1028556" y="197310"/>
                  </a:lnTo>
                  <a:lnTo>
                    <a:pt x="992677" y="241360"/>
                  </a:lnTo>
                  <a:lnTo>
                    <a:pt x="925636" y="279899"/>
                  </a:lnTo>
                  <a:lnTo>
                    <a:pt x="881967" y="296584"/>
                  </a:lnTo>
                  <a:lnTo>
                    <a:pt x="832353" y="311270"/>
                  </a:lnTo>
                  <a:lnTo>
                    <a:pt x="777409" y="323751"/>
                  </a:lnTo>
                  <a:lnTo>
                    <a:pt x="717750" y="333818"/>
                  </a:lnTo>
                  <a:lnTo>
                    <a:pt x="653991" y="341265"/>
                  </a:lnTo>
                  <a:lnTo>
                    <a:pt x="586748" y="345885"/>
                  </a:lnTo>
                  <a:lnTo>
                    <a:pt x="516635" y="347472"/>
                  </a:lnTo>
                  <a:lnTo>
                    <a:pt x="446523" y="345885"/>
                  </a:lnTo>
                  <a:lnTo>
                    <a:pt x="379280" y="341265"/>
                  </a:lnTo>
                  <a:lnTo>
                    <a:pt x="315521" y="333818"/>
                  </a:lnTo>
                  <a:lnTo>
                    <a:pt x="255862" y="323751"/>
                  </a:lnTo>
                  <a:lnTo>
                    <a:pt x="200918" y="311270"/>
                  </a:lnTo>
                  <a:lnTo>
                    <a:pt x="151304" y="296584"/>
                  </a:lnTo>
                  <a:lnTo>
                    <a:pt x="107635" y="279899"/>
                  </a:lnTo>
                  <a:lnTo>
                    <a:pt x="70527" y="261422"/>
                  </a:lnTo>
                  <a:lnTo>
                    <a:pt x="18452" y="219920"/>
                  </a:lnTo>
                  <a:lnTo>
                    <a:pt x="0" y="173736"/>
                  </a:lnTo>
                  <a:close/>
                </a:path>
              </a:pathLst>
            </a:custGeom>
            <a:ln w="25908">
              <a:solidFill>
                <a:srgbClr val="FFFFFF"/>
              </a:solidFill>
            </a:ln>
          </p:spPr>
          <p:txBody>
            <a:bodyPr wrap="square" lIns="0" tIns="0" rIns="0" bIns="0" rtlCol="0"/>
            <a:lstStyle/>
            <a:p>
              <a:endParaRPr/>
            </a:p>
          </p:txBody>
        </p:sp>
      </p:grpSp>
      <p:sp>
        <p:nvSpPr>
          <p:cNvPr id="78" name="object 78"/>
          <p:cNvSpPr txBox="1"/>
          <p:nvPr/>
        </p:nvSpPr>
        <p:spPr>
          <a:xfrm>
            <a:off x="7578090" y="4176166"/>
            <a:ext cx="858519"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5F5F5F"/>
                </a:solidFill>
                <a:latin typeface="Calibri"/>
                <a:cs typeface="Calibri"/>
              </a:rPr>
              <a:t>Con</a:t>
            </a:r>
            <a:r>
              <a:rPr sz="1200" spc="-10" dirty="0">
                <a:solidFill>
                  <a:srgbClr val="5F5F5F"/>
                </a:solidFill>
                <a:latin typeface="Calibri"/>
                <a:cs typeface="Calibri"/>
              </a:rPr>
              <a:t>t</a:t>
            </a:r>
            <a:r>
              <a:rPr sz="1200" dirty="0">
                <a:solidFill>
                  <a:srgbClr val="5F5F5F"/>
                </a:solidFill>
                <a:latin typeface="Calibri"/>
                <a:cs typeface="Calibri"/>
              </a:rPr>
              <a:t>ai</a:t>
            </a:r>
            <a:r>
              <a:rPr sz="1200" spc="5" dirty="0">
                <a:solidFill>
                  <a:srgbClr val="5F5F5F"/>
                </a:solidFill>
                <a:latin typeface="Calibri"/>
                <a:cs typeface="Calibri"/>
              </a:rPr>
              <a:t>n</a:t>
            </a:r>
            <a:r>
              <a:rPr sz="1200" dirty="0">
                <a:solidFill>
                  <a:srgbClr val="5F5F5F"/>
                </a:solidFill>
                <a:latin typeface="Calibri"/>
                <a:cs typeface="Calibri"/>
              </a:rPr>
              <a:t>er</a:t>
            </a:r>
            <a:r>
              <a:rPr sz="1200" spc="-30" dirty="0">
                <a:solidFill>
                  <a:srgbClr val="5F5F5F"/>
                </a:solidFill>
                <a:latin typeface="Calibri"/>
                <a:cs typeface="Calibri"/>
              </a:rPr>
              <a:t> </a:t>
            </a:r>
            <a:r>
              <a:rPr sz="1200" dirty="0">
                <a:solidFill>
                  <a:srgbClr val="5F5F5F"/>
                </a:solidFill>
                <a:latin typeface="Calibri"/>
                <a:cs typeface="Calibri"/>
              </a:rPr>
              <a:t>2.3</a:t>
            </a:r>
            <a:endParaRPr sz="1200">
              <a:latin typeface="Calibri"/>
              <a:cs typeface="Calibri"/>
            </a:endParaRPr>
          </a:p>
        </p:txBody>
      </p:sp>
      <p:grpSp>
        <p:nvGrpSpPr>
          <p:cNvPr id="79" name="object 79"/>
          <p:cNvGrpSpPr/>
          <p:nvPr/>
        </p:nvGrpSpPr>
        <p:grpSpPr>
          <a:xfrm>
            <a:off x="5330888" y="3191192"/>
            <a:ext cx="1059815" cy="374015"/>
            <a:chOff x="5330888" y="3191192"/>
            <a:chExt cx="1059815" cy="374015"/>
          </a:xfrm>
        </p:grpSpPr>
        <p:sp>
          <p:nvSpPr>
            <p:cNvPr id="80" name="object 80"/>
            <p:cNvSpPr/>
            <p:nvPr/>
          </p:nvSpPr>
          <p:spPr>
            <a:xfrm>
              <a:off x="5343906" y="3204209"/>
              <a:ext cx="1033780" cy="347980"/>
            </a:xfrm>
            <a:custGeom>
              <a:avLst/>
              <a:gdLst/>
              <a:ahLst/>
              <a:cxnLst/>
              <a:rect l="l" t="t" r="r" b="b"/>
              <a:pathLst>
                <a:path w="1033779" h="347979">
                  <a:moveTo>
                    <a:pt x="516636" y="0"/>
                  </a:moveTo>
                  <a:lnTo>
                    <a:pt x="446523" y="1584"/>
                  </a:lnTo>
                  <a:lnTo>
                    <a:pt x="379280" y="6201"/>
                  </a:lnTo>
                  <a:lnTo>
                    <a:pt x="315521" y="13644"/>
                  </a:lnTo>
                  <a:lnTo>
                    <a:pt x="255862" y="23706"/>
                  </a:lnTo>
                  <a:lnTo>
                    <a:pt x="200918" y="36181"/>
                  </a:lnTo>
                  <a:lnTo>
                    <a:pt x="151304" y="50863"/>
                  </a:lnTo>
                  <a:lnTo>
                    <a:pt x="107635" y="67545"/>
                  </a:lnTo>
                  <a:lnTo>
                    <a:pt x="70527" y="86021"/>
                  </a:lnTo>
                  <a:lnTo>
                    <a:pt x="18452" y="127529"/>
                  </a:lnTo>
                  <a:lnTo>
                    <a:pt x="0" y="173735"/>
                  </a:lnTo>
                  <a:lnTo>
                    <a:pt x="4715" y="197323"/>
                  </a:lnTo>
                  <a:lnTo>
                    <a:pt x="40594" y="241387"/>
                  </a:lnTo>
                  <a:lnTo>
                    <a:pt x="107635" y="279926"/>
                  </a:lnTo>
                  <a:lnTo>
                    <a:pt x="151304" y="296608"/>
                  </a:lnTo>
                  <a:lnTo>
                    <a:pt x="200918" y="311290"/>
                  </a:lnTo>
                  <a:lnTo>
                    <a:pt x="255862" y="323765"/>
                  </a:lnTo>
                  <a:lnTo>
                    <a:pt x="315521" y="333827"/>
                  </a:lnTo>
                  <a:lnTo>
                    <a:pt x="379280" y="341270"/>
                  </a:lnTo>
                  <a:lnTo>
                    <a:pt x="446523" y="345887"/>
                  </a:lnTo>
                  <a:lnTo>
                    <a:pt x="516636" y="347471"/>
                  </a:lnTo>
                  <a:lnTo>
                    <a:pt x="586748" y="345887"/>
                  </a:lnTo>
                  <a:lnTo>
                    <a:pt x="653991" y="341270"/>
                  </a:lnTo>
                  <a:lnTo>
                    <a:pt x="717750" y="333827"/>
                  </a:lnTo>
                  <a:lnTo>
                    <a:pt x="777409" y="323765"/>
                  </a:lnTo>
                  <a:lnTo>
                    <a:pt x="832353" y="311290"/>
                  </a:lnTo>
                  <a:lnTo>
                    <a:pt x="881967" y="296608"/>
                  </a:lnTo>
                  <a:lnTo>
                    <a:pt x="925636" y="279926"/>
                  </a:lnTo>
                  <a:lnTo>
                    <a:pt x="962744" y="261450"/>
                  </a:lnTo>
                  <a:lnTo>
                    <a:pt x="1014819" y="219942"/>
                  </a:lnTo>
                  <a:lnTo>
                    <a:pt x="1033272" y="173735"/>
                  </a:lnTo>
                  <a:lnTo>
                    <a:pt x="1028556" y="150148"/>
                  </a:lnTo>
                  <a:lnTo>
                    <a:pt x="992677" y="106084"/>
                  </a:lnTo>
                  <a:lnTo>
                    <a:pt x="925636" y="67545"/>
                  </a:lnTo>
                  <a:lnTo>
                    <a:pt x="881967" y="50863"/>
                  </a:lnTo>
                  <a:lnTo>
                    <a:pt x="832353" y="36181"/>
                  </a:lnTo>
                  <a:lnTo>
                    <a:pt x="777409" y="23706"/>
                  </a:lnTo>
                  <a:lnTo>
                    <a:pt x="717750" y="13644"/>
                  </a:lnTo>
                  <a:lnTo>
                    <a:pt x="653991" y="6201"/>
                  </a:lnTo>
                  <a:lnTo>
                    <a:pt x="586748" y="1584"/>
                  </a:lnTo>
                  <a:lnTo>
                    <a:pt x="516636" y="0"/>
                  </a:lnTo>
                  <a:close/>
                </a:path>
              </a:pathLst>
            </a:custGeom>
            <a:solidFill>
              <a:srgbClr val="C3CFD0"/>
            </a:solidFill>
          </p:spPr>
          <p:txBody>
            <a:bodyPr wrap="square" lIns="0" tIns="0" rIns="0" bIns="0" rtlCol="0"/>
            <a:lstStyle/>
            <a:p>
              <a:endParaRPr/>
            </a:p>
          </p:txBody>
        </p:sp>
        <p:sp>
          <p:nvSpPr>
            <p:cNvPr id="81" name="object 81"/>
            <p:cNvSpPr/>
            <p:nvPr/>
          </p:nvSpPr>
          <p:spPr>
            <a:xfrm>
              <a:off x="5343906" y="3204209"/>
              <a:ext cx="1033780" cy="347980"/>
            </a:xfrm>
            <a:custGeom>
              <a:avLst/>
              <a:gdLst/>
              <a:ahLst/>
              <a:cxnLst/>
              <a:rect l="l" t="t" r="r" b="b"/>
              <a:pathLst>
                <a:path w="1033779" h="347979">
                  <a:moveTo>
                    <a:pt x="0" y="173735"/>
                  </a:moveTo>
                  <a:lnTo>
                    <a:pt x="18452" y="127529"/>
                  </a:lnTo>
                  <a:lnTo>
                    <a:pt x="70527" y="86021"/>
                  </a:lnTo>
                  <a:lnTo>
                    <a:pt x="107635" y="67545"/>
                  </a:lnTo>
                  <a:lnTo>
                    <a:pt x="151304" y="50863"/>
                  </a:lnTo>
                  <a:lnTo>
                    <a:pt x="200918" y="36181"/>
                  </a:lnTo>
                  <a:lnTo>
                    <a:pt x="255862" y="23706"/>
                  </a:lnTo>
                  <a:lnTo>
                    <a:pt x="315521" y="13644"/>
                  </a:lnTo>
                  <a:lnTo>
                    <a:pt x="379280" y="6201"/>
                  </a:lnTo>
                  <a:lnTo>
                    <a:pt x="446523" y="1584"/>
                  </a:lnTo>
                  <a:lnTo>
                    <a:pt x="516636" y="0"/>
                  </a:lnTo>
                  <a:lnTo>
                    <a:pt x="586748" y="1584"/>
                  </a:lnTo>
                  <a:lnTo>
                    <a:pt x="653991" y="6201"/>
                  </a:lnTo>
                  <a:lnTo>
                    <a:pt x="717750" y="13644"/>
                  </a:lnTo>
                  <a:lnTo>
                    <a:pt x="777409" y="23706"/>
                  </a:lnTo>
                  <a:lnTo>
                    <a:pt x="832353" y="36181"/>
                  </a:lnTo>
                  <a:lnTo>
                    <a:pt x="881967" y="50863"/>
                  </a:lnTo>
                  <a:lnTo>
                    <a:pt x="925636" y="67545"/>
                  </a:lnTo>
                  <a:lnTo>
                    <a:pt x="962744" y="86021"/>
                  </a:lnTo>
                  <a:lnTo>
                    <a:pt x="1014819" y="127529"/>
                  </a:lnTo>
                  <a:lnTo>
                    <a:pt x="1033272" y="173735"/>
                  </a:lnTo>
                  <a:lnTo>
                    <a:pt x="1028556" y="197323"/>
                  </a:lnTo>
                  <a:lnTo>
                    <a:pt x="992677" y="241387"/>
                  </a:lnTo>
                  <a:lnTo>
                    <a:pt x="925636" y="279926"/>
                  </a:lnTo>
                  <a:lnTo>
                    <a:pt x="881967" y="296608"/>
                  </a:lnTo>
                  <a:lnTo>
                    <a:pt x="832353" y="311290"/>
                  </a:lnTo>
                  <a:lnTo>
                    <a:pt x="777409" y="323765"/>
                  </a:lnTo>
                  <a:lnTo>
                    <a:pt x="717750" y="333827"/>
                  </a:lnTo>
                  <a:lnTo>
                    <a:pt x="653991" y="341270"/>
                  </a:lnTo>
                  <a:lnTo>
                    <a:pt x="586748" y="345887"/>
                  </a:lnTo>
                  <a:lnTo>
                    <a:pt x="516636" y="347471"/>
                  </a:lnTo>
                  <a:lnTo>
                    <a:pt x="446523" y="345887"/>
                  </a:lnTo>
                  <a:lnTo>
                    <a:pt x="379280" y="341270"/>
                  </a:lnTo>
                  <a:lnTo>
                    <a:pt x="315521" y="333827"/>
                  </a:lnTo>
                  <a:lnTo>
                    <a:pt x="255862" y="323765"/>
                  </a:lnTo>
                  <a:lnTo>
                    <a:pt x="200918" y="311290"/>
                  </a:lnTo>
                  <a:lnTo>
                    <a:pt x="151304" y="296608"/>
                  </a:lnTo>
                  <a:lnTo>
                    <a:pt x="107635" y="279926"/>
                  </a:lnTo>
                  <a:lnTo>
                    <a:pt x="70527" y="261450"/>
                  </a:lnTo>
                  <a:lnTo>
                    <a:pt x="18452" y="219942"/>
                  </a:lnTo>
                  <a:lnTo>
                    <a:pt x="0" y="173735"/>
                  </a:lnTo>
                  <a:close/>
                </a:path>
              </a:pathLst>
            </a:custGeom>
            <a:ln w="25908">
              <a:solidFill>
                <a:srgbClr val="C3CFD0"/>
              </a:solidFill>
            </a:ln>
          </p:spPr>
          <p:txBody>
            <a:bodyPr wrap="square" lIns="0" tIns="0" rIns="0" bIns="0" rtlCol="0"/>
            <a:lstStyle/>
            <a:p>
              <a:endParaRPr/>
            </a:p>
          </p:txBody>
        </p:sp>
      </p:grpSp>
      <p:sp>
        <p:nvSpPr>
          <p:cNvPr id="82" name="object 82"/>
          <p:cNvSpPr txBox="1"/>
          <p:nvPr/>
        </p:nvSpPr>
        <p:spPr>
          <a:xfrm>
            <a:off x="5362702" y="2932430"/>
            <a:ext cx="953135" cy="639445"/>
          </a:xfrm>
          <a:prstGeom prst="rect">
            <a:avLst/>
          </a:prstGeom>
        </p:spPr>
        <p:txBody>
          <a:bodyPr vert="horz" wrap="square" lIns="0" tIns="12700" rIns="0" bIns="0" rtlCol="0">
            <a:spAutoFit/>
          </a:bodyPr>
          <a:lstStyle/>
          <a:p>
            <a:pPr marL="12065" marR="5080" algn="ctr">
              <a:lnSpc>
                <a:spcPct val="117800"/>
              </a:lnSpc>
              <a:spcBef>
                <a:spcPts val="100"/>
              </a:spcBef>
            </a:pPr>
            <a:r>
              <a:rPr sz="1200" dirty="0">
                <a:solidFill>
                  <a:srgbClr val="5F5F5F"/>
                </a:solidFill>
                <a:latin typeface="Calibri"/>
                <a:cs typeface="Calibri"/>
              </a:rPr>
              <a:t>N</a:t>
            </a:r>
            <a:r>
              <a:rPr sz="1200" spc="-5" dirty="0">
                <a:solidFill>
                  <a:srgbClr val="5F5F5F"/>
                </a:solidFill>
                <a:latin typeface="Calibri"/>
                <a:cs typeface="Calibri"/>
              </a:rPr>
              <a:t>o</a:t>
            </a:r>
            <a:r>
              <a:rPr sz="1200" spc="5" dirty="0">
                <a:solidFill>
                  <a:srgbClr val="5F5F5F"/>
                </a:solidFill>
                <a:latin typeface="Calibri"/>
                <a:cs typeface="Calibri"/>
              </a:rPr>
              <a:t>d</a:t>
            </a:r>
            <a:r>
              <a:rPr sz="1200" dirty="0">
                <a:solidFill>
                  <a:srgbClr val="5F5F5F"/>
                </a:solidFill>
                <a:latin typeface="Calibri"/>
                <a:cs typeface="Calibri"/>
              </a:rPr>
              <a:t>e</a:t>
            </a:r>
            <a:r>
              <a:rPr sz="1200" spc="-5" dirty="0">
                <a:solidFill>
                  <a:srgbClr val="5F5F5F"/>
                </a:solidFill>
                <a:latin typeface="Calibri"/>
                <a:cs typeface="Calibri"/>
              </a:rPr>
              <a:t> </a:t>
            </a:r>
            <a:r>
              <a:rPr sz="1200" dirty="0">
                <a:solidFill>
                  <a:srgbClr val="5F5F5F"/>
                </a:solidFill>
                <a:latin typeface="Calibri"/>
                <a:cs typeface="Calibri"/>
              </a:rPr>
              <a:t>Ma</a:t>
            </a:r>
            <a:r>
              <a:rPr sz="1200" spc="5" dirty="0">
                <a:solidFill>
                  <a:srgbClr val="5F5F5F"/>
                </a:solidFill>
                <a:latin typeface="Calibri"/>
                <a:cs typeface="Calibri"/>
              </a:rPr>
              <a:t>n</a:t>
            </a:r>
            <a:r>
              <a:rPr sz="1200" dirty="0">
                <a:solidFill>
                  <a:srgbClr val="5F5F5F"/>
                </a:solidFill>
                <a:latin typeface="Calibri"/>
                <a:cs typeface="Calibri"/>
              </a:rPr>
              <a:t>a</a:t>
            </a:r>
            <a:r>
              <a:rPr sz="1200" spc="-15" dirty="0">
                <a:solidFill>
                  <a:srgbClr val="5F5F5F"/>
                </a:solidFill>
                <a:latin typeface="Calibri"/>
                <a:cs typeface="Calibri"/>
              </a:rPr>
              <a:t>g</a:t>
            </a:r>
            <a:r>
              <a:rPr sz="1200" dirty="0">
                <a:solidFill>
                  <a:srgbClr val="5F5F5F"/>
                </a:solidFill>
                <a:latin typeface="Calibri"/>
                <a:cs typeface="Calibri"/>
              </a:rPr>
              <a:t>er  App</a:t>
            </a:r>
            <a:endParaRPr sz="1200">
              <a:latin typeface="Calibri"/>
              <a:cs typeface="Calibri"/>
            </a:endParaRPr>
          </a:p>
          <a:p>
            <a:pPr marL="41275" algn="ctr">
              <a:lnSpc>
                <a:spcPct val="100000"/>
              </a:lnSpc>
            </a:pPr>
            <a:r>
              <a:rPr sz="1200" spc="-5" dirty="0">
                <a:solidFill>
                  <a:srgbClr val="5F5F5F"/>
                </a:solidFill>
                <a:latin typeface="Calibri"/>
                <a:cs typeface="Calibri"/>
              </a:rPr>
              <a:t>Master</a:t>
            </a:r>
            <a:r>
              <a:rPr sz="1200" spc="-55" dirty="0">
                <a:solidFill>
                  <a:srgbClr val="5F5F5F"/>
                </a:solidFill>
                <a:latin typeface="Calibri"/>
                <a:cs typeface="Calibri"/>
              </a:rPr>
              <a:t> </a:t>
            </a:r>
            <a:r>
              <a:rPr sz="1200" dirty="0">
                <a:solidFill>
                  <a:srgbClr val="5F5F5F"/>
                </a:solidFill>
                <a:latin typeface="Calibri"/>
                <a:cs typeface="Calibri"/>
              </a:rPr>
              <a:t>2</a:t>
            </a:r>
            <a:endParaRPr sz="1200">
              <a:latin typeface="Calibri"/>
              <a:cs typeface="Calibri"/>
            </a:endParaRPr>
          </a:p>
        </p:txBody>
      </p:sp>
      <p:grpSp>
        <p:nvGrpSpPr>
          <p:cNvPr id="83" name="object 83"/>
          <p:cNvGrpSpPr/>
          <p:nvPr/>
        </p:nvGrpSpPr>
        <p:grpSpPr>
          <a:xfrm>
            <a:off x="1004252" y="4120832"/>
            <a:ext cx="1057910" cy="374015"/>
            <a:chOff x="1004252" y="4120832"/>
            <a:chExt cx="1057910" cy="374015"/>
          </a:xfrm>
        </p:grpSpPr>
        <p:sp>
          <p:nvSpPr>
            <p:cNvPr id="84" name="object 84"/>
            <p:cNvSpPr/>
            <p:nvPr/>
          </p:nvSpPr>
          <p:spPr>
            <a:xfrm>
              <a:off x="1017269" y="4133850"/>
              <a:ext cx="1031875" cy="347980"/>
            </a:xfrm>
            <a:custGeom>
              <a:avLst/>
              <a:gdLst/>
              <a:ahLst/>
              <a:cxnLst/>
              <a:rect l="l" t="t" r="r" b="b"/>
              <a:pathLst>
                <a:path w="1031875" h="347979">
                  <a:moveTo>
                    <a:pt x="515874" y="0"/>
                  </a:moveTo>
                  <a:lnTo>
                    <a:pt x="445872" y="1586"/>
                  </a:lnTo>
                  <a:lnTo>
                    <a:pt x="378733" y="6206"/>
                  </a:lnTo>
                  <a:lnTo>
                    <a:pt x="315071" y="13653"/>
                  </a:lnTo>
                  <a:lnTo>
                    <a:pt x="255501" y="23720"/>
                  </a:lnTo>
                  <a:lnTo>
                    <a:pt x="200637" y="36201"/>
                  </a:lnTo>
                  <a:lnTo>
                    <a:pt x="151095" y="50887"/>
                  </a:lnTo>
                  <a:lnTo>
                    <a:pt x="107488" y="67572"/>
                  </a:lnTo>
                  <a:lnTo>
                    <a:pt x="70431" y="86049"/>
                  </a:lnTo>
                  <a:lnTo>
                    <a:pt x="18427" y="127551"/>
                  </a:lnTo>
                  <a:lnTo>
                    <a:pt x="0" y="173736"/>
                  </a:lnTo>
                  <a:lnTo>
                    <a:pt x="4709" y="197310"/>
                  </a:lnTo>
                  <a:lnTo>
                    <a:pt x="40539" y="241360"/>
                  </a:lnTo>
                  <a:lnTo>
                    <a:pt x="107488" y="279899"/>
                  </a:lnTo>
                  <a:lnTo>
                    <a:pt x="151095" y="296584"/>
                  </a:lnTo>
                  <a:lnTo>
                    <a:pt x="200637" y="311270"/>
                  </a:lnTo>
                  <a:lnTo>
                    <a:pt x="255501" y="323751"/>
                  </a:lnTo>
                  <a:lnTo>
                    <a:pt x="315071" y="333818"/>
                  </a:lnTo>
                  <a:lnTo>
                    <a:pt x="378733" y="341265"/>
                  </a:lnTo>
                  <a:lnTo>
                    <a:pt x="445872" y="345885"/>
                  </a:lnTo>
                  <a:lnTo>
                    <a:pt x="515874" y="347472"/>
                  </a:lnTo>
                  <a:lnTo>
                    <a:pt x="585864" y="345885"/>
                  </a:lnTo>
                  <a:lnTo>
                    <a:pt x="652996" y="341265"/>
                  </a:lnTo>
                  <a:lnTo>
                    <a:pt x="716655" y="333818"/>
                  </a:lnTo>
                  <a:lnTo>
                    <a:pt x="776224" y="323751"/>
                  </a:lnTo>
                  <a:lnTo>
                    <a:pt x="831088" y="311270"/>
                  </a:lnTo>
                  <a:lnTo>
                    <a:pt x="880633" y="296584"/>
                  </a:lnTo>
                  <a:lnTo>
                    <a:pt x="924244" y="279899"/>
                  </a:lnTo>
                  <a:lnTo>
                    <a:pt x="961305" y="261422"/>
                  </a:lnTo>
                  <a:lnTo>
                    <a:pt x="1013317" y="219920"/>
                  </a:lnTo>
                  <a:lnTo>
                    <a:pt x="1031748" y="173736"/>
                  </a:lnTo>
                  <a:lnTo>
                    <a:pt x="1027037" y="150161"/>
                  </a:lnTo>
                  <a:lnTo>
                    <a:pt x="991201" y="106111"/>
                  </a:lnTo>
                  <a:lnTo>
                    <a:pt x="924244" y="67572"/>
                  </a:lnTo>
                  <a:lnTo>
                    <a:pt x="880633" y="50887"/>
                  </a:lnTo>
                  <a:lnTo>
                    <a:pt x="831088" y="36201"/>
                  </a:lnTo>
                  <a:lnTo>
                    <a:pt x="776224" y="23720"/>
                  </a:lnTo>
                  <a:lnTo>
                    <a:pt x="716655" y="13653"/>
                  </a:lnTo>
                  <a:lnTo>
                    <a:pt x="652996" y="6206"/>
                  </a:lnTo>
                  <a:lnTo>
                    <a:pt x="585864" y="1586"/>
                  </a:lnTo>
                  <a:lnTo>
                    <a:pt x="515874" y="0"/>
                  </a:lnTo>
                  <a:close/>
                </a:path>
              </a:pathLst>
            </a:custGeom>
            <a:solidFill>
              <a:srgbClr val="C3CFD0"/>
            </a:solidFill>
          </p:spPr>
          <p:txBody>
            <a:bodyPr wrap="square" lIns="0" tIns="0" rIns="0" bIns="0" rtlCol="0"/>
            <a:lstStyle/>
            <a:p>
              <a:endParaRPr/>
            </a:p>
          </p:txBody>
        </p:sp>
        <p:sp>
          <p:nvSpPr>
            <p:cNvPr id="85" name="object 85"/>
            <p:cNvSpPr/>
            <p:nvPr/>
          </p:nvSpPr>
          <p:spPr>
            <a:xfrm>
              <a:off x="1017269" y="4133850"/>
              <a:ext cx="1031875" cy="347980"/>
            </a:xfrm>
            <a:custGeom>
              <a:avLst/>
              <a:gdLst/>
              <a:ahLst/>
              <a:cxnLst/>
              <a:rect l="l" t="t" r="r" b="b"/>
              <a:pathLst>
                <a:path w="1031875" h="347979">
                  <a:moveTo>
                    <a:pt x="0" y="173736"/>
                  </a:moveTo>
                  <a:lnTo>
                    <a:pt x="18427" y="127551"/>
                  </a:lnTo>
                  <a:lnTo>
                    <a:pt x="70431" y="86049"/>
                  </a:lnTo>
                  <a:lnTo>
                    <a:pt x="107488" y="67572"/>
                  </a:lnTo>
                  <a:lnTo>
                    <a:pt x="151095" y="50887"/>
                  </a:lnTo>
                  <a:lnTo>
                    <a:pt x="200637" y="36201"/>
                  </a:lnTo>
                  <a:lnTo>
                    <a:pt x="255501" y="23720"/>
                  </a:lnTo>
                  <a:lnTo>
                    <a:pt x="315071" y="13653"/>
                  </a:lnTo>
                  <a:lnTo>
                    <a:pt x="378733" y="6206"/>
                  </a:lnTo>
                  <a:lnTo>
                    <a:pt x="445872" y="1586"/>
                  </a:lnTo>
                  <a:lnTo>
                    <a:pt x="515874" y="0"/>
                  </a:lnTo>
                  <a:lnTo>
                    <a:pt x="585864" y="1586"/>
                  </a:lnTo>
                  <a:lnTo>
                    <a:pt x="652996" y="6206"/>
                  </a:lnTo>
                  <a:lnTo>
                    <a:pt x="716655" y="13653"/>
                  </a:lnTo>
                  <a:lnTo>
                    <a:pt x="776224" y="23720"/>
                  </a:lnTo>
                  <a:lnTo>
                    <a:pt x="831088" y="36201"/>
                  </a:lnTo>
                  <a:lnTo>
                    <a:pt x="880633" y="50887"/>
                  </a:lnTo>
                  <a:lnTo>
                    <a:pt x="924244" y="67572"/>
                  </a:lnTo>
                  <a:lnTo>
                    <a:pt x="961305" y="86049"/>
                  </a:lnTo>
                  <a:lnTo>
                    <a:pt x="1013317" y="127551"/>
                  </a:lnTo>
                  <a:lnTo>
                    <a:pt x="1031748" y="173736"/>
                  </a:lnTo>
                  <a:lnTo>
                    <a:pt x="1027037" y="197310"/>
                  </a:lnTo>
                  <a:lnTo>
                    <a:pt x="991201" y="241360"/>
                  </a:lnTo>
                  <a:lnTo>
                    <a:pt x="924244" y="279899"/>
                  </a:lnTo>
                  <a:lnTo>
                    <a:pt x="880633" y="296584"/>
                  </a:lnTo>
                  <a:lnTo>
                    <a:pt x="831088" y="311270"/>
                  </a:lnTo>
                  <a:lnTo>
                    <a:pt x="776224" y="323751"/>
                  </a:lnTo>
                  <a:lnTo>
                    <a:pt x="716655" y="333818"/>
                  </a:lnTo>
                  <a:lnTo>
                    <a:pt x="652996" y="341265"/>
                  </a:lnTo>
                  <a:lnTo>
                    <a:pt x="585864" y="345885"/>
                  </a:lnTo>
                  <a:lnTo>
                    <a:pt x="515874" y="347472"/>
                  </a:lnTo>
                  <a:lnTo>
                    <a:pt x="445872" y="345885"/>
                  </a:lnTo>
                  <a:lnTo>
                    <a:pt x="378733" y="341265"/>
                  </a:lnTo>
                  <a:lnTo>
                    <a:pt x="315071" y="333818"/>
                  </a:lnTo>
                  <a:lnTo>
                    <a:pt x="255501" y="323751"/>
                  </a:lnTo>
                  <a:lnTo>
                    <a:pt x="200637" y="311270"/>
                  </a:lnTo>
                  <a:lnTo>
                    <a:pt x="151095" y="296584"/>
                  </a:lnTo>
                  <a:lnTo>
                    <a:pt x="107488" y="279899"/>
                  </a:lnTo>
                  <a:lnTo>
                    <a:pt x="70431" y="261422"/>
                  </a:lnTo>
                  <a:lnTo>
                    <a:pt x="18427" y="219920"/>
                  </a:lnTo>
                  <a:lnTo>
                    <a:pt x="0" y="173736"/>
                  </a:lnTo>
                  <a:close/>
                </a:path>
              </a:pathLst>
            </a:custGeom>
            <a:ln w="25908">
              <a:solidFill>
                <a:srgbClr val="C3CFD0"/>
              </a:solidFill>
            </a:ln>
          </p:spPr>
          <p:txBody>
            <a:bodyPr wrap="square" lIns="0" tIns="0" rIns="0" bIns="0" rtlCol="0"/>
            <a:lstStyle/>
            <a:p>
              <a:endParaRPr/>
            </a:p>
          </p:txBody>
        </p:sp>
      </p:grpSp>
      <p:sp>
        <p:nvSpPr>
          <p:cNvPr id="86" name="object 86"/>
          <p:cNvSpPr txBox="1"/>
          <p:nvPr/>
        </p:nvSpPr>
        <p:spPr>
          <a:xfrm>
            <a:off x="1079398" y="3750055"/>
            <a:ext cx="953135" cy="752475"/>
          </a:xfrm>
          <a:prstGeom prst="rect">
            <a:avLst/>
          </a:prstGeom>
        </p:spPr>
        <p:txBody>
          <a:bodyPr vert="horz" wrap="square" lIns="0" tIns="12700" rIns="0" bIns="0" rtlCol="0">
            <a:spAutoFit/>
          </a:bodyPr>
          <a:lstStyle/>
          <a:p>
            <a:pPr marL="12065" marR="5080" algn="ctr">
              <a:lnSpc>
                <a:spcPct val="148700"/>
              </a:lnSpc>
              <a:spcBef>
                <a:spcPts val="100"/>
              </a:spcBef>
            </a:pPr>
            <a:r>
              <a:rPr sz="1200" dirty="0">
                <a:solidFill>
                  <a:srgbClr val="5F5F5F"/>
                </a:solidFill>
                <a:latin typeface="Calibri"/>
                <a:cs typeface="Calibri"/>
              </a:rPr>
              <a:t>Node</a:t>
            </a:r>
            <a:r>
              <a:rPr sz="1200" spc="-70" dirty="0">
                <a:solidFill>
                  <a:srgbClr val="5F5F5F"/>
                </a:solidFill>
                <a:latin typeface="Calibri"/>
                <a:cs typeface="Calibri"/>
              </a:rPr>
              <a:t> </a:t>
            </a:r>
            <a:r>
              <a:rPr sz="1200" spc="-5" dirty="0">
                <a:solidFill>
                  <a:srgbClr val="5F5F5F"/>
                </a:solidFill>
                <a:latin typeface="Calibri"/>
                <a:cs typeface="Calibri"/>
              </a:rPr>
              <a:t>Manager </a:t>
            </a:r>
            <a:r>
              <a:rPr sz="1200" spc="-254" dirty="0">
                <a:solidFill>
                  <a:srgbClr val="5F5F5F"/>
                </a:solidFill>
                <a:latin typeface="Calibri"/>
                <a:cs typeface="Calibri"/>
              </a:rPr>
              <a:t> </a:t>
            </a:r>
            <a:r>
              <a:rPr sz="1200" dirty="0">
                <a:solidFill>
                  <a:srgbClr val="5F5F5F"/>
                </a:solidFill>
                <a:latin typeface="Calibri"/>
                <a:cs typeface="Calibri"/>
              </a:rPr>
              <a:t>App</a:t>
            </a:r>
            <a:endParaRPr sz="1200">
              <a:latin typeface="Calibri"/>
              <a:cs typeface="Calibri"/>
            </a:endParaRPr>
          </a:p>
          <a:p>
            <a:pPr marR="41275" algn="ctr">
              <a:lnSpc>
                <a:spcPct val="100000"/>
              </a:lnSpc>
            </a:pPr>
            <a:r>
              <a:rPr sz="1200" spc="-5" dirty="0">
                <a:solidFill>
                  <a:srgbClr val="5F5F5F"/>
                </a:solidFill>
                <a:latin typeface="Calibri"/>
                <a:cs typeface="Calibri"/>
              </a:rPr>
              <a:t>Master</a:t>
            </a:r>
            <a:r>
              <a:rPr sz="1200" spc="-60" dirty="0">
                <a:solidFill>
                  <a:srgbClr val="5F5F5F"/>
                </a:solidFill>
                <a:latin typeface="Calibri"/>
                <a:cs typeface="Calibri"/>
              </a:rPr>
              <a:t> </a:t>
            </a:r>
            <a:r>
              <a:rPr sz="1200" dirty="0">
                <a:solidFill>
                  <a:srgbClr val="5F5F5F"/>
                </a:solidFill>
                <a:latin typeface="Calibri"/>
                <a:cs typeface="Calibri"/>
              </a:rPr>
              <a:t>1</a:t>
            </a:r>
            <a:endParaRPr sz="1200">
              <a:latin typeface="Calibri"/>
              <a:cs typeface="Calibri"/>
            </a:endParaRPr>
          </a:p>
        </p:txBody>
      </p:sp>
      <p:sp>
        <p:nvSpPr>
          <p:cNvPr id="87" name="object 87"/>
          <p:cNvSpPr/>
          <p:nvPr/>
        </p:nvSpPr>
        <p:spPr>
          <a:xfrm>
            <a:off x="2050542" y="2545079"/>
            <a:ext cx="5434965" cy="1737360"/>
          </a:xfrm>
          <a:custGeom>
            <a:avLst/>
            <a:gdLst/>
            <a:ahLst/>
            <a:cxnLst/>
            <a:rect l="l" t="t" r="r" b="b"/>
            <a:pathLst>
              <a:path w="5434965" h="1737360">
                <a:moveTo>
                  <a:pt x="1141476" y="0"/>
                </a:moveTo>
                <a:lnTo>
                  <a:pt x="1067689" y="42545"/>
                </a:lnTo>
                <a:lnTo>
                  <a:pt x="1094155" y="60071"/>
                </a:lnTo>
                <a:lnTo>
                  <a:pt x="26949" y="1672082"/>
                </a:lnTo>
                <a:lnTo>
                  <a:pt x="13335" y="1683842"/>
                </a:lnTo>
                <a:lnTo>
                  <a:pt x="16637" y="1687639"/>
                </a:lnTo>
                <a:lnTo>
                  <a:pt x="0" y="1712785"/>
                </a:lnTo>
                <a:lnTo>
                  <a:pt x="10668" y="1719795"/>
                </a:lnTo>
                <a:lnTo>
                  <a:pt x="36652" y="1680540"/>
                </a:lnTo>
                <a:lnTo>
                  <a:pt x="1087564" y="772439"/>
                </a:lnTo>
                <a:lnTo>
                  <a:pt x="1108329" y="796417"/>
                </a:lnTo>
                <a:lnTo>
                  <a:pt x="1125728" y="754507"/>
                </a:lnTo>
                <a:lnTo>
                  <a:pt x="1140968" y="717804"/>
                </a:lnTo>
                <a:lnTo>
                  <a:pt x="1058418" y="738759"/>
                </a:lnTo>
                <a:lnTo>
                  <a:pt x="1079195" y="762774"/>
                </a:lnTo>
                <a:lnTo>
                  <a:pt x="62712" y="1641182"/>
                </a:lnTo>
                <a:lnTo>
                  <a:pt x="1104696" y="67056"/>
                </a:lnTo>
                <a:lnTo>
                  <a:pt x="1131189" y="84582"/>
                </a:lnTo>
                <a:lnTo>
                  <a:pt x="1135456" y="49403"/>
                </a:lnTo>
                <a:lnTo>
                  <a:pt x="1141476" y="0"/>
                </a:lnTo>
                <a:close/>
              </a:path>
              <a:path w="5434965" h="1737360">
                <a:moveTo>
                  <a:pt x="3293364" y="836930"/>
                </a:moveTo>
                <a:lnTo>
                  <a:pt x="3292221" y="824230"/>
                </a:lnTo>
                <a:lnTo>
                  <a:pt x="2281212" y="919187"/>
                </a:lnTo>
                <a:lnTo>
                  <a:pt x="2278253" y="887603"/>
                </a:lnTo>
                <a:lnTo>
                  <a:pt x="2205990" y="932688"/>
                </a:lnTo>
                <a:lnTo>
                  <a:pt x="2285365" y="963422"/>
                </a:lnTo>
                <a:lnTo>
                  <a:pt x="2282507" y="933069"/>
                </a:lnTo>
                <a:lnTo>
                  <a:pt x="2282406" y="931887"/>
                </a:lnTo>
                <a:lnTo>
                  <a:pt x="3293364" y="836930"/>
                </a:lnTo>
                <a:close/>
              </a:path>
              <a:path w="5434965" h="1737360">
                <a:moveTo>
                  <a:pt x="5434457" y="1736839"/>
                </a:moveTo>
                <a:lnTo>
                  <a:pt x="5418836" y="1701012"/>
                </a:lnTo>
                <a:lnTo>
                  <a:pt x="5400421" y="1658747"/>
                </a:lnTo>
                <a:lnTo>
                  <a:pt x="5380025" y="1683143"/>
                </a:lnTo>
                <a:lnTo>
                  <a:pt x="4341990" y="816254"/>
                </a:lnTo>
                <a:lnTo>
                  <a:pt x="5338940" y="51396"/>
                </a:lnTo>
                <a:lnTo>
                  <a:pt x="5358257" y="76581"/>
                </a:lnTo>
                <a:lnTo>
                  <a:pt x="5379110" y="33655"/>
                </a:lnTo>
                <a:lnTo>
                  <a:pt x="5395468" y="0"/>
                </a:lnTo>
                <a:lnTo>
                  <a:pt x="5311902" y="16129"/>
                </a:lnTo>
                <a:lnTo>
                  <a:pt x="5331218" y="41338"/>
                </a:lnTo>
                <a:lnTo>
                  <a:pt x="4332732" y="807339"/>
                </a:lnTo>
                <a:lnTo>
                  <a:pt x="4339514" y="816394"/>
                </a:lnTo>
                <a:lnTo>
                  <a:pt x="4332478" y="824738"/>
                </a:lnTo>
                <a:lnTo>
                  <a:pt x="5371884" y="1692884"/>
                </a:lnTo>
                <a:lnTo>
                  <a:pt x="5351526" y="1717243"/>
                </a:lnTo>
                <a:lnTo>
                  <a:pt x="5434457" y="1736839"/>
                </a:lnTo>
                <a:close/>
              </a:path>
            </a:pathLst>
          </a:custGeom>
          <a:solidFill>
            <a:srgbClr val="0D80B8"/>
          </a:solidFill>
        </p:spPr>
        <p:txBody>
          <a:bodyPr wrap="square" lIns="0" tIns="0" rIns="0" bIns="0" rtlCol="0"/>
          <a:lstStyle/>
          <a:p>
            <a:endParaRPr/>
          </a:p>
        </p:txBody>
      </p:sp>
      <p:sp>
        <p:nvSpPr>
          <p:cNvPr id="88" name="object 88"/>
          <p:cNvSpPr txBox="1"/>
          <p:nvPr/>
        </p:nvSpPr>
        <p:spPr>
          <a:xfrm>
            <a:off x="4244466" y="971550"/>
            <a:ext cx="64198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Scheduler</a:t>
            </a:r>
            <a:endParaRPr sz="1200">
              <a:latin typeface="Calibri"/>
              <a:cs typeface="Calibri"/>
            </a:endParaRPr>
          </a:p>
        </p:txBody>
      </p:sp>
      <p:sp>
        <p:nvSpPr>
          <p:cNvPr id="89" name="object 89"/>
          <p:cNvSpPr txBox="1"/>
          <p:nvPr/>
        </p:nvSpPr>
        <p:spPr>
          <a:xfrm>
            <a:off x="3878960" y="1269238"/>
            <a:ext cx="1376680" cy="391160"/>
          </a:xfrm>
          <a:prstGeom prst="rect">
            <a:avLst/>
          </a:prstGeom>
        </p:spPr>
        <p:txBody>
          <a:bodyPr vert="horz" wrap="square" lIns="0" tIns="12700" rIns="0" bIns="0" rtlCol="0">
            <a:spAutoFit/>
          </a:bodyPr>
          <a:lstStyle/>
          <a:p>
            <a:pPr marL="502920" marR="5080" indent="-490855">
              <a:lnSpc>
                <a:spcPct val="100000"/>
              </a:lnSpc>
              <a:spcBef>
                <a:spcPts val="100"/>
              </a:spcBef>
            </a:pPr>
            <a:r>
              <a:rPr sz="1200" spc="-5" dirty="0">
                <a:solidFill>
                  <a:srgbClr val="FFFFFF"/>
                </a:solidFill>
                <a:latin typeface="Calibri"/>
                <a:cs typeface="Calibri"/>
              </a:rPr>
              <a:t>Applications</a:t>
            </a:r>
            <a:r>
              <a:rPr sz="1200" spc="-55" dirty="0">
                <a:solidFill>
                  <a:srgbClr val="FFFFFF"/>
                </a:solidFill>
                <a:latin typeface="Calibri"/>
                <a:cs typeface="Calibri"/>
              </a:rPr>
              <a:t> </a:t>
            </a:r>
            <a:r>
              <a:rPr sz="1200" spc="-5" dirty="0">
                <a:solidFill>
                  <a:srgbClr val="FFFFFF"/>
                </a:solidFill>
                <a:latin typeface="Calibri"/>
                <a:cs typeface="Calibri"/>
              </a:rPr>
              <a:t>Manager </a:t>
            </a:r>
            <a:r>
              <a:rPr sz="1200" spc="-254" dirty="0">
                <a:solidFill>
                  <a:srgbClr val="FFFFFF"/>
                </a:solidFill>
                <a:latin typeface="Calibri"/>
                <a:cs typeface="Calibri"/>
              </a:rPr>
              <a:t> </a:t>
            </a:r>
            <a:r>
              <a:rPr sz="1200" dirty="0">
                <a:solidFill>
                  <a:srgbClr val="FFFFFF"/>
                </a:solidFill>
                <a:latin typeface="Calibri"/>
                <a:cs typeface="Calibri"/>
              </a:rPr>
              <a:t>(AsM)</a:t>
            </a:r>
            <a:endParaRPr sz="1200">
              <a:latin typeface="Calibri"/>
              <a:cs typeface="Calibri"/>
            </a:endParaRPr>
          </a:p>
        </p:txBody>
      </p:sp>
      <p:sp>
        <p:nvSpPr>
          <p:cNvPr id="90" name="object 90"/>
          <p:cNvSpPr/>
          <p:nvPr/>
        </p:nvSpPr>
        <p:spPr>
          <a:xfrm>
            <a:off x="3739896" y="1272539"/>
            <a:ext cx="1664970" cy="0"/>
          </a:xfrm>
          <a:custGeom>
            <a:avLst/>
            <a:gdLst/>
            <a:ahLst/>
            <a:cxnLst/>
            <a:rect l="l" t="t" r="r" b="b"/>
            <a:pathLst>
              <a:path w="1664970">
                <a:moveTo>
                  <a:pt x="0" y="0"/>
                </a:moveTo>
                <a:lnTo>
                  <a:pt x="1664462" y="0"/>
                </a:lnTo>
              </a:path>
            </a:pathLst>
          </a:custGeom>
          <a:ln w="6096">
            <a:solidFill>
              <a:srgbClr val="FFFFFF"/>
            </a:solidFill>
          </a:ln>
        </p:spPr>
        <p:txBody>
          <a:bodyPr wrap="square" lIns="0" tIns="0" rIns="0" bIns="0" rtlCol="0"/>
          <a:lstStyle/>
          <a:p>
            <a:endParaRPr/>
          </a:p>
        </p:txBody>
      </p:sp>
      <p:sp>
        <p:nvSpPr>
          <p:cNvPr id="91" name="object 91"/>
          <p:cNvSpPr txBox="1"/>
          <p:nvPr/>
        </p:nvSpPr>
        <p:spPr>
          <a:xfrm>
            <a:off x="3083432" y="1044544"/>
            <a:ext cx="582930" cy="432434"/>
          </a:xfrm>
          <a:prstGeom prst="rect">
            <a:avLst/>
          </a:prstGeom>
        </p:spPr>
        <p:txBody>
          <a:bodyPr vert="horz" wrap="square" lIns="0" tIns="33020" rIns="0" bIns="0" rtlCol="0">
            <a:spAutoFit/>
          </a:bodyPr>
          <a:lstStyle/>
          <a:p>
            <a:pPr marL="12700">
              <a:lnSpc>
                <a:spcPct val="100000"/>
              </a:lnSpc>
              <a:spcBef>
                <a:spcPts val="260"/>
              </a:spcBef>
            </a:pPr>
            <a:r>
              <a:rPr sz="1200" spc="-20" dirty="0">
                <a:solidFill>
                  <a:srgbClr val="006FC0"/>
                </a:solidFill>
                <a:latin typeface="Calibri"/>
                <a:cs typeface="Calibri"/>
              </a:rPr>
              <a:t>Resource</a:t>
            </a:r>
            <a:endParaRPr sz="1200">
              <a:latin typeface="Calibri"/>
              <a:cs typeface="Calibri"/>
            </a:endParaRPr>
          </a:p>
          <a:p>
            <a:pPr marL="17145">
              <a:lnSpc>
                <a:spcPct val="100000"/>
              </a:lnSpc>
              <a:spcBef>
                <a:spcPts val="160"/>
              </a:spcBef>
            </a:pPr>
            <a:r>
              <a:rPr sz="1200" spc="-15" dirty="0">
                <a:solidFill>
                  <a:srgbClr val="006FC0"/>
                </a:solidFill>
                <a:latin typeface="Calibri"/>
                <a:cs typeface="Calibri"/>
              </a:rPr>
              <a:t>Manager</a:t>
            </a:r>
            <a:endParaRPr sz="1200">
              <a:latin typeface="Calibri"/>
              <a:cs typeface="Calibri"/>
            </a:endParaRPr>
          </a:p>
        </p:txBody>
      </p:sp>
      <p:sp>
        <p:nvSpPr>
          <p:cNvPr id="93" name="object 9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92" name="object 92"/>
          <p:cNvSpPr txBox="1">
            <a:spLocks noGrp="1"/>
          </p:cNvSpPr>
          <p:nvPr>
            <p:ph type="title"/>
          </p:nvPr>
        </p:nvSpPr>
        <p:spPr>
          <a:xfrm>
            <a:off x="471017" y="324053"/>
            <a:ext cx="4348480" cy="452120"/>
          </a:xfrm>
          <a:prstGeom prst="rect">
            <a:avLst/>
          </a:prstGeom>
        </p:spPr>
        <p:txBody>
          <a:bodyPr vert="horz" wrap="square" lIns="0" tIns="12065" rIns="0" bIns="0" rtlCol="0">
            <a:spAutoFit/>
          </a:bodyPr>
          <a:lstStyle/>
          <a:p>
            <a:pPr marL="12700">
              <a:lnSpc>
                <a:spcPct val="100000"/>
              </a:lnSpc>
              <a:spcBef>
                <a:spcPts val="95"/>
              </a:spcBef>
            </a:pPr>
            <a:r>
              <a:rPr spc="-5" dirty="0">
                <a:solidFill>
                  <a:srgbClr val="095A82"/>
                </a:solidFill>
              </a:rPr>
              <a:t>Hadoop</a:t>
            </a:r>
            <a:r>
              <a:rPr spc="-10" dirty="0">
                <a:solidFill>
                  <a:srgbClr val="095A82"/>
                </a:solidFill>
              </a:rPr>
              <a:t> </a:t>
            </a:r>
            <a:r>
              <a:rPr spc="-5" dirty="0">
                <a:solidFill>
                  <a:srgbClr val="095A82"/>
                </a:solidFill>
              </a:rPr>
              <a:t>2.x</a:t>
            </a:r>
            <a:r>
              <a:rPr dirty="0">
                <a:solidFill>
                  <a:srgbClr val="095A82"/>
                </a:solidFill>
              </a:rPr>
              <a:t> </a:t>
            </a:r>
            <a:r>
              <a:rPr spc="-5" dirty="0">
                <a:solidFill>
                  <a:srgbClr val="095A82"/>
                </a:solidFill>
              </a:rPr>
              <a:t>: YARN</a:t>
            </a:r>
            <a:r>
              <a:rPr spc="5" dirty="0">
                <a:solidFill>
                  <a:srgbClr val="095A82"/>
                </a:solidFill>
              </a:rPr>
              <a:t> </a:t>
            </a:r>
            <a:r>
              <a:rPr spc="-10" dirty="0">
                <a:solidFill>
                  <a:srgbClr val="095A82"/>
                </a:solidFill>
              </a:rPr>
              <a:t>Workflow</a:t>
            </a:r>
          </a:p>
        </p:txBody>
      </p:sp>
      <p:sp>
        <p:nvSpPr>
          <p:cNvPr id="94" name="object 3">
            <a:extLst>
              <a:ext uri="{FF2B5EF4-FFF2-40B4-BE49-F238E27FC236}">
                <a16:creationId xmlns:a16="http://schemas.microsoft.com/office/drawing/2014/main" id="{508678AF-C2C3-BECC-5761-FE62A53782EB}"/>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95" name="Rectangle 94">
            <a:extLst>
              <a:ext uri="{FF2B5EF4-FFF2-40B4-BE49-F238E27FC236}">
                <a16:creationId xmlns:a16="http://schemas.microsoft.com/office/drawing/2014/main" id="{5CDFF643-D482-3FAF-B58C-480040F51991}"/>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393337529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grpSp>
        <p:nvGrpSpPr>
          <p:cNvPr id="3" name="object 3"/>
          <p:cNvGrpSpPr/>
          <p:nvPr/>
        </p:nvGrpSpPr>
        <p:grpSpPr>
          <a:xfrm>
            <a:off x="1914103" y="3214009"/>
            <a:ext cx="1684655" cy="570230"/>
            <a:chOff x="1914103" y="3214009"/>
            <a:chExt cx="1684655" cy="570230"/>
          </a:xfrm>
        </p:grpSpPr>
        <p:pic>
          <p:nvPicPr>
            <p:cNvPr id="4" name="object 4"/>
            <p:cNvPicPr/>
            <p:nvPr/>
          </p:nvPicPr>
          <p:blipFill>
            <a:blip r:embed="rId2" cstate="print"/>
            <a:stretch>
              <a:fillRect/>
            </a:stretch>
          </p:blipFill>
          <p:spPr>
            <a:xfrm>
              <a:off x="1914103" y="3214009"/>
              <a:ext cx="1684101" cy="570175"/>
            </a:xfrm>
            <a:prstGeom prst="rect">
              <a:avLst/>
            </a:prstGeom>
          </p:spPr>
        </p:pic>
        <p:pic>
          <p:nvPicPr>
            <p:cNvPr id="5" name="object 5"/>
            <p:cNvPicPr/>
            <p:nvPr/>
          </p:nvPicPr>
          <p:blipFill>
            <a:blip r:embed="rId3" cstate="print"/>
            <a:stretch>
              <a:fillRect/>
            </a:stretch>
          </p:blipFill>
          <p:spPr>
            <a:xfrm>
              <a:off x="2290572" y="3322358"/>
              <a:ext cx="929627" cy="400773"/>
            </a:xfrm>
            <a:prstGeom prst="rect">
              <a:avLst/>
            </a:prstGeom>
          </p:spPr>
        </p:pic>
        <p:sp>
          <p:nvSpPr>
            <p:cNvPr id="6" name="object 6"/>
            <p:cNvSpPr/>
            <p:nvPr/>
          </p:nvSpPr>
          <p:spPr>
            <a:xfrm>
              <a:off x="1947672" y="3227831"/>
              <a:ext cx="1621790" cy="508000"/>
            </a:xfrm>
            <a:custGeom>
              <a:avLst/>
              <a:gdLst/>
              <a:ahLst/>
              <a:cxnLst/>
              <a:rect l="l" t="t" r="r" b="b"/>
              <a:pathLst>
                <a:path w="1621789" h="508000">
                  <a:moveTo>
                    <a:pt x="1536953" y="0"/>
                  </a:moveTo>
                  <a:lnTo>
                    <a:pt x="84581" y="0"/>
                  </a:lnTo>
                  <a:lnTo>
                    <a:pt x="51649" y="6643"/>
                  </a:lnTo>
                  <a:lnTo>
                    <a:pt x="24764" y="24764"/>
                  </a:lnTo>
                  <a:lnTo>
                    <a:pt x="6643" y="51649"/>
                  </a:lnTo>
                  <a:lnTo>
                    <a:pt x="0" y="84581"/>
                  </a:lnTo>
                  <a:lnTo>
                    <a:pt x="0" y="422909"/>
                  </a:lnTo>
                  <a:lnTo>
                    <a:pt x="6643" y="455842"/>
                  </a:lnTo>
                  <a:lnTo>
                    <a:pt x="24764" y="482727"/>
                  </a:lnTo>
                  <a:lnTo>
                    <a:pt x="51649" y="500848"/>
                  </a:lnTo>
                  <a:lnTo>
                    <a:pt x="84581" y="507492"/>
                  </a:lnTo>
                  <a:lnTo>
                    <a:pt x="1536953" y="507492"/>
                  </a:lnTo>
                  <a:lnTo>
                    <a:pt x="1569886" y="500848"/>
                  </a:lnTo>
                  <a:lnTo>
                    <a:pt x="1596771" y="482727"/>
                  </a:lnTo>
                  <a:lnTo>
                    <a:pt x="1614892" y="455842"/>
                  </a:lnTo>
                  <a:lnTo>
                    <a:pt x="1621536" y="422909"/>
                  </a:lnTo>
                  <a:lnTo>
                    <a:pt x="1621536" y="84581"/>
                  </a:lnTo>
                  <a:lnTo>
                    <a:pt x="1614892" y="51649"/>
                  </a:lnTo>
                  <a:lnTo>
                    <a:pt x="1596770" y="24764"/>
                  </a:lnTo>
                  <a:lnTo>
                    <a:pt x="1569886" y="6643"/>
                  </a:lnTo>
                  <a:lnTo>
                    <a:pt x="1536953" y="0"/>
                  </a:lnTo>
                  <a:close/>
                </a:path>
              </a:pathLst>
            </a:custGeom>
            <a:solidFill>
              <a:srgbClr val="095A82"/>
            </a:solidFill>
          </p:spPr>
          <p:txBody>
            <a:bodyPr wrap="square" lIns="0" tIns="0" rIns="0" bIns="0" rtlCol="0"/>
            <a:lstStyle/>
            <a:p>
              <a:endParaRPr/>
            </a:p>
          </p:txBody>
        </p:sp>
      </p:grpSp>
      <p:sp>
        <p:nvSpPr>
          <p:cNvPr id="7" name="object 7"/>
          <p:cNvSpPr txBox="1"/>
          <p:nvPr/>
        </p:nvSpPr>
        <p:spPr>
          <a:xfrm>
            <a:off x="2411983" y="3369055"/>
            <a:ext cx="69151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Co</a:t>
            </a:r>
            <a:r>
              <a:rPr sz="1200" dirty="0">
                <a:solidFill>
                  <a:srgbClr val="FFFFFF"/>
                </a:solidFill>
                <a:latin typeface="Calibri"/>
                <a:cs typeface="Calibri"/>
              </a:rPr>
              <a:t>mbi</a:t>
            </a:r>
            <a:r>
              <a:rPr sz="1200" spc="5" dirty="0">
                <a:solidFill>
                  <a:srgbClr val="FFFFFF"/>
                </a:solidFill>
                <a:latin typeface="Calibri"/>
                <a:cs typeface="Calibri"/>
              </a:rPr>
              <a:t>n</a:t>
            </a:r>
            <a:r>
              <a:rPr sz="1200" dirty="0">
                <a:solidFill>
                  <a:srgbClr val="FFFFFF"/>
                </a:solidFill>
                <a:latin typeface="Calibri"/>
                <a:cs typeface="Calibri"/>
              </a:rPr>
              <a:t>e</a:t>
            </a:r>
            <a:r>
              <a:rPr sz="1200" spc="-20" dirty="0">
                <a:solidFill>
                  <a:srgbClr val="FFFFFF"/>
                </a:solidFill>
                <a:latin typeface="Calibri"/>
                <a:cs typeface="Calibri"/>
              </a:rPr>
              <a:t>r</a:t>
            </a:r>
            <a:r>
              <a:rPr sz="1200" dirty="0">
                <a:solidFill>
                  <a:srgbClr val="FFFFFF"/>
                </a:solidFill>
                <a:latin typeface="Calibri"/>
                <a:cs typeface="Calibri"/>
              </a:rPr>
              <a:t>s</a:t>
            </a:r>
            <a:endParaRPr sz="1200">
              <a:latin typeface="Calibri"/>
              <a:cs typeface="Calibri"/>
            </a:endParaRPr>
          </a:p>
        </p:txBody>
      </p:sp>
      <p:grpSp>
        <p:nvGrpSpPr>
          <p:cNvPr id="8" name="object 8"/>
          <p:cNvGrpSpPr/>
          <p:nvPr/>
        </p:nvGrpSpPr>
        <p:grpSpPr>
          <a:xfrm>
            <a:off x="5631139" y="3214009"/>
            <a:ext cx="1684655" cy="570230"/>
            <a:chOff x="5631139" y="3214009"/>
            <a:chExt cx="1684655" cy="570230"/>
          </a:xfrm>
        </p:grpSpPr>
        <p:pic>
          <p:nvPicPr>
            <p:cNvPr id="9" name="object 9"/>
            <p:cNvPicPr/>
            <p:nvPr/>
          </p:nvPicPr>
          <p:blipFill>
            <a:blip r:embed="rId2" cstate="print"/>
            <a:stretch>
              <a:fillRect/>
            </a:stretch>
          </p:blipFill>
          <p:spPr>
            <a:xfrm>
              <a:off x="5631139" y="3214009"/>
              <a:ext cx="1684101" cy="570175"/>
            </a:xfrm>
            <a:prstGeom prst="rect">
              <a:avLst/>
            </a:prstGeom>
          </p:spPr>
        </p:pic>
        <p:pic>
          <p:nvPicPr>
            <p:cNvPr id="10" name="object 10"/>
            <p:cNvPicPr/>
            <p:nvPr/>
          </p:nvPicPr>
          <p:blipFill>
            <a:blip r:embed="rId4" cstate="print"/>
            <a:stretch>
              <a:fillRect/>
            </a:stretch>
          </p:blipFill>
          <p:spPr>
            <a:xfrm>
              <a:off x="5978651" y="3322358"/>
              <a:ext cx="987577" cy="400773"/>
            </a:xfrm>
            <a:prstGeom prst="rect">
              <a:avLst/>
            </a:prstGeom>
          </p:spPr>
        </p:pic>
        <p:sp>
          <p:nvSpPr>
            <p:cNvPr id="11" name="object 11"/>
            <p:cNvSpPr/>
            <p:nvPr/>
          </p:nvSpPr>
          <p:spPr>
            <a:xfrm>
              <a:off x="5664707" y="3227831"/>
              <a:ext cx="1621790" cy="508000"/>
            </a:xfrm>
            <a:custGeom>
              <a:avLst/>
              <a:gdLst/>
              <a:ahLst/>
              <a:cxnLst/>
              <a:rect l="l" t="t" r="r" b="b"/>
              <a:pathLst>
                <a:path w="1621790" h="508000">
                  <a:moveTo>
                    <a:pt x="1536953" y="0"/>
                  </a:moveTo>
                  <a:lnTo>
                    <a:pt x="84581" y="0"/>
                  </a:lnTo>
                  <a:lnTo>
                    <a:pt x="51649" y="6643"/>
                  </a:lnTo>
                  <a:lnTo>
                    <a:pt x="24764" y="24764"/>
                  </a:lnTo>
                  <a:lnTo>
                    <a:pt x="6643" y="51649"/>
                  </a:lnTo>
                  <a:lnTo>
                    <a:pt x="0" y="84581"/>
                  </a:lnTo>
                  <a:lnTo>
                    <a:pt x="0" y="422909"/>
                  </a:lnTo>
                  <a:lnTo>
                    <a:pt x="6643" y="455842"/>
                  </a:lnTo>
                  <a:lnTo>
                    <a:pt x="24764" y="482727"/>
                  </a:lnTo>
                  <a:lnTo>
                    <a:pt x="51649" y="500848"/>
                  </a:lnTo>
                  <a:lnTo>
                    <a:pt x="84581" y="507492"/>
                  </a:lnTo>
                  <a:lnTo>
                    <a:pt x="1536953" y="507492"/>
                  </a:lnTo>
                  <a:lnTo>
                    <a:pt x="1569886" y="500848"/>
                  </a:lnTo>
                  <a:lnTo>
                    <a:pt x="1596770" y="482727"/>
                  </a:lnTo>
                  <a:lnTo>
                    <a:pt x="1614892" y="455842"/>
                  </a:lnTo>
                  <a:lnTo>
                    <a:pt x="1621536" y="422909"/>
                  </a:lnTo>
                  <a:lnTo>
                    <a:pt x="1621536" y="84581"/>
                  </a:lnTo>
                  <a:lnTo>
                    <a:pt x="1614892" y="51649"/>
                  </a:lnTo>
                  <a:lnTo>
                    <a:pt x="1596770" y="24764"/>
                  </a:lnTo>
                  <a:lnTo>
                    <a:pt x="1569886" y="6643"/>
                  </a:lnTo>
                  <a:lnTo>
                    <a:pt x="1536953" y="0"/>
                  </a:lnTo>
                  <a:close/>
                </a:path>
              </a:pathLst>
            </a:custGeom>
            <a:solidFill>
              <a:srgbClr val="095A82"/>
            </a:solidFill>
          </p:spPr>
          <p:txBody>
            <a:bodyPr wrap="square" lIns="0" tIns="0" rIns="0" bIns="0" rtlCol="0"/>
            <a:lstStyle/>
            <a:p>
              <a:endParaRPr/>
            </a:p>
          </p:txBody>
        </p:sp>
      </p:grpSp>
      <p:sp>
        <p:nvSpPr>
          <p:cNvPr id="12" name="object 12"/>
          <p:cNvSpPr txBox="1"/>
          <p:nvPr/>
        </p:nvSpPr>
        <p:spPr>
          <a:xfrm>
            <a:off x="6101588" y="3369055"/>
            <a:ext cx="749300"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Partitioners</a:t>
            </a:r>
            <a:endParaRPr sz="1200">
              <a:latin typeface="Calibri"/>
              <a:cs typeface="Calibri"/>
            </a:endParaRPr>
          </a:p>
        </p:txBody>
      </p:sp>
      <p:sp>
        <p:nvSpPr>
          <p:cNvPr id="13" name="object 13"/>
          <p:cNvSpPr txBox="1"/>
          <p:nvPr/>
        </p:nvSpPr>
        <p:spPr>
          <a:xfrm>
            <a:off x="1309116" y="3858767"/>
            <a:ext cx="3045460" cy="664845"/>
          </a:xfrm>
          <a:prstGeom prst="rect">
            <a:avLst/>
          </a:prstGeom>
          <a:solidFill>
            <a:srgbClr val="D9D9D9"/>
          </a:solidFill>
        </p:spPr>
        <p:txBody>
          <a:bodyPr vert="horz" wrap="square" lIns="0" tIns="6350" rIns="0" bIns="0" rtlCol="0">
            <a:spAutoFit/>
          </a:bodyPr>
          <a:lstStyle/>
          <a:p>
            <a:pPr>
              <a:lnSpc>
                <a:spcPct val="100000"/>
              </a:lnSpc>
              <a:spcBef>
                <a:spcPts val="50"/>
              </a:spcBef>
            </a:pPr>
            <a:endParaRPr sz="950">
              <a:latin typeface="Times New Roman"/>
              <a:cs typeface="Times New Roman"/>
            </a:endParaRPr>
          </a:p>
          <a:p>
            <a:pPr marR="11430" algn="ctr">
              <a:lnSpc>
                <a:spcPct val="100000"/>
              </a:lnSpc>
            </a:pPr>
            <a:r>
              <a:rPr sz="1200" spc="-5" dirty="0">
                <a:solidFill>
                  <a:srgbClr val="252525"/>
                </a:solidFill>
                <a:latin typeface="Calibri"/>
                <a:cs typeface="Calibri"/>
              </a:rPr>
              <a:t>Combiners</a:t>
            </a:r>
            <a:r>
              <a:rPr sz="1200" spc="-25" dirty="0">
                <a:solidFill>
                  <a:srgbClr val="252525"/>
                </a:solidFill>
                <a:latin typeface="Calibri"/>
                <a:cs typeface="Calibri"/>
              </a:rPr>
              <a:t> </a:t>
            </a:r>
            <a:r>
              <a:rPr sz="1200" spc="-10" dirty="0">
                <a:solidFill>
                  <a:srgbClr val="252525"/>
                </a:solidFill>
                <a:latin typeface="Calibri"/>
                <a:cs typeface="Calibri"/>
              </a:rPr>
              <a:t>can</a:t>
            </a:r>
            <a:r>
              <a:rPr sz="1200" spc="-15" dirty="0">
                <a:solidFill>
                  <a:srgbClr val="252525"/>
                </a:solidFill>
                <a:latin typeface="Calibri"/>
                <a:cs typeface="Calibri"/>
              </a:rPr>
              <a:t> </a:t>
            </a:r>
            <a:r>
              <a:rPr sz="1200" dirty="0">
                <a:solidFill>
                  <a:srgbClr val="252525"/>
                </a:solidFill>
                <a:latin typeface="Calibri"/>
                <a:cs typeface="Calibri"/>
              </a:rPr>
              <a:t>be</a:t>
            </a:r>
            <a:r>
              <a:rPr sz="1200" spc="-15" dirty="0">
                <a:solidFill>
                  <a:srgbClr val="252525"/>
                </a:solidFill>
                <a:latin typeface="Calibri"/>
                <a:cs typeface="Calibri"/>
              </a:rPr>
              <a:t> </a:t>
            </a:r>
            <a:r>
              <a:rPr sz="1200" spc="-5" dirty="0">
                <a:solidFill>
                  <a:srgbClr val="252525"/>
                </a:solidFill>
                <a:latin typeface="Calibri"/>
                <a:cs typeface="Calibri"/>
              </a:rPr>
              <a:t>viewed </a:t>
            </a:r>
            <a:r>
              <a:rPr sz="1200" dirty="0">
                <a:solidFill>
                  <a:srgbClr val="252525"/>
                </a:solidFill>
                <a:latin typeface="Calibri"/>
                <a:cs typeface="Calibri"/>
              </a:rPr>
              <a:t>as</a:t>
            </a:r>
            <a:endParaRPr sz="1200">
              <a:latin typeface="Calibri"/>
              <a:cs typeface="Calibri"/>
            </a:endParaRPr>
          </a:p>
          <a:p>
            <a:pPr marR="13970" algn="ctr">
              <a:lnSpc>
                <a:spcPct val="100000"/>
              </a:lnSpc>
              <a:spcBef>
                <a:spcPts val="5"/>
              </a:spcBef>
            </a:pPr>
            <a:r>
              <a:rPr sz="1200" spc="-5" dirty="0">
                <a:solidFill>
                  <a:srgbClr val="252525"/>
                </a:solidFill>
                <a:latin typeface="Calibri"/>
                <a:cs typeface="Calibri"/>
              </a:rPr>
              <a:t>‘mini-reducers’</a:t>
            </a:r>
            <a:r>
              <a:rPr sz="1200" spc="-50" dirty="0">
                <a:solidFill>
                  <a:srgbClr val="252525"/>
                </a:solidFill>
                <a:latin typeface="Calibri"/>
                <a:cs typeface="Calibri"/>
              </a:rPr>
              <a:t> </a:t>
            </a:r>
            <a:r>
              <a:rPr sz="1200" dirty="0">
                <a:solidFill>
                  <a:srgbClr val="252525"/>
                </a:solidFill>
                <a:latin typeface="Calibri"/>
                <a:cs typeface="Calibri"/>
              </a:rPr>
              <a:t>in</a:t>
            </a:r>
            <a:r>
              <a:rPr sz="1200" spc="-15" dirty="0">
                <a:solidFill>
                  <a:srgbClr val="252525"/>
                </a:solidFill>
                <a:latin typeface="Calibri"/>
                <a:cs typeface="Calibri"/>
              </a:rPr>
              <a:t> </a:t>
            </a:r>
            <a:r>
              <a:rPr sz="1200" dirty="0">
                <a:solidFill>
                  <a:srgbClr val="252525"/>
                </a:solidFill>
                <a:latin typeface="Calibri"/>
                <a:cs typeface="Calibri"/>
              </a:rPr>
              <a:t>the</a:t>
            </a:r>
            <a:r>
              <a:rPr sz="1200" spc="-20" dirty="0">
                <a:solidFill>
                  <a:srgbClr val="252525"/>
                </a:solidFill>
                <a:latin typeface="Calibri"/>
                <a:cs typeface="Calibri"/>
              </a:rPr>
              <a:t> </a:t>
            </a:r>
            <a:r>
              <a:rPr sz="1200" dirty="0">
                <a:solidFill>
                  <a:srgbClr val="252525"/>
                </a:solidFill>
                <a:latin typeface="Calibri"/>
                <a:cs typeface="Calibri"/>
              </a:rPr>
              <a:t>Map</a:t>
            </a:r>
            <a:r>
              <a:rPr sz="1200" spc="-30" dirty="0">
                <a:solidFill>
                  <a:srgbClr val="252525"/>
                </a:solidFill>
                <a:latin typeface="Calibri"/>
                <a:cs typeface="Calibri"/>
              </a:rPr>
              <a:t> </a:t>
            </a:r>
            <a:r>
              <a:rPr sz="1200" dirty="0">
                <a:solidFill>
                  <a:srgbClr val="252525"/>
                </a:solidFill>
                <a:latin typeface="Calibri"/>
                <a:cs typeface="Calibri"/>
              </a:rPr>
              <a:t>phase.</a:t>
            </a:r>
            <a:endParaRPr sz="1200">
              <a:latin typeface="Calibri"/>
              <a:cs typeface="Calibri"/>
            </a:endParaRPr>
          </a:p>
        </p:txBody>
      </p:sp>
      <p:sp>
        <p:nvSpPr>
          <p:cNvPr id="14" name="object 14"/>
          <p:cNvSpPr txBox="1"/>
          <p:nvPr/>
        </p:nvSpPr>
        <p:spPr>
          <a:xfrm>
            <a:off x="1498091" y="972311"/>
            <a:ext cx="6239510" cy="664845"/>
          </a:xfrm>
          <a:prstGeom prst="rect">
            <a:avLst/>
          </a:prstGeom>
          <a:solidFill>
            <a:srgbClr val="D9D9D9"/>
          </a:solidFill>
        </p:spPr>
        <p:txBody>
          <a:bodyPr vert="horz" wrap="square" lIns="0" tIns="100330" rIns="0" bIns="0" rtlCol="0">
            <a:spAutoFit/>
          </a:bodyPr>
          <a:lstStyle/>
          <a:p>
            <a:pPr marL="2411730" marR="547370" indent="-1856739">
              <a:lnSpc>
                <a:spcPct val="100000"/>
              </a:lnSpc>
              <a:spcBef>
                <a:spcPts val="790"/>
              </a:spcBef>
            </a:pPr>
            <a:r>
              <a:rPr sz="1200" spc="-5" dirty="0">
                <a:solidFill>
                  <a:srgbClr val="252525"/>
                </a:solidFill>
                <a:latin typeface="Calibri"/>
                <a:cs typeface="Calibri"/>
              </a:rPr>
              <a:t>Complete</a:t>
            </a:r>
            <a:r>
              <a:rPr sz="1200" spc="-10" dirty="0">
                <a:solidFill>
                  <a:srgbClr val="252525"/>
                </a:solidFill>
                <a:latin typeface="Calibri"/>
                <a:cs typeface="Calibri"/>
              </a:rPr>
              <a:t> </a:t>
            </a:r>
            <a:r>
              <a:rPr sz="1200" dirty="0">
                <a:solidFill>
                  <a:srgbClr val="252525"/>
                </a:solidFill>
                <a:latin typeface="Calibri"/>
                <a:cs typeface="Calibri"/>
              </a:rPr>
              <a:t>view</a:t>
            </a:r>
            <a:r>
              <a:rPr sz="1200" spc="-10" dirty="0">
                <a:solidFill>
                  <a:srgbClr val="252525"/>
                </a:solidFill>
                <a:latin typeface="Calibri"/>
                <a:cs typeface="Calibri"/>
              </a:rPr>
              <a:t> </a:t>
            </a:r>
            <a:r>
              <a:rPr sz="1200" spc="-5" dirty="0">
                <a:solidFill>
                  <a:srgbClr val="252525"/>
                </a:solidFill>
                <a:latin typeface="Calibri"/>
                <a:cs typeface="Calibri"/>
              </a:rPr>
              <a:t>of MapReduce,</a:t>
            </a:r>
            <a:r>
              <a:rPr sz="1200" spc="-20" dirty="0">
                <a:solidFill>
                  <a:srgbClr val="252525"/>
                </a:solidFill>
                <a:latin typeface="Calibri"/>
                <a:cs typeface="Calibri"/>
              </a:rPr>
              <a:t> </a:t>
            </a:r>
            <a:r>
              <a:rPr sz="1200" spc="-5" dirty="0">
                <a:solidFill>
                  <a:srgbClr val="252525"/>
                </a:solidFill>
                <a:latin typeface="Calibri"/>
                <a:cs typeface="Calibri"/>
              </a:rPr>
              <a:t>illustrating</a:t>
            </a:r>
            <a:r>
              <a:rPr sz="1200" spc="-40" dirty="0">
                <a:solidFill>
                  <a:srgbClr val="252525"/>
                </a:solidFill>
                <a:latin typeface="Calibri"/>
                <a:cs typeface="Calibri"/>
              </a:rPr>
              <a:t> </a:t>
            </a:r>
            <a:r>
              <a:rPr sz="1200" spc="-5" dirty="0">
                <a:solidFill>
                  <a:srgbClr val="252525"/>
                </a:solidFill>
                <a:latin typeface="Calibri"/>
                <a:cs typeface="Calibri"/>
              </a:rPr>
              <a:t>combiners </a:t>
            </a:r>
            <a:r>
              <a:rPr sz="1200" dirty="0">
                <a:solidFill>
                  <a:srgbClr val="252525"/>
                </a:solidFill>
                <a:latin typeface="Calibri"/>
                <a:cs typeface="Calibri"/>
              </a:rPr>
              <a:t>and partitioner</a:t>
            </a:r>
            <a:r>
              <a:rPr sz="1200" spc="-45" dirty="0">
                <a:solidFill>
                  <a:srgbClr val="252525"/>
                </a:solidFill>
                <a:latin typeface="Calibri"/>
                <a:cs typeface="Calibri"/>
              </a:rPr>
              <a:t> </a:t>
            </a:r>
            <a:r>
              <a:rPr sz="1200" dirty="0">
                <a:solidFill>
                  <a:srgbClr val="252525"/>
                </a:solidFill>
                <a:latin typeface="Calibri"/>
                <a:cs typeface="Calibri"/>
              </a:rPr>
              <a:t>in</a:t>
            </a:r>
            <a:r>
              <a:rPr sz="1200" spc="265" dirty="0">
                <a:solidFill>
                  <a:srgbClr val="252525"/>
                </a:solidFill>
                <a:latin typeface="Calibri"/>
                <a:cs typeface="Calibri"/>
              </a:rPr>
              <a:t> </a:t>
            </a:r>
            <a:r>
              <a:rPr sz="1200" dirty="0">
                <a:solidFill>
                  <a:srgbClr val="252525"/>
                </a:solidFill>
                <a:latin typeface="Calibri"/>
                <a:cs typeface="Calibri"/>
              </a:rPr>
              <a:t>addition</a:t>
            </a:r>
            <a:r>
              <a:rPr sz="1200" spc="-40" dirty="0">
                <a:solidFill>
                  <a:srgbClr val="252525"/>
                </a:solidFill>
                <a:latin typeface="Calibri"/>
                <a:cs typeface="Calibri"/>
              </a:rPr>
              <a:t> </a:t>
            </a:r>
            <a:r>
              <a:rPr sz="1200" spc="-5" dirty="0">
                <a:solidFill>
                  <a:srgbClr val="252525"/>
                </a:solidFill>
                <a:latin typeface="Calibri"/>
                <a:cs typeface="Calibri"/>
              </a:rPr>
              <a:t>to </a:t>
            </a:r>
            <a:r>
              <a:rPr sz="1200" spc="-254" dirty="0">
                <a:solidFill>
                  <a:srgbClr val="252525"/>
                </a:solidFill>
                <a:latin typeface="Calibri"/>
                <a:cs typeface="Calibri"/>
              </a:rPr>
              <a:t> </a:t>
            </a:r>
            <a:r>
              <a:rPr sz="1200" spc="-5" dirty="0">
                <a:solidFill>
                  <a:srgbClr val="252525"/>
                </a:solidFill>
                <a:latin typeface="Calibri"/>
                <a:cs typeface="Calibri"/>
              </a:rPr>
              <a:t>Mappers</a:t>
            </a:r>
            <a:r>
              <a:rPr sz="1200" spc="-30" dirty="0">
                <a:solidFill>
                  <a:srgbClr val="252525"/>
                </a:solidFill>
                <a:latin typeface="Calibri"/>
                <a:cs typeface="Calibri"/>
              </a:rPr>
              <a:t> </a:t>
            </a:r>
            <a:r>
              <a:rPr sz="1200" dirty="0">
                <a:solidFill>
                  <a:srgbClr val="252525"/>
                </a:solidFill>
                <a:latin typeface="Calibri"/>
                <a:cs typeface="Calibri"/>
              </a:rPr>
              <a:t>and</a:t>
            </a:r>
            <a:r>
              <a:rPr sz="1200" spc="-15" dirty="0">
                <a:solidFill>
                  <a:srgbClr val="252525"/>
                </a:solidFill>
                <a:latin typeface="Calibri"/>
                <a:cs typeface="Calibri"/>
              </a:rPr>
              <a:t> </a:t>
            </a:r>
            <a:r>
              <a:rPr sz="1200" spc="-10" dirty="0">
                <a:solidFill>
                  <a:srgbClr val="252525"/>
                </a:solidFill>
                <a:latin typeface="Calibri"/>
                <a:cs typeface="Calibri"/>
              </a:rPr>
              <a:t>Reducers</a:t>
            </a:r>
            <a:endParaRPr sz="1200">
              <a:latin typeface="Calibri"/>
              <a:cs typeface="Calibri"/>
            </a:endParaRPr>
          </a:p>
        </p:txBody>
      </p:sp>
      <p:grpSp>
        <p:nvGrpSpPr>
          <p:cNvPr id="15" name="object 15"/>
          <p:cNvGrpSpPr/>
          <p:nvPr/>
        </p:nvGrpSpPr>
        <p:grpSpPr>
          <a:xfrm>
            <a:off x="2758439" y="1860829"/>
            <a:ext cx="3716654" cy="1370965"/>
            <a:chOff x="2758439" y="1860829"/>
            <a:chExt cx="3716654" cy="1370965"/>
          </a:xfrm>
        </p:grpSpPr>
        <p:sp>
          <p:nvSpPr>
            <p:cNvPr id="16" name="object 16"/>
            <p:cNvSpPr/>
            <p:nvPr/>
          </p:nvSpPr>
          <p:spPr>
            <a:xfrm>
              <a:off x="2758440" y="2411221"/>
              <a:ext cx="3716654" cy="820419"/>
            </a:xfrm>
            <a:custGeom>
              <a:avLst/>
              <a:gdLst/>
              <a:ahLst/>
              <a:cxnLst/>
              <a:rect l="l" t="t" r="r" b="b"/>
              <a:pathLst>
                <a:path w="3716654" h="820419">
                  <a:moveTo>
                    <a:pt x="1776603" y="14605"/>
                  </a:moveTo>
                  <a:lnTo>
                    <a:pt x="1771396" y="3048"/>
                  </a:lnTo>
                  <a:lnTo>
                    <a:pt x="66700" y="779589"/>
                  </a:lnTo>
                  <a:lnTo>
                    <a:pt x="53594" y="750697"/>
                  </a:lnTo>
                  <a:lnTo>
                    <a:pt x="0" y="816864"/>
                  </a:lnTo>
                  <a:lnTo>
                    <a:pt x="85090" y="820039"/>
                  </a:lnTo>
                  <a:lnTo>
                    <a:pt x="74358" y="796417"/>
                  </a:lnTo>
                  <a:lnTo>
                    <a:pt x="71970" y="791171"/>
                  </a:lnTo>
                  <a:lnTo>
                    <a:pt x="1776603" y="14605"/>
                  </a:lnTo>
                  <a:close/>
                </a:path>
                <a:path w="3716654" h="820419">
                  <a:moveTo>
                    <a:pt x="3716655" y="815467"/>
                  </a:moveTo>
                  <a:lnTo>
                    <a:pt x="3700322" y="795909"/>
                  </a:lnTo>
                  <a:lnTo>
                    <a:pt x="3662045" y="750062"/>
                  </a:lnTo>
                  <a:lnTo>
                    <a:pt x="3649345" y="779145"/>
                  </a:lnTo>
                  <a:lnTo>
                    <a:pt x="1861820" y="0"/>
                  </a:lnTo>
                  <a:lnTo>
                    <a:pt x="1856740" y="11684"/>
                  </a:lnTo>
                  <a:lnTo>
                    <a:pt x="3644252" y="790816"/>
                  </a:lnTo>
                  <a:lnTo>
                    <a:pt x="3631565" y="819912"/>
                  </a:lnTo>
                  <a:lnTo>
                    <a:pt x="3716655" y="815467"/>
                  </a:lnTo>
                  <a:close/>
                </a:path>
              </a:pathLst>
            </a:custGeom>
            <a:solidFill>
              <a:srgbClr val="5F5F5F"/>
            </a:solidFill>
          </p:spPr>
          <p:txBody>
            <a:bodyPr wrap="square" lIns="0" tIns="0" rIns="0" bIns="0" rtlCol="0"/>
            <a:lstStyle/>
            <a:p>
              <a:endParaRPr/>
            </a:p>
          </p:txBody>
        </p:sp>
        <p:pic>
          <p:nvPicPr>
            <p:cNvPr id="17" name="object 17"/>
            <p:cNvPicPr/>
            <p:nvPr/>
          </p:nvPicPr>
          <p:blipFill>
            <a:blip r:embed="rId5" cstate="print"/>
            <a:stretch>
              <a:fillRect/>
            </a:stretch>
          </p:blipFill>
          <p:spPr>
            <a:xfrm>
              <a:off x="3666743" y="1860829"/>
              <a:ext cx="1805939" cy="656818"/>
            </a:xfrm>
            <a:prstGeom prst="rect">
              <a:avLst/>
            </a:prstGeom>
          </p:spPr>
        </p:pic>
        <p:pic>
          <p:nvPicPr>
            <p:cNvPr id="18" name="object 18"/>
            <p:cNvPicPr/>
            <p:nvPr/>
          </p:nvPicPr>
          <p:blipFill>
            <a:blip r:embed="rId6" cstate="print"/>
            <a:stretch>
              <a:fillRect/>
            </a:stretch>
          </p:blipFill>
          <p:spPr>
            <a:xfrm>
              <a:off x="4067555" y="2013242"/>
              <a:ext cx="1005865" cy="400773"/>
            </a:xfrm>
            <a:prstGeom prst="rect">
              <a:avLst/>
            </a:prstGeom>
          </p:spPr>
        </p:pic>
        <p:sp>
          <p:nvSpPr>
            <p:cNvPr id="19" name="object 19"/>
            <p:cNvSpPr/>
            <p:nvPr/>
          </p:nvSpPr>
          <p:spPr>
            <a:xfrm>
              <a:off x="3709415" y="1883664"/>
              <a:ext cx="1725295" cy="576580"/>
            </a:xfrm>
            <a:custGeom>
              <a:avLst/>
              <a:gdLst/>
              <a:ahLst/>
              <a:cxnLst/>
              <a:rect l="l" t="t" r="r" b="b"/>
              <a:pathLst>
                <a:path w="1725295" h="576580">
                  <a:moveTo>
                    <a:pt x="1629156" y="0"/>
                  </a:moveTo>
                  <a:lnTo>
                    <a:pt x="96012" y="0"/>
                  </a:lnTo>
                  <a:lnTo>
                    <a:pt x="58614" y="7536"/>
                  </a:lnTo>
                  <a:lnTo>
                    <a:pt x="28098" y="28098"/>
                  </a:lnTo>
                  <a:lnTo>
                    <a:pt x="7536" y="58614"/>
                  </a:lnTo>
                  <a:lnTo>
                    <a:pt x="0" y="96012"/>
                  </a:lnTo>
                  <a:lnTo>
                    <a:pt x="0" y="480060"/>
                  </a:lnTo>
                  <a:lnTo>
                    <a:pt x="7536" y="517457"/>
                  </a:lnTo>
                  <a:lnTo>
                    <a:pt x="28098" y="547973"/>
                  </a:lnTo>
                  <a:lnTo>
                    <a:pt x="58614" y="568535"/>
                  </a:lnTo>
                  <a:lnTo>
                    <a:pt x="96012" y="576072"/>
                  </a:lnTo>
                  <a:lnTo>
                    <a:pt x="1629156" y="576072"/>
                  </a:lnTo>
                  <a:lnTo>
                    <a:pt x="1666553" y="568535"/>
                  </a:lnTo>
                  <a:lnTo>
                    <a:pt x="1697069" y="547973"/>
                  </a:lnTo>
                  <a:lnTo>
                    <a:pt x="1717631" y="517457"/>
                  </a:lnTo>
                  <a:lnTo>
                    <a:pt x="1725168" y="480060"/>
                  </a:lnTo>
                  <a:lnTo>
                    <a:pt x="1725168" y="96012"/>
                  </a:lnTo>
                  <a:lnTo>
                    <a:pt x="1717631" y="58614"/>
                  </a:lnTo>
                  <a:lnTo>
                    <a:pt x="1697069" y="28098"/>
                  </a:lnTo>
                  <a:lnTo>
                    <a:pt x="1666553" y="7536"/>
                  </a:lnTo>
                  <a:lnTo>
                    <a:pt x="1629156" y="0"/>
                  </a:lnTo>
                  <a:close/>
                </a:path>
              </a:pathLst>
            </a:custGeom>
            <a:solidFill>
              <a:srgbClr val="0D80B8"/>
            </a:solidFill>
          </p:spPr>
          <p:txBody>
            <a:bodyPr wrap="square" lIns="0" tIns="0" rIns="0" bIns="0" rtlCol="0"/>
            <a:lstStyle/>
            <a:p>
              <a:endParaRPr/>
            </a:p>
          </p:txBody>
        </p:sp>
      </p:grpSp>
      <p:sp>
        <p:nvSpPr>
          <p:cNvPr id="20" name="object 20"/>
          <p:cNvSpPr txBox="1"/>
          <p:nvPr/>
        </p:nvSpPr>
        <p:spPr>
          <a:xfrm>
            <a:off x="4188967" y="2059051"/>
            <a:ext cx="76708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Ma</a:t>
            </a:r>
            <a:r>
              <a:rPr sz="1200" spc="5" dirty="0">
                <a:solidFill>
                  <a:srgbClr val="FFFFFF"/>
                </a:solidFill>
                <a:latin typeface="Calibri"/>
                <a:cs typeface="Calibri"/>
              </a:rPr>
              <a:t>p</a:t>
            </a:r>
            <a:r>
              <a:rPr sz="1200" spc="-30" dirty="0">
                <a:solidFill>
                  <a:srgbClr val="FFFFFF"/>
                </a:solidFill>
                <a:latin typeface="Calibri"/>
                <a:cs typeface="Calibri"/>
              </a:rPr>
              <a:t>R</a:t>
            </a:r>
            <a:r>
              <a:rPr sz="1200" dirty="0">
                <a:solidFill>
                  <a:srgbClr val="FFFFFF"/>
                </a:solidFill>
                <a:latin typeface="Calibri"/>
                <a:cs typeface="Calibri"/>
              </a:rPr>
              <a:t>e</a:t>
            </a:r>
            <a:r>
              <a:rPr sz="1200" spc="5" dirty="0">
                <a:solidFill>
                  <a:srgbClr val="FFFFFF"/>
                </a:solidFill>
                <a:latin typeface="Calibri"/>
                <a:cs typeface="Calibri"/>
              </a:rPr>
              <a:t>d</a:t>
            </a:r>
            <a:r>
              <a:rPr sz="1200" dirty="0">
                <a:solidFill>
                  <a:srgbClr val="FFFFFF"/>
                </a:solidFill>
                <a:latin typeface="Calibri"/>
                <a:cs typeface="Calibri"/>
              </a:rPr>
              <a:t>u</a:t>
            </a:r>
            <a:r>
              <a:rPr sz="1200" spc="-5" dirty="0">
                <a:solidFill>
                  <a:srgbClr val="FFFFFF"/>
                </a:solidFill>
                <a:latin typeface="Calibri"/>
                <a:cs typeface="Calibri"/>
              </a:rPr>
              <a:t>c</a:t>
            </a:r>
            <a:r>
              <a:rPr sz="1200" dirty="0">
                <a:solidFill>
                  <a:srgbClr val="FFFFFF"/>
                </a:solidFill>
                <a:latin typeface="Calibri"/>
                <a:cs typeface="Calibri"/>
              </a:rPr>
              <a:t>e</a:t>
            </a:r>
            <a:endParaRPr sz="1200">
              <a:latin typeface="Calibri"/>
              <a:cs typeface="Calibri"/>
            </a:endParaRPr>
          </a:p>
        </p:txBody>
      </p:sp>
      <p:sp>
        <p:nvSpPr>
          <p:cNvPr id="23" name="object 23"/>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21" name="object 21"/>
          <p:cNvSpPr txBox="1"/>
          <p:nvPr/>
        </p:nvSpPr>
        <p:spPr>
          <a:xfrm>
            <a:off x="4956047" y="3858767"/>
            <a:ext cx="3048000" cy="664845"/>
          </a:xfrm>
          <a:prstGeom prst="rect">
            <a:avLst/>
          </a:prstGeom>
          <a:solidFill>
            <a:srgbClr val="D9D9D9"/>
          </a:solidFill>
        </p:spPr>
        <p:txBody>
          <a:bodyPr vert="horz" wrap="square" lIns="0" tIns="5080" rIns="0" bIns="0" rtlCol="0">
            <a:spAutoFit/>
          </a:bodyPr>
          <a:lstStyle/>
          <a:p>
            <a:pPr>
              <a:lnSpc>
                <a:spcPct val="100000"/>
              </a:lnSpc>
              <a:spcBef>
                <a:spcPts val="40"/>
              </a:spcBef>
            </a:pPr>
            <a:endParaRPr sz="1050">
              <a:latin typeface="Times New Roman"/>
              <a:cs typeface="Times New Roman"/>
            </a:endParaRPr>
          </a:p>
          <a:p>
            <a:pPr marL="558165" marR="294005" indent="-257810">
              <a:lnSpc>
                <a:spcPct val="100000"/>
              </a:lnSpc>
            </a:pPr>
            <a:r>
              <a:rPr sz="1200" spc="-5" dirty="0">
                <a:solidFill>
                  <a:srgbClr val="252525"/>
                </a:solidFill>
                <a:latin typeface="Calibri"/>
                <a:cs typeface="Calibri"/>
              </a:rPr>
              <a:t>Partitioners</a:t>
            </a:r>
            <a:r>
              <a:rPr sz="1200" spc="-40" dirty="0">
                <a:solidFill>
                  <a:srgbClr val="252525"/>
                </a:solidFill>
                <a:latin typeface="Calibri"/>
                <a:cs typeface="Calibri"/>
              </a:rPr>
              <a:t> </a:t>
            </a:r>
            <a:r>
              <a:rPr sz="1200" spc="-5" dirty="0">
                <a:solidFill>
                  <a:srgbClr val="252525"/>
                </a:solidFill>
                <a:latin typeface="Calibri"/>
                <a:cs typeface="Calibri"/>
              </a:rPr>
              <a:t>determine</a:t>
            </a:r>
            <a:r>
              <a:rPr sz="1200" spc="-30" dirty="0">
                <a:solidFill>
                  <a:srgbClr val="252525"/>
                </a:solidFill>
                <a:latin typeface="Calibri"/>
                <a:cs typeface="Calibri"/>
              </a:rPr>
              <a:t> </a:t>
            </a:r>
            <a:r>
              <a:rPr sz="1200" spc="-5" dirty="0">
                <a:solidFill>
                  <a:srgbClr val="252525"/>
                </a:solidFill>
                <a:latin typeface="Calibri"/>
                <a:cs typeface="Calibri"/>
              </a:rPr>
              <a:t>which</a:t>
            </a:r>
            <a:r>
              <a:rPr sz="1200" spc="5" dirty="0">
                <a:solidFill>
                  <a:srgbClr val="252525"/>
                </a:solidFill>
                <a:latin typeface="Calibri"/>
                <a:cs typeface="Calibri"/>
              </a:rPr>
              <a:t> </a:t>
            </a:r>
            <a:r>
              <a:rPr sz="1200" spc="-5" dirty="0">
                <a:solidFill>
                  <a:srgbClr val="252525"/>
                </a:solidFill>
                <a:latin typeface="Calibri"/>
                <a:cs typeface="Calibri"/>
              </a:rPr>
              <a:t>reducer</a:t>
            </a:r>
            <a:r>
              <a:rPr sz="1200" spc="-30" dirty="0">
                <a:solidFill>
                  <a:srgbClr val="252525"/>
                </a:solidFill>
                <a:latin typeface="Calibri"/>
                <a:cs typeface="Calibri"/>
              </a:rPr>
              <a:t> </a:t>
            </a:r>
            <a:r>
              <a:rPr sz="1200" dirty="0">
                <a:solidFill>
                  <a:srgbClr val="252525"/>
                </a:solidFill>
                <a:latin typeface="Calibri"/>
                <a:cs typeface="Calibri"/>
              </a:rPr>
              <a:t>is </a:t>
            </a:r>
            <a:r>
              <a:rPr sz="1200" spc="-260" dirty="0">
                <a:solidFill>
                  <a:srgbClr val="252525"/>
                </a:solidFill>
                <a:latin typeface="Calibri"/>
                <a:cs typeface="Calibri"/>
              </a:rPr>
              <a:t> </a:t>
            </a:r>
            <a:r>
              <a:rPr sz="1200" spc="-5" dirty="0">
                <a:solidFill>
                  <a:srgbClr val="252525"/>
                </a:solidFill>
                <a:latin typeface="Calibri"/>
                <a:cs typeface="Calibri"/>
              </a:rPr>
              <a:t>responsible</a:t>
            </a:r>
            <a:r>
              <a:rPr sz="1200" spc="-35" dirty="0">
                <a:solidFill>
                  <a:srgbClr val="252525"/>
                </a:solidFill>
                <a:latin typeface="Calibri"/>
                <a:cs typeface="Calibri"/>
              </a:rPr>
              <a:t> </a:t>
            </a:r>
            <a:r>
              <a:rPr sz="1200" spc="-10" dirty="0">
                <a:solidFill>
                  <a:srgbClr val="252525"/>
                </a:solidFill>
                <a:latin typeface="Calibri"/>
                <a:cs typeface="Calibri"/>
              </a:rPr>
              <a:t>for </a:t>
            </a:r>
            <a:r>
              <a:rPr sz="1200" dirty="0">
                <a:solidFill>
                  <a:srgbClr val="252525"/>
                </a:solidFill>
                <a:latin typeface="Calibri"/>
                <a:cs typeface="Calibri"/>
              </a:rPr>
              <a:t>a</a:t>
            </a:r>
            <a:r>
              <a:rPr sz="1200" spc="-5" dirty="0">
                <a:solidFill>
                  <a:srgbClr val="252525"/>
                </a:solidFill>
                <a:latin typeface="Calibri"/>
                <a:cs typeface="Calibri"/>
              </a:rPr>
              <a:t> </a:t>
            </a:r>
            <a:r>
              <a:rPr sz="1200" dirty="0">
                <a:solidFill>
                  <a:srgbClr val="252525"/>
                </a:solidFill>
                <a:latin typeface="Calibri"/>
                <a:cs typeface="Calibri"/>
              </a:rPr>
              <a:t>particular</a:t>
            </a:r>
            <a:r>
              <a:rPr sz="1200" spc="-45" dirty="0">
                <a:solidFill>
                  <a:srgbClr val="252525"/>
                </a:solidFill>
                <a:latin typeface="Calibri"/>
                <a:cs typeface="Calibri"/>
              </a:rPr>
              <a:t> </a:t>
            </a:r>
            <a:r>
              <a:rPr sz="1200" spc="-40" dirty="0">
                <a:solidFill>
                  <a:srgbClr val="252525"/>
                </a:solidFill>
                <a:latin typeface="Calibri"/>
                <a:cs typeface="Calibri"/>
              </a:rPr>
              <a:t>key.</a:t>
            </a:r>
            <a:endParaRPr sz="1200">
              <a:latin typeface="Calibri"/>
              <a:cs typeface="Calibri"/>
            </a:endParaRPr>
          </a:p>
        </p:txBody>
      </p:sp>
      <p:sp>
        <p:nvSpPr>
          <p:cNvPr id="22" name="object 22"/>
          <p:cNvSpPr txBox="1">
            <a:spLocks noGrp="1"/>
          </p:cNvSpPr>
          <p:nvPr>
            <p:ph type="title"/>
          </p:nvPr>
        </p:nvSpPr>
        <p:spPr>
          <a:xfrm>
            <a:off x="471017" y="324053"/>
            <a:ext cx="3667760" cy="452120"/>
          </a:xfrm>
          <a:prstGeom prst="rect">
            <a:avLst/>
          </a:prstGeom>
        </p:spPr>
        <p:txBody>
          <a:bodyPr vert="horz" wrap="square" lIns="0" tIns="12065" rIns="0" bIns="0" rtlCol="0">
            <a:spAutoFit/>
          </a:bodyPr>
          <a:lstStyle/>
          <a:p>
            <a:pPr marL="12700">
              <a:lnSpc>
                <a:spcPct val="100000"/>
              </a:lnSpc>
              <a:spcBef>
                <a:spcPts val="95"/>
              </a:spcBef>
            </a:pPr>
            <a:r>
              <a:rPr spc="-10" dirty="0">
                <a:solidFill>
                  <a:srgbClr val="095A82"/>
                </a:solidFill>
              </a:rPr>
              <a:t>Overview</a:t>
            </a:r>
            <a:r>
              <a:rPr spc="10" dirty="0">
                <a:solidFill>
                  <a:srgbClr val="095A82"/>
                </a:solidFill>
              </a:rPr>
              <a:t> </a:t>
            </a:r>
            <a:r>
              <a:rPr spc="-5" dirty="0">
                <a:solidFill>
                  <a:srgbClr val="095A82"/>
                </a:solidFill>
              </a:rPr>
              <a:t>of </a:t>
            </a:r>
            <a:r>
              <a:rPr spc="-10" dirty="0">
                <a:solidFill>
                  <a:srgbClr val="095A82"/>
                </a:solidFill>
              </a:rPr>
              <a:t>MapReduce</a:t>
            </a:r>
          </a:p>
        </p:txBody>
      </p:sp>
      <p:sp>
        <p:nvSpPr>
          <p:cNvPr id="24" name="object 3">
            <a:extLst>
              <a:ext uri="{FF2B5EF4-FFF2-40B4-BE49-F238E27FC236}">
                <a16:creationId xmlns:a16="http://schemas.microsoft.com/office/drawing/2014/main" id="{CBFA3F45-A6CC-C8CA-9CD1-00CB6FA336E3}"/>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25" name="Rectangle 24">
            <a:extLst>
              <a:ext uri="{FF2B5EF4-FFF2-40B4-BE49-F238E27FC236}">
                <a16:creationId xmlns:a16="http://schemas.microsoft.com/office/drawing/2014/main" id="{DC18037F-EC78-8642-A713-340C3FB07949}"/>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249620858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grpSp>
        <p:nvGrpSpPr>
          <p:cNvPr id="3" name="object 3"/>
          <p:cNvGrpSpPr/>
          <p:nvPr/>
        </p:nvGrpSpPr>
        <p:grpSpPr>
          <a:xfrm>
            <a:off x="1298441" y="3665122"/>
            <a:ext cx="2037714" cy="823594"/>
            <a:chOff x="1298441" y="3665122"/>
            <a:chExt cx="2037714" cy="823594"/>
          </a:xfrm>
        </p:grpSpPr>
        <p:pic>
          <p:nvPicPr>
            <p:cNvPr id="4" name="object 4"/>
            <p:cNvPicPr/>
            <p:nvPr/>
          </p:nvPicPr>
          <p:blipFill>
            <a:blip r:embed="rId2" cstate="print"/>
            <a:stretch>
              <a:fillRect/>
            </a:stretch>
          </p:blipFill>
          <p:spPr>
            <a:xfrm>
              <a:off x="1298441" y="3665122"/>
              <a:ext cx="2037601" cy="823181"/>
            </a:xfrm>
            <a:prstGeom prst="rect">
              <a:avLst/>
            </a:prstGeom>
          </p:spPr>
        </p:pic>
        <p:pic>
          <p:nvPicPr>
            <p:cNvPr id="5" name="object 5"/>
            <p:cNvPicPr/>
            <p:nvPr/>
          </p:nvPicPr>
          <p:blipFill>
            <a:blip r:embed="rId3" cstate="print"/>
            <a:stretch>
              <a:fillRect/>
            </a:stretch>
          </p:blipFill>
          <p:spPr>
            <a:xfrm>
              <a:off x="1345691" y="3808476"/>
              <a:ext cx="1975104" cy="583666"/>
            </a:xfrm>
            <a:prstGeom prst="rect">
              <a:avLst/>
            </a:prstGeom>
          </p:spPr>
        </p:pic>
        <p:sp>
          <p:nvSpPr>
            <p:cNvPr id="6" name="object 6"/>
            <p:cNvSpPr/>
            <p:nvPr/>
          </p:nvSpPr>
          <p:spPr>
            <a:xfrm>
              <a:off x="1331975" y="3678936"/>
              <a:ext cx="1975485" cy="760730"/>
            </a:xfrm>
            <a:custGeom>
              <a:avLst/>
              <a:gdLst/>
              <a:ahLst/>
              <a:cxnLst/>
              <a:rect l="l" t="t" r="r" b="b"/>
              <a:pathLst>
                <a:path w="1975485" h="760729">
                  <a:moveTo>
                    <a:pt x="1848358" y="0"/>
                  </a:moveTo>
                  <a:lnTo>
                    <a:pt x="126746" y="0"/>
                  </a:lnTo>
                  <a:lnTo>
                    <a:pt x="77420" y="9963"/>
                  </a:lnTo>
                  <a:lnTo>
                    <a:pt x="37131" y="37131"/>
                  </a:lnTo>
                  <a:lnTo>
                    <a:pt x="9963" y="77420"/>
                  </a:lnTo>
                  <a:lnTo>
                    <a:pt x="0" y="126745"/>
                  </a:lnTo>
                  <a:lnTo>
                    <a:pt x="0" y="633729"/>
                  </a:lnTo>
                  <a:lnTo>
                    <a:pt x="9963" y="683066"/>
                  </a:lnTo>
                  <a:lnTo>
                    <a:pt x="37131" y="723353"/>
                  </a:lnTo>
                  <a:lnTo>
                    <a:pt x="77420" y="750516"/>
                  </a:lnTo>
                  <a:lnTo>
                    <a:pt x="126746" y="760476"/>
                  </a:lnTo>
                  <a:lnTo>
                    <a:pt x="1848358" y="760476"/>
                  </a:lnTo>
                  <a:lnTo>
                    <a:pt x="1897683" y="750516"/>
                  </a:lnTo>
                  <a:lnTo>
                    <a:pt x="1937972" y="723353"/>
                  </a:lnTo>
                  <a:lnTo>
                    <a:pt x="1965140" y="683066"/>
                  </a:lnTo>
                  <a:lnTo>
                    <a:pt x="1975103" y="633729"/>
                  </a:lnTo>
                  <a:lnTo>
                    <a:pt x="1975103" y="126745"/>
                  </a:lnTo>
                  <a:lnTo>
                    <a:pt x="1965140" y="77420"/>
                  </a:lnTo>
                  <a:lnTo>
                    <a:pt x="1937972" y="37131"/>
                  </a:lnTo>
                  <a:lnTo>
                    <a:pt x="1897683" y="9963"/>
                  </a:lnTo>
                  <a:lnTo>
                    <a:pt x="1848358" y="0"/>
                  </a:lnTo>
                  <a:close/>
                </a:path>
              </a:pathLst>
            </a:custGeom>
            <a:solidFill>
              <a:srgbClr val="095A82"/>
            </a:solidFill>
          </p:spPr>
          <p:txBody>
            <a:bodyPr wrap="square" lIns="0" tIns="0" rIns="0" bIns="0" rtlCol="0"/>
            <a:lstStyle/>
            <a:p>
              <a:endParaRPr/>
            </a:p>
          </p:txBody>
        </p:sp>
      </p:grpSp>
      <p:sp>
        <p:nvSpPr>
          <p:cNvPr id="7" name="object 7"/>
          <p:cNvSpPr txBox="1"/>
          <p:nvPr/>
        </p:nvSpPr>
        <p:spPr>
          <a:xfrm>
            <a:off x="1467992" y="3854907"/>
            <a:ext cx="1701800" cy="391160"/>
          </a:xfrm>
          <a:prstGeom prst="rect">
            <a:avLst/>
          </a:prstGeom>
        </p:spPr>
        <p:txBody>
          <a:bodyPr vert="horz" wrap="square" lIns="0" tIns="12700" rIns="0" bIns="0" rtlCol="0">
            <a:spAutoFit/>
          </a:bodyPr>
          <a:lstStyle/>
          <a:p>
            <a:pPr marL="446405" marR="5080" indent="-434340">
              <a:lnSpc>
                <a:spcPct val="100000"/>
              </a:lnSpc>
              <a:spcBef>
                <a:spcPts val="100"/>
              </a:spcBef>
            </a:pPr>
            <a:r>
              <a:rPr sz="1200" spc="-5" dirty="0">
                <a:solidFill>
                  <a:srgbClr val="FFFFFF"/>
                </a:solidFill>
                <a:latin typeface="Calibri"/>
                <a:cs typeface="Calibri"/>
              </a:rPr>
              <a:t>Passed</a:t>
            </a:r>
            <a:r>
              <a:rPr sz="1200" spc="-15" dirty="0">
                <a:solidFill>
                  <a:srgbClr val="FFFFFF"/>
                </a:solidFill>
                <a:latin typeface="Calibri"/>
                <a:cs typeface="Calibri"/>
              </a:rPr>
              <a:t> </a:t>
            </a:r>
            <a:r>
              <a:rPr sz="1200" spc="-5" dirty="0">
                <a:solidFill>
                  <a:srgbClr val="FFFFFF"/>
                </a:solidFill>
                <a:latin typeface="Calibri"/>
                <a:cs typeface="Calibri"/>
              </a:rPr>
              <a:t>workload</a:t>
            </a:r>
            <a:r>
              <a:rPr sz="1200" spc="-15" dirty="0">
                <a:solidFill>
                  <a:srgbClr val="FFFFFF"/>
                </a:solidFill>
                <a:latin typeface="Calibri"/>
                <a:cs typeface="Calibri"/>
              </a:rPr>
              <a:t> </a:t>
            </a:r>
            <a:r>
              <a:rPr sz="1200" spc="-5" dirty="0">
                <a:solidFill>
                  <a:srgbClr val="FFFFFF"/>
                </a:solidFill>
                <a:latin typeface="Calibri"/>
                <a:cs typeface="Calibri"/>
              </a:rPr>
              <a:t>further</a:t>
            </a:r>
            <a:r>
              <a:rPr sz="1200" spc="-45" dirty="0">
                <a:solidFill>
                  <a:srgbClr val="FFFFFF"/>
                </a:solidFill>
                <a:latin typeface="Calibri"/>
                <a:cs typeface="Calibri"/>
              </a:rPr>
              <a:t> </a:t>
            </a:r>
            <a:r>
              <a:rPr sz="1200" spc="-5" dirty="0">
                <a:solidFill>
                  <a:srgbClr val="FFFFFF"/>
                </a:solidFill>
                <a:latin typeface="Calibri"/>
                <a:cs typeface="Calibri"/>
              </a:rPr>
              <a:t>to </a:t>
            </a:r>
            <a:r>
              <a:rPr sz="1200" spc="-254" dirty="0">
                <a:solidFill>
                  <a:srgbClr val="FFFFFF"/>
                </a:solidFill>
                <a:latin typeface="Calibri"/>
                <a:cs typeface="Calibri"/>
              </a:rPr>
              <a:t> </a:t>
            </a:r>
            <a:r>
              <a:rPr sz="1200" dirty="0">
                <a:solidFill>
                  <a:srgbClr val="FFFFFF"/>
                </a:solidFill>
                <a:latin typeface="Calibri"/>
                <a:cs typeface="Calibri"/>
              </a:rPr>
              <a:t>the</a:t>
            </a:r>
            <a:r>
              <a:rPr sz="1200" spc="-25" dirty="0">
                <a:solidFill>
                  <a:srgbClr val="FFFFFF"/>
                </a:solidFill>
                <a:latin typeface="Calibri"/>
                <a:cs typeface="Calibri"/>
              </a:rPr>
              <a:t> </a:t>
            </a:r>
            <a:r>
              <a:rPr sz="1200" spc="-10" dirty="0">
                <a:solidFill>
                  <a:srgbClr val="FFFFFF"/>
                </a:solidFill>
                <a:latin typeface="Calibri"/>
                <a:cs typeface="Calibri"/>
              </a:rPr>
              <a:t>Reducers</a:t>
            </a:r>
            <a:endParaRPr sz="1200">
              <a:latin typeface="Calibri"/>
              <a:cs typeface="Calibri"/>
            </a:endParaRPr>
          </a:p>
        </p:txBody>
      </p:sp>
      <p:grpSp>
        <p:nvGrpSpPr>
          <p:cNvPr id="8" name="object 8"/>
          <p:cNvGrpSpPr/>
          <p:nvPr/>
        </p:nvGrpSpPr>
        <p:grpSpPr>
          <a:xfrm>
            <a:off x="5762237" y="3669693"/>
            <a:ext cx="2037714" cy="823594"/>
            <a:chOff x="5762237" y="3669693"/>
            <a:chExt cx="2037714" cy="823594"/>
          </a:xfrm>
        </p:grpSpPr>
        <p:pic>
          <p:nvPicPr>
            <p:cNvPr id="9" name="object 9"/>
            <p:cNvPicPr/>
            <p:nvPr/>
          </p:nvPicPr>
          <p:blipFill>
            <a:blip r:embed="rId2" cstate="print"/>
            <a:stretch>
              <a:fillRect/>
            </a:stretch>
          </p:blipFill>
          <p:spPr>
            <a:xfrm>
              <a:off x="5762237" y="3669693"/>
              <a:ext cx="2037601" cy="823181"/>
            </a:xfrm>
            <a:prstGeom prst="rect">
              <a:avLst/>
            </a:prstGeom>
          </p:spPr>
        </p:pic>
        <p:pic>
          <p:nvPicPr>
            <p:cNvPr id="10" name="object 10"/>
            <p:cNvPicPr/>
            <p:nvPr/>
          </p:nvPicPr>
          <p:blipFill>
            <a:blip r:embed="rId4" cstate="print"/>
            <a:stretch>
              <a:fillRect/>
            </a:stretch>
          </p:blipFill>
          <p:spPr>
            <a:xfrm>
              <a:off x="5899403" y="3813047"/>
              <a:ext cx="1796796" cy="583666"/>
            </a:xfrm>
            <a:prstGeom prst="rect">
              <a:avLst/>
            </a:prstGeom>
          </p:spPr>
        </p:pic>
        <p:sp>
          <p:nvSpPr>
            <p:cNvPr id="11" name="object 11"/>
            <p:cNvSpPr/>
            <p:nvPr/>
          </p:nvSpPr>
          <p:spPr>
            <a:xfrm>
              <a:off x="5795771" y="3683507"/>
              <a:ext cx="1975485" cy="760730"/>
            </a:xfrm>
            <a:custGeom>
              <a:avLst/>
              <a:gdLst/>
              <a:ahLst/>
              <a:cxnLst/>
              <a:rect l="l" t="t" r="r" b="b"/>
              <a:pathLst>
                <a:path w="1975484" h="760729">
                  <a:moveTo>
                    <a:pt x="1848357" y="0"/>
                  </a:moveTo>
                  <a:lnTo>
                    <a:pt x="126745" y="0"/>
                  </a:lnTo>
                  <a:lnTo>
                    <a:pt x="77420" y="9963"/>
                  </a:lnTo>
                  <a:lnTo>
                    <a:pt x="37131" y="37131"/>
                  </a:lnTo>
                  <a:lnTo>
                    <a:pt x="9963" y="77420"/>
                  </a:lnTo>
                  <a:lnTo>
                    <a:pt x="0" y="126745"/>
                  </a:lnTo>
                  <a:lnTo>
                    <a:pt x="0" y="633729"/>
                  </a:lnTo>
                  <a:lnTo>
                    <a:pt x="9963" y="683066"/>
                  </a:lnTo>
                  <a:lnTo>
                    <a:pt x="37131" y="723353"/>
                  </a:lnTo>
                  <a:lnTo>
                    <a:pt x="77420" y="750516"/>
                  </a:lnTo>
                  <a:lnTo>
                    <a:pt x="126745" y="760475"/>
                  </a:lnTo>
                  <a:lnTo>
                    <a:pt x="1848357" y="760475"/>
                  </a:lnTo>
                  <a:lnTo>
                    <a:pt x="1897683" y="750516"/>
                  </a:lnTo>
                  <a:lnTo>
                    <a:pt x="1937972" y="723353"/>
                  </a:lnTo>
                  <a:lnTo>
                    <a:pt x="1965140" y="683066"/>
                  </a:lnTo>
                  <a:lnTo>
                    <a:pt x="1975103" y="633729"/>
                  </a:lnTo>
                  <a:lnTo>
                    <a:pt x="1975103" y="126745"/>
                  </a:lnTo>
                  <a:lnTo>
                    <a:pt x="1965140" y="77420"/>
                  </a:lnTo>
                  <a:lnTo>
                    <a:pt x="1937972" y="37131"/>
                  </a:lnTo>
                  <a:lnTo>
                    <a:pt x="1897683" y="9963"/>
                  </a:lnTo>
                  <a:lnTo>
                    <a:pt x="1848357" y="0"/>
                  </a:lnTo>
                  <a:close/>
                </a:path>
              </a:pathLst>
            </a:custGeom>
            <a:solidFill>
              <a:srgbClr val="095A82"/>
            </a:solidFill>
          </p:spPr>
          <p:txBody>
            <a:bodyPr wrap="square" lIns="0" tIns="0" rIns="0" bIns="0" rtlCol="0"/>
            <a:lstStyle/>
            <a:p>
              <a:endParaRPr/>
            </a:p>
          </p:txBody>
        </p:sp>
      </p:grpSp>
      <p:sp>
        <p:nvSpPr>
          <p:cNvPr id="12" name="object 12"/>
          <p:cNvSpPr txBox="1"/>
          <p:nvPr/>
        </p:nvSpPr>
        <p:spPr>
          <a:xfrm>
            <a:off x="6021070" y="3859174"/>
            <a:ext cx="1525905" cy="391795"/>
          </a:xfrm>
          <a:prstGeom prst="rect">
            <a:avLst/>
          </a:prstGeom>
        </p:spPr>
        <p:txBody>
          <a:bodyPr vert="horz" wrap="square" lIns="0" tIns="12700" rIns="0" bIns="0" rtlCol="0">
            <a:spAutoFit/>
          </a:bodyPr>
          <a:lstStyle/>
          <a:p>
            <a:pPr algn="ctr">
              <a:lnSpc>
                <a:spcPct val="100000"/>
              </a:lnSpc>
              <a:spcBef>
                <a:spcPts val="100"/>
              </a:spcBef>
            </a:pPr>
            <a:r>
              <a:rPr sz="1200" spc="-10" dirty="0">
                <a:solidFill>
                  <a:srgbClr val="FFFFFF"/>
                </a:solidFill>
                <a:latin typeface="Calibri"/>
                <a:cs typeface="Calibri"/>
              </a:rPr>
              <a:t>Before</a:t>
            </a:r>
            <a:r>
              <a:rPr sz="1200" spc="-40" dirty="0">
                <a:solidFill>
                  <a:srgbClr val="FFFFFF"/>
                </a:solidFill>
                <a:latin typeface="Calibri"/>
                <a:cs typeface="Calibri"/>
              </a:rPr>
              <a:t> </a:t>
            </a:r>
            <a:r>
              <a:rPr sz="1200" spc="-10" dirty="0">
                <a:solidFill>
                  <a:srgbClr val="FFFFFF"/>
                </a:solidFill>
                <a:latin typeface="Calibri"/>
                <a:cs typeface="Calibri"/>
              </a:rPr>
              <a:t>we</a:t>
            </a:r>
            <a:r>
              <a:rPr sz="1200" dirty="0">
                <a:solidFill>
                  <a:srgbClr val="FFFFFF"/>
                </a:solidFill>
                <a:latin typeface="Calibri"/>
                <a:cs typeface="Calibri"/>
              </a:rPr>
              <a:t> </a:t>
            </a:r>
            <a:r>
              <a:rPr sz="1200" spc="-5" dirty="0">
                <a:solidFill>
                  <a:srgbClr val="FFFFFF"/>
                </a:solidFill>
                <a:latin typeface="Calibri"/>
                <a:cs typeface="Calibri"/>
              </a:rPr>
              <a:t>distribute</a:t>
            </a:r>
            <a:r>
              <a:rPr sz="1200" spc="-45" dirty="0">
                <a:solidFill>
                  <a:srgbClr val="FFFFFF"/>
                </a:solidFill>
                <a:latin typeface="Calibri"/>
                <a:cs typeface="Calibri"/>
              </a:rPr>
              <a:t> </a:t>
            </a:r>
            <a:r>
              <a:rPr sz="1200" dirty="0">
                <a:solidFill>
                  <a:srgbClr val="FFFFFF"/>
                </a:solidFill>
                <a:latin typeface="Calibri"/>
                <a:cs typeface="Calibri"/>
              </a:rPr>
              <a:t>the</a:t>
            </a:r>
            <a:endParaRPr sz="1200">
              <a:latin typeface="Calibri"/>
              <a:cs typeface="Calibri"/>
            </a:endParaRPr>
          </a:p>
          <a:p>
            <a:pPr algn="ctr">
              <a:lnSpc>
                <a:spcPct val="100000"/>
              </a:lnSpc>
              <a:spcBef>
                <a:spcPts val="5"/>
              </a:spcBef>
            </a:pPr>
            <a:r>
              <a:rPr sz="1200" dirty="0">
                <a:solidFill>
                  <a:srgbClr val="FFFFFF"/>
                </a:solidFill>
                <a:latin typeface="Calibri"/>
                <a:cs typeface="Calibri"/>
              </a:rPr>
              <a:t>mapper</a:t>
            </a:r>
            <a:r>
              <a:rPr sz="1200" spc="-50" dirty="0">
                <a:solidFill>
                  <a:srgbClr val="FFFFFF"/>
                </a:solidFill>
                <a:latin typeface="Calibri"/>
                <a:cs typeface="Calibri"/>
              </a:rPr>
              <a:t> </a:t>
            </a:r>
            <a:r>
              <a:rPr sz="1200" spc="-5" dirty="0">
                <a:solidFill>
                  <a:srgbClr val="FFFFFF"/>
                </a:solidFill>
                <a:latin typeface="Calibri"/>
                <a:cs typeface="Calibri"/>
              </a:rPr>
              <a:t>results</a:t>
            </a:r>
            <a:endParaRPr sz="1200">
              <a:latin typeface="Calibri"/>
              <a:cs typeface="Calibri"/>
            </a:endParaRPr>
          </a:p>
        </p:txBody>
      </p:sp>
      <p:grpSp>
        <p:nvGrpSpPr>
          <p:cNvPr id="13" name="object 13"/>
          <p:cNvGrpSpPr/>
          <p:nvPr/>
        </p:nvGrpSpPr>
        <p:grpSpPr>
          <a:xfrm>
            <a:off x="2319527" y="2328659"/>
            <a:ext cx="4504055" cy="1349375"/>
            <a:chOff x="2319527" y="2328659"/>
            <a:chExt cx="4504055" cy="1349375"/>
          </a:xfrm>
        </p:grpSpPr>
        <p:sp>
          <p:nvSpPr>
            <p:cNvPr id="14" name="object 14"/>
            <p:cNvSpPr/>
            <p:nvPr/>
          </p:nvSpPr>
          <p:spPr>
            <a:xfrm>
              <a:off x="2319527" y="2903219"/>
              <a:ext cx="785495" cy="749300"/>
            </a:xfrm>
            <a:custGeom>
              <a:avLst/>
              <a:gdLst/>
              <a:ahLst/>
              <a:cxnLst/>
              <a:rect l="l" t="t" r="r" b="b"/>
              <a:pathLst>
                <a:path w="785494" h="749300">
                  <a:moveTo>
                    <a:pt x="28829" y="668909"/>
                  </a:moveTo>
                  <a:lnTo>
                    <a:pt x="0" y="749046"/>
                  </a:lnTo>
                  <a:lnTo>
                    <a:pt x="81407" y="724154"/>
                  </a:lnTo>
                  <a:lnTo>
                    <a:pt x="67869" y="709930"/>
                  </a:lnTo>
                  <a:lnTo>
                    <a:pt x="50292" y="709930"/>
                  </a:lnTo>
                  <a:lnTo>
                    <a:pt x="41529" y="700659"/>
                  </a:lnTo>
                  <a:lnTo>
                    <a:pt x="50714" y="691904"/>
                  </a:lnTo>
                  <a:lnTo>
                    <a:pt x="28829" y="668909"/>
                  </a:lnTo>
                  <a:close/>
                </a:path>
                <a:path w="785494" h="749300">
                  <a:moveTo>
                    <a:pt x="50714" y="691904"/>
                  </a:moveTo>
                  <a:lnTo>
                    <a:pt x="41529" y="700659"/>
                  </a:lnTo>
                  <a:lnTo>
                    <a:pt x="50292" y="709930"/>
                  </a:lnTo>
                  <a:lnTo>
                    <a:pt x="59508" y="701144"/>
                  </a:lnTo>
                  <a:lnTo>
                    <a:pt x="50714" y="691904"/>
                  </a:lnTo>
                  <a:close/>
                </a:path>
                <a:path w="785494" h="749300">
                  <a:moveTo>
                    <a:pt x="59508" y="701144"/>
                  </a:moveTo>
                  <a:lnTo>
                    <a:pt x="50292" y="709930"/>
                  </a:lnTo>
                  <a:lnTo>
                    <a:pt x="67869" y="709930"/>
                  </a:lnTo>
                  <a:lnTo>
                    <a:pt x="59508" y="701144"/>
                  </a:lnTo>
                  <a:close/>
                </a:path>
                <a:path w="785494" h="749300">
                  <a:moveTo>
                    <a:pt x="776732" y="0"/>
                  </a:moveTo>
                  <a:lnTo>
                    <a:pt x="50714" y="691904"/>
                  </a:lnTo>
                  <a:lnTo>
                    <a:pt x="59508" y="701144"/>
                  </a:lnTo>
                  <a:lnTo>
                    <a:pt x="785495" y="9143"/>
                  </a:lnTo>
                  <a:lnTo>
                    <a:pt x="776732" y="0"/>
                  </a:lnTo>
                  <a:close/>
                </a:path>
              </a:pathLst>
            </a:custGeom>
            <a:solidFill>
              <a:srgbClr val="5F5F5F"/>
            </a:solidFill>
          </p:spPr>
          <p:txBody>
            <a:bodyPr wrap="square" lIns="0" tIns="0" rIns="0" bIns="0" rtlCol="0"/>
            <a:lstStyle/>
            <a:p>
              <a:endParaRPr/>
            </a:p>
          </p:txBody>
        </p:sp>
        <p:pic>
          <p:nvPicPr>
            <p:cNvPr id="15" name="object 15"/>
            <p:cNvPicPr/>
            <p:nvPr/>
          </p:nvPicPr>
          <p:blipFill>
            <a:blip r:embed="rId5" cstate="print"/>
            <a:stretch>
              <a:fillRect/>
            </a:stretch>
          </p:blipFill>
          <p:spPr>
            <a:xfrm>
              <a:off x="2441447" y="2328659"/>
              <a:ext cx="1520952" cy="762012"/>
            </a:xfrm>
            <a:prstGeom prst="rect">
              <a:avLst/>
            </a:prstGeom>
          </p:spPr>
        </p:pic>
        <p:pic>
          <p:nvPicPr>
            <p:cNvPr id="16" name="object 16"/>
            <p:cNvPicPr/>
            <p:nvPr/>
          </p:nvPicPr>
          <p:blipFill>
            <a:blip r:embed="rId6" cstate="print"/>
            <a:stretch>
              <a:fillRect/>
            </a:stretch>
          </p:blipFill>
          <p:spPr>
            <a:xfrm>
              <a:off x="2622803" y="2532926"/>
              <a:ext cx="1158227" cy="400773"/>
            </a:xfrm>
            <a:prstGeom prst="rect">
              <a:avLst/>
            </a:prstGeom>
          </p:spPr>
        </p:pic>
        <p:sp>
          <p:nvSpPr>
            <p:cNvPr id="17" name="object 17"/>
            <p:cNvSpPr/>
            <p:nvPr/>
          </p:nvSpPr>
          <p:spPr>
            <a:xfrm>
              <a:off x="2484119" y="2351531"/>
              <a:ext cx="1440180" cy="681355"/>
            </a:xfrm>
            <a:custGeom>
              <a:avLst/>
              <a:gdLst/>
              <a:ahLst/>
              <a:cxnLst/>
              <a:rect l="l" t="t" r="r" b="b"/>
              <a:pathLst>
                <a:path w="1440179" h="681355">
                  <a:moveTo>
                    <a:pt x="1326642" y="0"/>
                  </a:moveTo>
                  <a:lnTo>
                    <a:pt x="113537" y="0"/>
                  </a:lnTo>
                  <a:lnTo>
                    <a:pt x="69330" y="8917"/>
                  </a:lnTo>
                  <a:lnTo>
                    <a:pt x="33242" y="33242"/>
                  </a:lnTo>
                  <a:lnTo>
                    <a:pt x="8917" y="69330"/>
                  </a:lnTo>
                  <a:lnTo>
                    <a:pt x="0" y="113537"/>
                  </a:lnTo>
                  <a:lnTo>
                    <a:pt x="0" y="567690"/>
                  </a:lnTo>
                  <a:lnTo>
                    <a:pt x="8917" y="611897"/>
                  </a:lnTo>
                  <a:lnTo>
                    <a:pt x="33242" y="647985"/>
                  </a:lnTo>
                  <a:lnTo>
                    <a:pt x="69330" y="672310"/>
                  </a:lnTo>
                  <a:lnTo>
                    <a:pt x="113537" y="681228"/>
                  </a:lnTo>
                  <a:lnTo>
                    <a:pt x="1326642" y="681228"/>
                  </a:lnTo>
                  <a:lnTo>
                    <a:pt x="1370849" y="672310"/>
                  </a:lnTo>
                  <a:lnTo>
                    <a:pt x="1406937" y="647985"/>
                  </a:lnTo>
                  <a:lnTo>
                    <a:pt x="1431262" y="611897"/>
                  </a:lnTo>
                  <a:lnTo>
                    <a:pt x="1440180" y="567690"/>
                  </a:lnTo>
                  <a:lnTo>
                    <a:pt x="1440180" y="113537"/>
                  </a:lnTo>
                  <a:lnTo>
                    <a:pt x="1431262" y="69330"/>
                  </a:lnTo>
                  <a:lnTo>
                    <a:pt x="1406937" y="33242"/>
                  </a:lnTo>
                  <a:lnTo>
                    <a:pt x="1370849" y="8917"/>
                  </a:lnTo>
                  <a:lnTo>
                    <a:pt x="1326642" y="0"/>
                  </a:lnTo>
                  <a:close/>
                </a:path>
              </a:pathLst>
            </a:custGeom>
            <a:solidFill>
              <a:srgbClr val="16A995"/>
            </a:solidFill>
          </p:spPr>
          <p:txBody>
            <a:bodyPr wrap="square" lIns="0" tIns="0" rIns="0" bIns="0" rtlCol="0"/>
            <a:lstStyle/>
            <a:p>
              <a:endParaRPr/>
            </a:p>
          </p:txBody>
        </p:sp>
        <p:sp>
          <p:nvSpPr>
            <p:cNvPr id="18" name="object 18"/>
            <p:cNvSpPr/>
            <p:nvPr/>
          </p:nvSpPr>
          <p:spPr>
            <a:xfrm>
              <a:off x="6167374" y="2903727"/>
              <a:ext cx="655955" cy="774065"/>
            </a:xfrm>
            <a:custGeom>
              <a:avLst/>
              <a:gdLst/>
              <a:ahLst/>
              <a:cxnLst/>
              <a:rect l="l" t="t" r="r" b="b"/>
              <a:pathLst>
                <a:path w="655954" h="774064">
                  <a:moveTo>
                    <a:pt x="601683" y="719949"/>
                  </a:moveTo>
                  <a:lnTo>
                    <a:pt x="577469" y="740410"/>
                  </a:lnTo>
                  <a:lnTo>
                    <a:pt x="655701" y="773938"/>
                  </a:lnTo>
                  <a:lnTo>
                    <a:pt x="644943" y="729615"/>
                  </a:lnTo>
                  <a:lnTo>
                    <a:pt x="609853" y="729615"/>
                  </a:lnTo>
                  <a:lnTo>
                    <a:pt x="601683" y="719949"/>
                  </a:lnTo>
                  <a:close/>
                </a:path>
                <a:path w="655954" h="774064">
                  <a:moveTo>
                    <a:pt x="611383" y="711752"/>
                  </a:moveTo>
                  <a:lnTo>
                    <a:pt x="601683" y="719949"/>
                  </a:lnTo>
                  <a:lnTo>
                    <a:pt x="609853" y="729615"/>
                  </a:lnTo>
                  <a:lnTo>
                    <a:pt x="619505" y="721360"/>
                  </a:lnTo>
                  <a:lnTo>
                    <a:pt x="611383" y="711752"/>
                  </a:lnTo>
                  <a:close/>
                </a:path>
                <a:path w="655954" h="774064">
                  <a:moveTo>
                    <a:pt x="635634" y="691261"/>
                  </a:moveTo>
                  <a:lnTo>
                    <a:pt x="611383" y="711752"/>
                  </a:lnTo>
                  <a:lnTo>
                    <a:pt x="619505" y="721360"/>
                  </a:lnTo>
                  <a:lnTo>
                    <a:pt x="609853" y="729615"/>
                  </a:lnTo>
                  <a:lnTo>
                    <a:pt x="644943" y="729615"/>
                  </a:lnTo>
                  <a:lnTo>
                    <a:pt x="635634" y="691261"/>
                  </a:lnTo>
                  <a:close/>
                </a:path>
                <a:path w="655954" h="774064">
                  <a:moveTo>
                    <a:pt x="9651" y="0"/>
                  </a:moveTo>
                  <a:lnTo>
                    <a:pt x="0" y="8128"/>
                  </a:lnTo>
                  <a:lnTo>
                    <a:pt x="601683" y="719949"/>
                  </a:lnTo>
                  <a:lnTo>
                    <a:pt x="611383" y="711752"/>
                  </a:lnTo>
                  <a:lnTo>
                    <a:pt x="9651" y="0"/>
                  </a:lnTo>
                  <a:close/>
                </a:path>
              </a:pathLst>
            </a:custGeom>
            <a:solidFill>
              <a:srgbClr val="5F5F5F"/>
            </a:solidFill>
          </p:spPr>
          <p:txBody>
            <a:bodyPr wrap="square" lIns="0" tIns="0" rIns="0" bIns="0" rtlCol="0"/>
            <a:lstStyle/>
            <a:p>
              <a:endParaRPr/>
            </a:p>
          </p:txBody>
        </p:sp>
      </p:grpSp>
      <p:sp>
        <p:nvSpPr>
          <p:cNvPr id="19" name="object 19"/>
          <p:cNvSpPr txBox="1"/>
          <p:nvPr/>
        </p:nvSpPr>
        <p:spPr>
          <a:xfrm>
            <a:off x="2743961" y="2578989"/>
            <a:ext cx="92075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Mi</a:t>
            </a:r>
            <a:r>
              <a:rPr sz="1200" spc="5" dirty="0">
                <a:solidFill>
                  <a:srgbClr val="FFFFFF"/>
                </a:solidFill>
                <a:latin typeface="Calibri"/>
                <a:cs typeface="Calibri"/>
              </a:rPr>
              <a:t>n</a:t>
            </a:r>
            <a:r>
              <a:rPr sz="1200" dirty="0">
                <a:solidFill>
                  <a:srgbClr val="FFFFFF"/>
                </a:solidFill>
                <a:latin typeface="Calibri"/>
                <a:cs typeface="Calibri"/>
              </a:rPr>
              <a:t>i-</a:t>
            </a:r>
            <a:r>
              <a:rPr sz="1200" spc="-30" dirty="0">
                <a:solidFill>
                  <a:srgbClr val="FFFFFF"/>
                </a:solidFill>
                <a:latin typeface="Calibri"/>
                <a:cs typeface="Calibri"/>
              </a:rPr>
              <a:t>R</a:t>
            </a:r>
            <a:r>
              <a:rPr sz="1200" dirty="0">
                <a:solidFill>
                  <a:srgbClr val="FFFFFF"/>
                </a:solidFill>
                <a:latin typeface="Calibri"/>
                <a:cs typeface="Calibri"/>
              </a:rPr>
              <a:t>e</a:t>
            </a:r>
            <a:r>
              <a:rPr sz="1200" spc="5" dirty="0">
                <a:solidFill>
                  <a:srgbClr val="FFFFFF"/>
                </a:solidFill>
                <a:latin typeface="Calibri"/>
                <a:cs typeface="Calibri"/>
              </a:rPr>
              <a:t>d</a:t>
            </a:r>
            <a:r>
              <a:rPr sz="1200" spc="-10" dirty="0">
                <a:solidFill>
                  <a:srgbClr val="FFFFFF"/>
                </a:solidFill>
                <a:latin typeface="Calibri"/>
                <a:cs typeface="Calibri"/>
              </a:rPr>
              <a:t>u</a:t>
            </a:r>
            <a:r>
              <a:rPr sz="1200" spc="-5" dirty="0">
                <a:solidFill>
                  <a:srgbClr val="FFFFFF"/>
                </a:solidFill>
                <a:latin typeface="Calibri"/>
                <a:cs typeface="Calibri"/>
              </a:rPr>
              <a:t>c</a:t>
            </a:r>
            <a:r>
              <a:rPr sz="1200" dirty="0">
                <a:solidFill>
                  <a:srgbClr val="FFFFFF"/>
                </a:solidFill>
                <a:latin typeface="Calibri"/>
                <a:cs typeface="Calibri"/>
              </a:rPr>
              <a:t>e</a:t>
            </a:r>
            <a:r>
              <a:rPr sz="1200" spc="-20" dirty="0">
                <a:solidFill>
                  <a:srgbClr val="FFFFFF"/>
                </a:solidFill>
                <a:latin typeface="Calibri"/>
                <a:cs typeface="Calibri"/>
              </a:rPr>
              <a:t>r</a:t>
            </a:r>
            <a:r>
              <a:rPr sz="1200" dirty="0">
                <a:solidFill>
                  <a:srgbClr val="FFFFFF"/>
                </a:solidFill>
                <a:latin typeface="Calibri"/>
                <a:cs typeface="Calibri"/>
              </a:rPr>
              <a:t>s</a:t>
            </a:r>
            <a:endParaRPr sz="1200">
              <a:latin typeface="Calibri"/>
              <a:cs typeface="Calibri"/>
            </a:endParaRPr>
          </a:p>
        </p:txBody>
      </p:sp>
      <p:grpSp>
        <p:nvGrpSpPr>
          <p:cNvPr id="20" name="object 20"/>
          <p:cNvGrpSpPr/>
          <p:nvPr/>
        </p:nvGrpSpPr>
        <p:grpSpPr>
          <a:xfrm>
            <a:off x="5231891" y="2345423"/>
            <a:ext cx="1522730" cy="762635"/>
            <a:chOff x="5231891" y="2345423"/>
            <a:chExt cx="1522730" cy="762635"/>
          </a:xfrm>
        </p:grpSpPr>
        <p:pic>
          <p:nvPicPr>
            <p:cNvPr id="21" name="object 21"/>
            <p:cNvPicPr/>
            <p:nvPr/>
          </p:nvPicPr>
          <p:blipFill>
            <a:blip r:embed="rId7" cstate="print"/>
            <a:stretch>
              <a:fillRect/>
            </a:stretch>
          </p:blipFill>
          <p:spPr>
            <a:xfrm>
              <a:off x="5231891" y="2345423"/>
              <a:ext cx="1522475" cy="762012"/>
            </a:xfrm>
            <a:prstGeom prst="rect">
              <a:avLst/>
            </a:prstGeom>
          </p:spPr>
        </p:pic>
        <p:pic>
          <p:nvPicPr>
            <p:cNvPr id="22" name="object 22"/>
            <p:cNvPicPr/>
            <p:nvPr/>
          </p:nvPicPr>
          <p:blipFill>
            <a:blip r:embed="rId8" cstate="print"/>
            <a:stretch>
              <a:fillRect/>
            </a:stretch>
          </p:blipFill>
          <p:spPr>
            <a:xfrm>
              <a:off x="5393435" y="2459761"/>
              <a:ext cx="1199400" cy="583666"/>
            </a:xfrm>
            <a:prstGeom prst="rect">
              <a:avLst/>
            </a:prstGeom>
          </p:spPr>
        </p:pic>
        <p:sp>
          <p:nvSpPr>
            <p:cNvPr id="23" name="object 23"/>
            <p:cNvSpPr/>
            <p:nvPr/>
          </p:nvSpPr>
          <p:spPr>
            <a:xfrm>
              <a:off x="5274563" y="2368296"/>
              <a:ext cx="1442085" cy="681355"/>
            </a:xfrm>
            <a:custGeom>
              <a:avLst/>
              <a:gdLst/>
              <a:ahLst/>
              <a:cxnLst/>
              <a:rect l="l" t="t" r="r" b="b"/>
              <a:pathLst>
                <a:path w="1442084" h="681355">
                  <a:moveTo>
                    <a:pt x="1328165" y="0"/>
                  </a:moveTo>
                  <a:lnTo>
                    <a:pt x="113537" y="0"/>
                  </a:lnTo>
                  <a:lnTo>
                    <a:pt x="69330" y="8917"/>
                  </a:lnTo>
                  <a:lnTo>
                    <a:pt x="33242" y="33242"/>
                  </a:lnTo>
                  <a:lnTo>
                    <a:pt x="8917" y="69330"/>
                  </a:lnTo>
                  <a:lnTo>
                    <a:pt x="0" y="113537"/>
                  </a:lnTo>
                  <a:lnTo>
                    <a:pt x="0" y="567690"/>
                  </a:lnTo>
                  <a:lnTo>
                    <a:pt x="8917" y="611897"/>
                  </a:lnTo>
                  <a:lnTo>
                    <a:pt x="33242" y="647985"/>
                  </a:lnTo>
                  <a:lnTo>
                    <a:pt x="69330" y="672310"/>
                  </a:lnTo>
                  <a:lnTo>
                    <a:pt x="113537" y="681228"/>
                  </a:lnTo>
                  <a:lnTo>
                    <a:pt x="1328165" y="681228"/>
                  </a:lnTo>
                  <a:lnTo>
                    <a:pt x="1372373" y="672310"/>
                  </a:lnTo>
                  <a:lnTo>
                    <a:pt x="1408461" y="647985"/>
                  </a:lnTo>
                  <a:lnTo>
                    <a:pt x="1432786" y="611897"/>
                  </a:lnTo>
                  <a:lnTo>
                    <a:pt x="1441704" y="567690"/>
                  </a:lnTo>
                  <a:lnTo>
                    <a:pt x="1441704" y="113537"/>
                  </a:lnTo>
                  <a:lnTo>
                    <a:pt x="1432786" y="69330"/>
                  </a:lnTo>
                  <a:lnTo>
                    <a:pt x="1408461" y="33242"/>
                  </a:lnTo>
                  <a:lnTo>
                    <a:pt x="1372373" y="8917"/>
                  </a:lnTo>
                  <a:lnTo>
                    <a:pt x="1328165" y="0"/>
                  </a:lnTo>
                  <a:close/>
                </a:path>
              </a:pathLst>
            </a:custGeom>
            <a:solidFill>
              <a:srgbClr val="16A995"/>
            </a:solidFill>
          </p:spPr>
          <p:txBody>
            <a:bodyPr wrap="square" lIns="0" tIns="0" rIns="0" bIns="0" rtlCol="0"/>
            <a:lstStyle/>
            <a:p>
              <a:endParaRPr/>
            </a:p>
          </p:txBody>
        </p:sp>
      </p:grpSp>
      <p:sp>
        <p:nvSpPr>
          <p:cNvPr id="24" name="object 24"/>
          <p:cNvSpPr txBox="1"/>
          <p:nvPr/>
        </p:nvSpPr>
        <p:spPr>
          <a:xfrm>
            <a:off x="5515483" y="2505201"/>
            <a:ext cx="960119" cy="391160"/>
          </a:xfrm>
          <a:prstGeom prst="rect">
            <a:avLst/>
          </a:prstGeom>
        </p:spPr>
        <p:txBody>
          <a:bodyPr vert="horz" wrap="square" lIns="0" tIns="12700" rIns="0" bIns="0" rtlCol="0">
            <a:spAutoFit/>
          </a:bodyPr>
          <a:lstStyle/>
          <a:p>
            <a:pPr marL="1905" algn="ctr">
              <a:lnSpc>
                <a:spcPct val="100000"/>
              </a:lnSpc>
              <a:spcBef>
                <a:spcPts val="100"/>
              </a:spcBef>
            </a:pPr>
            <a:r>
              <a:rPr sz="1200" spc="-10" dirty="0">
                <a:solidFill>
                  <a:srgbClr val="FFFFFF"/>
                </a:solidFill>
                <a:latin typeface="Calibri"/>
                <a:cs typeface="Calibri"/>
              </a:rPr>
              <a:t>Perform</a:t>
            </a:r>
            <a:r>
              <a:rPr sz="1200" spc="-50" dirty="0">
                <a:solidFill>
                  <a:srgbClr val="FFFFFF"/>
                </a:solidFill>
                <a:latin typeface="Calibri"/>
                <a:cs typeface="Calibri"/>
              </a:rPr>
              <a:t> </a:t>
            </a:r>
            <a:r>
              <a:rPr sz="1200" dirty="0">
                <a:solidFill>
                  <a:srgbClr val="FFFFFF"/>
                </a:solidFill>
                <a:latin typeface="Calibri"/>
                <a:cs typeface="Calibri"/>
              </a:rPr>
              <a:t>a</a:t>
            </a:r>
            <a:endParaRPr sz="1200">
              <a:latin typeface="Calibri"/>
              <a:cs typeface="Calibri"/>
            </a:endParaRPr>
          </a:p>
          <a:p>
            <a:pPr algn="ctr">
              <a:lnSpc>
                <a:spcPct val="100000"/>
              </a:lnSpc>
            </a:pPr>
            <a:r>
              <a:rPr sz="1200" spc="-5" dirty="0">
                <a:solidFill>
                  <a:srgbClr val="FFFFFF"/>
                </a:solidFill>
                <a:latin typeface="Calibri"/>
                <a:cs typeface="Calibri"/>
              </a:rPr>
              <a:t>“Local</a:t>
            </a:r>
            <a:r>
              <a:rPr sz="1200" spc="-55" dirty="0">
                <a:solidFill>
                  <a:srgbClr val="FFFFFF"/>
                </a:solidFill>
                <a:latin typeface="Calibri"/>
                <a:cs typeface="Calibri"/>
              </a:rPr>
              <a:t> </a:t>
            </a:r>
            <a:r>
              <a:rPr sz="1200" spc="-5" dirty="0">
                <a:solidFill>
                  <a:srgbClr val="FFFFFF"/>
                </a:solidFill>
                <a:latin typeface="Calibri"/>
                <a:cs typeface="Calibri"/>
              </a:rPr>
              <a:t>Reduce”</a:t>
            </a:r>
            <a:endParaRPr sz="1200">
              <a:latin typeface="Calibri"/>
              <a:cs typeface="Calibri"/>
            </a:endParaRPr>
          </a:p>
        </p:txBody>
      </p:sp>
      <p:grpSp>
        <p:nvGrpSpPr>
          <p:cNvPr id="25" name="object 25"/>
          <p:cNvGrpSpPr/>
          <p:nvPr/>
        </p:nvGrpSpPr>
        <p:grpSpPr>
          <a:xfrm>
            <a:off x="3307079" y="1008888"/>
            <a:ext cx="2625725" cy="1367790"/>
            <a:chOff x="3307079" y="1008888"/>
            <a:chExt cx="2625725" cy="1367790"/>
          </a:xfrm>
        </p:grpSpPr>
        <p:sp>
          <p:nvSpPr>
            <p:cNvPr id="26" name="object 26"/>
            <p:cNvSpPr/>
            <p:nvPr/>
          </p:nvSpPr>
          <p:spPr>
            <a:xfrm>
              <a:off x="3307067" y="1554225"/>
              <a:ext cx="2625725" cy="822325"/>
            </a:xfrm>
            <a:custGeom>
              <a:avLst/>
              <a:gdLst/>
              <a:ahLst/>
              <a:cxnLst/>
              <a:rect l="l" t="t" r="r" b="b"/>
              <a:pathLst>
                <a:path w="2625725" h="822325">
                  <a:moveTo>
                    <a:pt x="912253" y="9652"/>
                  </a:moveTo>
                  <a:lnTo>
                    <a:pt x="903871" y="0"/>
                  </a:lnTo>
                  <a:lnTo>
                    <a:pt x="53251" y="742111"/>
                  </a:lnTo>
                  <a:lnTo>
                    <a:pt x="32397" y="718185"/>
                  </a:lnTo>
                  <a:lnTo>
                    <a:pt x="0" y="796925"/>
                  </a:lnTo>
                  <a:lnTo>
                    <a:pt x="82435" y="775589"/>
                  </a:lnTo>
                  <a:lnTo>
                    <a:pt x="68808" y="759968"/>
                  </a:lnTo>
                  <a:lnTo>
                    <a:pt x="61582" y="751674"/>
                  </a:lnTo>
                  <a:lnTo>
                    <a:pt x="912253" y="9652"/>
                  </a:lnTo>
                  <a:close/>
                </a:path>
                <a:path w="2625725" h="822325">
                  <a:moveTo>
                    <a:pt x="2625610" y="822325"/>
                  </a:moveTo>
                  <a:lnTo>
                    <a:pt x="2610789" y="784606"/>
                  </a:lnTo>
                  <a:lnTo>
                    <a:pt x="2594495" y="743077"/>
                  </a:lnTo>
                  <a:lnTo>
                    <a:pt x="2573261" y="766749"/>
                  </a:lnTo>
                  <a:lnTo>
                    <a:pt x="1720227" y="127"/>
                  </a:lnTo>
                  <a:lnTo>
                    <a:pt x="1711845" y="9525"/>
                  </a:lnTo>
                  <a:lnTo>
                    <a:pt x="2564790" y="776185"/>
                  </a:lnTo>
                  <a:lnTo>
                    <a:pt x="2543568" y="799846"/>
                  </a:lnTo>
                  <a:lnTo>
                    <a:pt x="2625610" y="822325"/>
                  </a:lnTo>
                  <a:close/>
                </a:path>
              </a:pathLst>
            </a:custGeom>
            <a:solidFill>
              <a:srgbClr val="5F5F5F"/>
            </a:solidFill>
          </p:spPr>
          <p:txBody>
            <a:bodyPr wrap="square" lIns="0" tIns="0" rIns="0" bIns="0" rtlCol="0"/>
            <a:lstStyle/>
            <a:p>
              <a:endParaRPr/>
            </a:p>
          </p:txBody>
        </p:sp>
        <p:pic>
          <p:nvPicPr>
            <p:cNvPr id="27" name="object 27"/>
            <p:cNvPicPr/>
            <p:nvPr/>
          </p:nvPicPr>
          <p:blipFill>
            <a:blip r:embed="rId9" cstate="print"/>
            <a:stretch>
              <a:fillRect/>
            </a:stretch>
          </p:blipFill>
          <p:spPr>
            <a:xfrm>
              <a:off x="3732275" y="1008888"/>
              <a:ext cx="1767839" cy="608076"/>
            </a:xfrm>
            <a:prstGeom prst="rect">
              <a:avLst/>
            </a:prstGeom>
          </p:spPr>
        </p:pic>
        <p:pic>
          <p:nvPicPr>
            <p:cNvPr id="28" name="object 28"/>
            <p:cNvPicPr/>
            <p:nvPr/>
          </p:nvPicPr>
          <p:blipFill>
            <a:blip r:embed="rId10" cstate="print"/>
            <a:stretch>
              <a:fillRect/>
            </a:stretch>
          </p:blipFill>
          <p:spPr>
            <a:xfrm>
              <a:off x="4107179" y="1136942"/>
              <a:ext cx="1019555" cy="400773"/>
            </a:xfrm>
            <a:prstGeom prst="rect">
              <a:avLst/>
            </a:prstGeom>
          </p:spPr>
        </p:pic>
        <p:sp>
          <p:nvSpPr>
            <p:cNvPr id="29" name="object 29"/>
            <p:cNvSpPr/>
            <p:nvPr/>
          </p:nvSpPr>
          <p:spPr>
            <a:xfrm>
              <a:off x="3774947" y="1031748"/>
              <a:ext cx="1687195" cy="527685"/>
            </a:xfrm>
            <a:custGeom>
              <a:avLst/>
              <a:gdLst/>
              <a:ahLst/>
              <a:cxnLst/>
              <a:rect l="l" t="t" r="r" b="b"/>
              <a:pathLst>
                <a:path w="1687195" h="527685">
                  <a:moveTo>
                    <a:pt x="1599184" y="0"/>
                  </a:moveTo>
                  <a:lnTo>
                    <a:pt x="87884" y="0"/>
                  </a:lnTo>
                  <a:lnTo>
                    <a:pt x="53685" y="6909"/>
                  </a:lnTo>
                  <a:lnTo>
                    <a:pt x="25749" y="25749"/>
                  </a:lnTo>
                  <a:lnTo>
                    <a:pt x="6909" y="53685"/>
                  </a:lnTo>
                  <a:lnTo>
                    <a:pt x="0" y="87884"/>
                  </a:lnTo>
                  <a:lnTo>
                    <a:pt x="0" y="439419"/>
                  </a:lnTo>
                  <a:lnTo>
                    <a:pt x="6909" y="473618"/>
                  </a:lnTo>
                  <a:lnTo>
                    <a:pt x="25749" y="501554"/>
                  </a:lnTo>
                  <a:lnTo>
                    <a:pt x="53685" y="520394"/>
                  </a:lnTo>
                  <a:lnTo>
                    <a:pt x="87884" y="527303"/>
                  </a:lnTo>
                  <a:lnTo>
                    <a:pt x="1599184" y="527303"/>
                  </a:lnTo>
                  <a:lnTo>
                    <a:pt x="1633382" y="520394"/>
                  </a:lnTo>
                  <a:lnTo>
                    <a:pt x="1661318" y="501554"/>
                  </a:lnTo>
                  <a:lnTo>
                    <a:pt x="1680158" y="473618"/>
                  </a:lnTo>
                  <a:lnTo>
                    <a:pt x="1687067" y="439419"/>
                  </a:lnTo>
                  <a:lnTo>
                    <a:pt x="1687067" y="87884"/>
                  </a:lnTo>
                  <a:lnTo>
                    <a:pt x="1680158" y="53685"/>
                  </a:lnTo>
                  <a:lnTo>
                    <a:pt x="1661318" y="25749"/>
                  </a:lnTo>
                  <a:lnTo>
                    <a:pt x="1633382" y="6909"/>
                  </a:lnTo>
                  <a:lnTo>
                    <a:pt x="1599184" y="0"/>
                  </a:lnTo>
                  <a:close/>
                </a:path>
              </a:pathLst>
            </a:custGeom>
            <a:solidFill>
              <a:srgbClr val="0D80B8"/>
            </a:solidFill>
          </p:spPr>
          <p:txBody>
            <a:bodyPr wrap="square" lIns="0" tIns="0" rIns="0" bIns="0" rtlCol="0"/>
            <a:lstStyle/>
            <a:p>
              <a:endParaRPr/>
            </a:p>
          </p:txBody>
        </p:sp>
      </p:grpSp>
      <p:sp>
        <p:nvSpPr>
          <p:cNvPr id="30" name="object 30"/>
          <p:cNvSpPr txBox="1"/>
          <p:nvPr/>
        </p:nvSpPr>
        <p:spPr>
          <a:xfrm>
            <a:off x="4228846" y="1182370"/>
            <a:ext cx="781050" cy="208279"/>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FFFFFF"/>
                </a:solidFill>
                <a:latin typeface="Calibri"/>
                <a:cs typeface="Calibri"/>
              </a:rPr>
              <a:t>COMBINERS</a:t>
            </a:r>
            <a:endParaRPr sz="1200">
              <a:latin typeface="Calibri"/>
              <a:cs typeface="Calibri"/>
            </a:endParaRPr>
          </a:p>
        </p:txBody>
      </p:sp>
      <p:sp>
        <p:nvSpPr>
          <p:cNvPr id="32" name="object 32"/>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31" name="object 31"/>
          <p:cNvSpPr txBox="1">
            <a:spLocks noGrp="1"/>
          </p:cNvSpPr>
          <p:nvPr>
            <p:ph type="title"/>
          </p:nvPr>
        </p:nvSpPr>
        <p:spPr>
          <a:xfrm>
            <a:off x="471017" y="324053"/>
            <a:ext cx="3731260" cy="452120"/>
          </a:xfrm>
          <a:prstGeom prst="rect">
            <a:avLst/>
          </a:prstGeom>
        </p:spPr>
        <p:txBody>
          <a:bodyPr vert="horz" wrap="square" lIns="0" tIns="12065" rIns="0" bIns="0" rtlCol="0">
            <a:spAutoFit/>
          </a:bodyPr>
          <a:lstStyle/>
          <a:p>
            <a:pPr marL="12700">
              <a:lnSpc>
                <a:spcPct val="100000"/>
              </a:lnSpc>
              <a:spcBef>
                <a:spcPts val="95"/>
              </a:spcBef>
            </a:pPr>
            <a:r>
              <a:rPr spc="-10" dirty="0">
                <a:solidFill>
                  <a:srgbClr val="095A82"/>
                </a:solidFill>
              </a:rPr>
              <a:t>Combiner</a:t>
            </a:r>
            <a:r>
              <a:rPr spc="25" dirty="0">
                <a:solidFill>
                  <a:srgbClr val="095A82"/>
                </a:solidFill>
              </a:rPr>
              <a:t> </a:t>
            </a:r>
            <a:r>
              <a:rPr spc="-5" dirty="0">
                <a:solidFill>
                  <a:srgbClr val="095A82"/>
                </a:solidFill>
              </a:rPr>
              <a:t>– Local</a:t>
            </a:r>
            <a:r>
              <a:rPr dirty="0">
                <a:solidFill>
                  <a:srgbClr val="095A82"/>
                </a:solidFill>
              </a:rPr>
              <a:t> </a:t>
            </a:r>
            <a:r>
              <a:rPr spc="-5" dirty="0">
                <a:solidFill>
                  <a:srgbClr val="095A82"/>
                </a:solidFill>
              </a:rPr>
              <a:t>Reduce</a:t>
            </a:r>
          </a:p>
        </p:txBody>
      </p:sp>
      <p:sp>
        <p:nvSpPr>
          <p:cNvPr id="33" name="object 3">
            <a:extLst>
              <a:ext uri="{FF2B5EF4-FFF2-40B4-BE49-F238E27FC236}">
                <a16:creationId xmlns:a16="http://schemas.microsoft.com/office/drawing/2014/main" id="{1B776682-BC98-794A-E67E-0D1F48860FCD}"/>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34" name="Rectangle 33">
            <a:extLst>
              <a:ext uri="{FF2B5EF4-FFF2-40B4-BE49-F238E27FC236}">
                <a16:creationId xmlns:a16="http://schemas.microsoft.com/office/drawing/2014/main" id="{6B7FD9B0-CE8B-CE35-1378-74B1E0A6F3F6}"/>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43993868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67105" y="858774"/>
            <a:ext cx="8210550" cy="0"/>
          </a:xfrm>
          <a:custGeom>
            <a:avLst/>
            <a:gdLst/>
            <a:ahLst/>
            <a:cxnLst/>
            <a:rect l="l" t="t" r="r" b="b"/>
            <a:pathLst>
              <a:path w="8210550">
                <a:moveTo>
                  <a:pt x="0" y="0"/>
                </a:moveTo>
                <a:lnTo>
                  <a:pt x="8210550" y="0"/>
                </a:lnTo>
              </a:path>
            </a:pathLst>
          </a:custGeom>
          <a:ln w="28956">
            <a:solidFill>
              <a:srgbClr val="095A82"/>
            </a:solidFill>
          </a:ln>
        </p:spPr>
        <p:txBody>
          <a:bodyPr wrap="square" lIns="0" tIns="0" rIns="0" bIns="0" rtlCol="0"/>
          <a:lstStyle/>
          <a:p>
            <a:endParaRPr/>
          </a:p>
        </p:txBody>
      </p:sp>
      <p:grpSp>
        <p:nvGrpSpPr>
          <p:cNvPr id="3" name="object 3"/>
          <p:cNvGrpSpPr/>
          <p:nvPr/>
        </p:nvGrpSpPr>
        <p:grpSpPr>
          <a:xfrm>
            <a:off x="1391352" y="1289273"/>
            <a:ext cx="1136015" cy="628015"/>
            <a:chOff x="1391352" y="1289273"/>
            <a:chExt cx="1136015" cy="628015"/>
          </a:xfrm>
        </p:grpSpPr>
        <p:pic>
          <p:nvPicPr>
            <p:cNvPr id="4" name="object 4"/>
            <p:cNvPicPr/>
            <p:nvPr/>
          </p:nvPicPr>
          <p:blipFill>
            <a:blip r:embed="rId2" cstate="print"/>
            <a:stretch>
              <a:fillRect/>
            </a:stretch>
          </p:blipFill>
          <p:spPr>
            <a:xfrm>
              <a:off x="1391352" y="1289273"/>
              <a:ext cx="1135512" cy="627961"/>
            </a:xfrm>
            <a:prstGeom prst="rect">
              <a:avLst/>
            </a:prstGeom>
          </p:spPr>
        </p:pic>
        <p:sp>
          <p:nvSpPr>
            <p:cNvPr id="5" name="object 5"/>
            <p:cNvSpPr/>
            <p:nvPr/>
          </p:nvSpPr>
          <p:spPr>
            <a:xfrm>
              <a:off x="1443989" y="1322070"/>
              <a:ext cx="1035050" cy="527685"/>
            </a:xfrm>
            <a:custGeom>
              <a:avLst/>
              <a:gdLst/>
              <a:ahLst/>
              <a:cxnLst/>
              <a:rect l="l" t="t" r="r" b="b"/>
              <a:pathLst>
                <a:path w="1035050" h="527685">
                  <a:moveTo>
                    <a:pt x="946911" y="0"/>
                  </a:moveTo>
                  <a:lnTo>
                    <a:pt x="87884" y="0"/>
                  </a:lnTo>
                  <a:lnTo>
                    <a:pt x="53685" y="6909"/>
                  </a:lnTo>
                  <a:lnTo>
                    <a:pt x="25749" y="25749"/>
                  </a:lnTo>
                  <a:lnTo>
                    <a:pt x="6909" y="53685"/>
                  </a:lnTo>
                  <a:lnTo>
                    <a:pt x="0" y="87883"/>
                  </a:lnTo>
                  <a:lnTo>
                    <a:pt x="0" y="439419"/>
                  </a:lnTo>
                  <a:lnTo>
                    <a:pt x="6909" y="473618"/>
                  </a:lnTo>
                  <a:lnTo>
                    <a:pt x="25749" y="501554"/>
                  </a:lnTo>
                  <a:lnTo>
                    <a:pt x="53685" y="520394"/>
                  </a:lnTo>
                  <a:lnTo>
                    <a:pt x="87884" y="527303"/>
                  </a:lnTo>
                  <a:lnTo>
                    <a:pt x="946911" y="527303"/>
                  </a:lnTo>
                  <a:lnTo>
                    <a:pt x="981110" y="520394"/>
                  </a:lnTo>
                  <a:lnTo>
                    <a:pt x="1009046" y="501554"/>
                  </a:lnTo>
                  <a:lnTo>
                    <a:pt x="1027886" y="473618"/>
                  </a:lnTo>
                  <a:lnTo>
                    <a:pt x="1034796" y="439419"/>
                  </a:lnTo>
                  <a:lnTo>
                    <a:pt x="1034796" y="87883"/>
                  </a:lnTo>
                  <a:lnTo>
                    <a:pt x="1027886" y="53685"/>
                  </a:lnTo>
                  <a:lnTo>
                    <a:pt x="1009046" y="25749"/>
                  </a:lnTo>
                  <a:lnTo>
                    <a:pt x="981110" y="6909"/>
                  </a:lnTo>
                  <a:lnTo>
                    <a:pt x="946911" y="0"/>
                  </a:lnTo>
                  <a:close/>
                </a:path>
              </a:pathLst>
            </a:custGeom>
            <a:solidFill>
              <a:srgbClr val="16A995"/>
            </a:solidFill>
          </p:spPr>
          <p:txBody>
            <a:bodyPr wrap="square" lIns="0" tIns="0" rIns="0" bIns="0" rtlCol="0"/>
            <a:lstStyle/>
            <a:p>
              <a:endParaRPr/>
            </a:p>
          </p:txBody>
        </p:sp>
        <p:sp>
          <p:nvSpPr>
            <p:cNvPr id="6" name="object 6"/>
            <p:cNvSpPr/>
            <p:nvPr/>
          </p:nvSpPr>
          <p:spPr>
            <a:xfrm>
              <a:off x="1443989" y="1322070"/>
              <a:ext cx="1035050" cy="527685"/>
            </a:xfrm>
            <a:custGeom>
              <a:avLst/>
              <a:gdLst/>
              <a:ahLst/>
              <a:cxnLst/>
              <a:rect l="l" t="t" r="r" b="b"/>
              <a:pathLst>
                <a:path w="1035050" h="527685">
                  <a:moveTo>
                    <a:pt x="0" y="87883"/>
                  </a:moveTo>
                  <a:lnTo>
                    <a:pt x="6909" y="53685"/>
                  </a:lnTo>
                  <a:lnTo>
                    <a:pt x="25749" y="25749"/>
                  </a:lnTo>
                  <a:lnTo>
                    <a:pt x="53685" y="6909"/>
                  </a:lnTo>
                  <a:lnTo>
                    <a:pt x="87884" y="0"/>
                  </a:lnTo>
                  <a:lnTo>
                    <a:pt x="946911" y="0"/>
                  </a:lnTo>
                  <a:lnTo>
                    <a:pt x="981110" y="6909"/>
                  </a:lnTo>
                  <a:lnTo>
                    <a:pt x="1009046" y="25749"/>
                  </a:lnTo>
                  <a:lnTo>
                    <a:pt x="1027886" y="53685"/>
                  </a:lnTo>
                  <a:lnTo>
                    <a:pt x="1034796" y="87883"/>
                  </a:lnTo>
                  <a:lnTo>
                    <a:pt x="1034796" y="439419"/>
                  </a:lnTo>
                  <a:lnTo>
                    <a:pt x="1027886" y="473618"/>
                  </a:lnTo>
                  <a:lnTo>
                    <a:pt x="1009046" y="501554"/>
                  </a:lnTo>
                  <a:lnTo>
                    <a:pt x="981110" y="520394"/>
                  </a:lnTo>
                  <a:lnTo>
                    <a:pt x="946911" y="527303"/>
                  </a:lnTo>
                  <a:lnTo>
                    <a:pt x="87884" y="527303"/>
                  </a:lnTo>
                  <a:lnTo>
                    <a:pt x="53685" y="520394"/>
                  </a:lnTo>
                  <a:lnTo>
                    <a:pt x="25749" y="501554"/>
                  </a:lnTo>
                  <a:lnTo>
                    <a:pt x="6909" y="473618"/>
                  </a:lnTo>
                  <a:lnTo>
                    <a:pt x="0" y="439419"/>
                  </a:lnTo>
                  <a:lnTo>
                    <a:pt x="0" y="87883"/>
                  </a:lnTo>
                  <a:close/>
                </a:path>
              </a:pathLst>
            </a:custGeom>
            <a:ln w="38099">
              <a:solidFill>
                <a:srgbClr val="FFFFFF"/>
              </a:solidFill>
            </a:ln>
          </p:spPr>
          <p:txBody>
            <a:bodyPr wrap="square" lIns="0" tIns="0" rIns="0" bIns="0" rtlCol="0"/>
            <a:lstStyle/>
            <a:p>
              <a:endParaRPr/>
            </a:p>
          </p:txBody>
        </p:sp>
      </p:grpSp>
      <p:sp>
        <p:nvSpPr>
          <p:cNvPr id="7" name="object 7"/>
          <p:cNvSpPr txBox="1"/>
          <p:nvPr/>
        </p:nvSpPr>
        <p:spPr>
          <a:xfrm>
            <a:off x="1805685" y="1471116"/>
            <a:ext cx="309880"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Map</a:t>
            </a:r>
            <a:endParaRPr sz="1200">
              <a:latin typeface="Calibri"/>
              <a:cs typeface="Calibri"/>
            </a:endParaRPr>
          </a:p>
        </p:txBody>
      </p:sp>
      <p:grpSp>
        <p:nvGrpSpPr>
          <p:cNvPr id="8" name="object 8"/>
          <p:cNvGrpSpPr/>
          <p:nvPr/>
        </p:nvGrpSpPr>
        <p:grpSpPr>
          <a:xfrm>
            <a:off x="1391352" y="2346929"/>
            <a:ext cx="1136015" cy="628015"/>
            <a:chOff x="1391352" y="2346929"/>
            <a:chExt cx="1136015" cy="628015"/>
          </a:xfrm>
        </p:grpSpPr>
        <p:pic>
          <p:nvPicPr>
            <p:cNvPr id="9" name="object 9"/>
            <p:cNvPicPr/>
            <p:nvPr/>
          </p:nvPicPr>
          <p:blipFill>
            <a:blip r:embed="rId2" cstate="print"/>
            <a:stretch>
              <a:fillRect/>
            </a:stretch>
          </p:blipFill>
          <p:spPr>
            <a:xfrm>
              <a:off x="1391352" y="2346929"/>
              <a:ext cx="1135512" cy="627961"/>
            </a:xfrm>
            <a:prstGeom prst="rect">
              <a:avLst/>
            </a:prstGeom>
          </p:spPr>
        </p:pic>
        <p:sp>
          <p:nvSpPr>
            <p:cNvPr id="10" name="object 10"/>
            <p:cNvSpPr/>
            <p:nvPr/>
          </p:nvSpPr>
          <p:spPr>
            <a:xfrm>
              <a:off x="1443989" y="2379726"/>
              <a:ext cx="1035050" cy="527685"/>
            </a:xfrm>
            <a:custGeom>
              <a:avLst/>
              <a:gdLst/>
              <a:ahLst/>
              <a:cxnLst/>
              <a:rect l="l" t="t" r="r" b="b"/>
              <a:pathLst>
                <a:path w="1035050" h="527685">
                  <a:moveTo>
                    <a:pt x="946911" y="0"/>
                  </a:moveTo>
                  <a:lnTo>
                    <a:pt x="87884" y="0"/>
                  </a:lnTo>
                  <a:lnTo>
                    <a:pt x="53685" y="6909"/>
                  </a:lnTo>
                  <a:lnTo>
                    <a:pt x="25749" y="25749"/>
                  </a:lnTo>
                  <a:lnTo>
                    <a:pt x="6909" y="53685"/>
                  </a:lnTo>
                  <a:lnTo>
                    <a:pt x="0" y="87884"/>
                  </a:lnTo>
                  <a:lnTo>
                    <a:pt x="0" y="439419"/>
                  </a:lnTo>
                  <a:lnTo>
                    <a:pt x="6909" y="473618"/>
                  </a:lnTo>
                  <a:lnTo>
                    <a:pt x="25749" y="501554"/>
                  </a:lnTo>
                  <a:lnTo>
                    <a:pt x="53685" y="520394"/>
                  </a:lnTo>
                  <a:lnTo>
                    <a:pt x="87884" y="527304"/>
                  </a:lnTo>
                  <a:lnTo>
                    <a:pt x="946911" y="527304"/>
                  </a:lnTo>
                  <a:lnTo>
                    <a:pt x="981110" y="520394"/>
                  </a:lnTo>
                  <a:lnTo>
                    <a:pt x="1009046" y="501554"/>
                  </a:lnTo>
                  <a:lnTo>
                    <a:pt x="1027886" y="473618"/>
                  </a:lnTo>
                  <a:lnTo>
                    <a:pt x="1034796" y="439419"/>
                  </a:lnTo>
                  <a:lnTo>
                    <a:pt x="1034796" y="87884"/>
                  </a:lnTo>
                  <a:lnTo>
                    <a:pt x="1027886" y="53685"/>
                  </a:lnTo>
                  <a:lnTo>
                    <a:pt x="1009046" y="25749"/>
                  </a:lnTo>
                  <a:lnTo>
                    <a:pt x="981110" y="6909"/>
                  </a:lnTo>
                  <a:lnTo>
                    <a:pt x="946911" y="0"/>
                  </a:lnTo>
                  <a:close/>
                </a:path>
              </a:pathLst>
            </a:custGeom>
            <a:solidFill>
              <a:srgbClr val="16A995"/>
            </a:solidFill>
          </p:spPr>
          <p:txBody>
            <a:bodyPr wrap="square" lIns="0" tIns="0" rIns="0" bIns="0" rtlCol="0"/>
            <a:lstStyle/>
            <a:p>
              <a:endParaRPr/>
            </a:p>
          </p:txBody>
        </p:sp>
        <p:sp>
          <p:nvSpPr>
            <p:cNvPr id="11" name="object 11"/>
            <p:cNvSpPr/>
            <p:nvPr/>
          </p:nvSpPr>
          <p:spPr>
            <a:xfrm>
              <a:off x="1443989" y="2379726"/>
              <a:ext cx="1035050" cy="527685"/>
            </a:xfrm>
            <a:custGeom>
              <a:avLst/>
              <a:gdLst/>
              <a:ahLst/>
              <a:cxnLst/>
              <a:rect l="l" t="t" r="r" b="b"/>
              <a:pathLst>
                <a:path w="1035050" h="527685">
                  <a:moveTo>
                    <a:pt x="0" y="87884"/>
                  </a:moveTo>
                  <a:lnTo>
                    <a:pt x="6909" y="53685"/>
                  </a:lnTo>
                  <a:lnTo>
                    <a:pt x="25749" y="25749"/>
                  </a:lnTo>
                  <a:lnTo>
                    <a:pt x="53685" y="6909"/>
                  </a:lnTo>
                  <a:lnTo>
                    <a:pt x="87884" y="0"/>
                  </a:lnTo>
                  <a:lnTo>
                    <a:pt x="946911" y="0"/>
                  </a:lnTo>
                  <a:lnTo>
                    <a:pt x="981110" y="6909"/>
                  </a:lnTo>
                  <a:lnTo>
                    <a:pt x="1009046" y="25749"/>
                  </a:lnTo>
                  <a:lnTo>
                    <a:pt x="1027886" y="53685"/>
                  </a:lnTo>
                  <a:lnTo>
                    <a:pt x="1034796" y="87884"/>
                  </a:lnTo>
                  <a:lnTo>
                    <a:pt x="1034796" y="439419"/>
                  </a:lnTo>
                  <a:lnTo>
                    <a:pt x="1027886" y="473618"/>
                  </a:lnTo>
                  <a:lnTo>
                    <a:pt x="1009046" y="501554"/>
                  </a:lnTo>
                  <a:lnTo>
                    <a:pt x="981110" y="520394"/>
                  </a:lnTo>
                  <a:lnTo>
                    <a:pt x="946911" y="527304"/>
                  </a:lnTo>
                  <a:lnTo>
                    <a:pt x="87884" y="527304"/>
                  </a:lnTo>
                  <a:lnTo>
                    <a:pt x="53685" y="520394"/>
                  </a:lnTo>
                  <a:lnTo>
                    <a:pt x="25749" y="501554"/>
                  </a:lnTo>
                  <a:lnTo>
                    <a:pt x="6909" y="473618"/>
                  </a:lnTo>
                  <a:lnTo>
                    <a:pt x="0" y="439419"/>
                  </a:lnTo>
                  <a:lnTo>
                    <a:pt x="0" y="87884"/>
                  </a:lnTo>
                  <a:close/>
                </a:path>
              </a:pathLst>
            </a:custGeom>
            <a:ln w="38100">
              <a:solidFill>
                <a:srgbClr val="FFFFFF"/>
              </a:solidFill>
            </a:ln>
          </p:spPr>
          <p:txBody>
            <a:bodyPr wrap="square" lIns="0" tIns="0" rIns="0" bIns="0" rtlCol="0"/>
            <a:lstStyle/>
            <a:p>
              <a:endParaRPr/>
            </a:p>
          </p:txBody>
        </p:sp>
      </p:grpSp>
      <p:sp>
        <p:nvSpPr>
          <p:cNvPr id="12" name="object 12"/>
          <p:cNvSpPr txBox="1"/>
          <p:nvPr/>
        </p:nvSpPr>
        <p:spPr>
          <a:xfrm>
            <a:off x="1805685" y="2530297"/>
            <a:ext cx="309880"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Map</a:t>
            </a:r>
            <a:endParaRPr sz="1200">
              <a:latin typeface="Calibri"/>
              <a:cs typeface="Calibri"/>
            </a:endParaRPr>
          </a:p>
        </p:txBody>
      </p:sp>
      <p:grpSp>
        <p:nvGrpSpPr>
          <p:cNvPr id="13" name="object 13"/>
          <p:cNvGrpSpPr/>
          <p:nvPr/>
        </p:nvGrpSpPr>
        <p:grpSpPr>
          <a:xfrm>
            <a:off x="1391352" y="3556972"/>
            <a:ext cx="1136015" cy="628015"/>
            <a:chOff x="1391352" y="3556972"/>
            <a:chExt cx="1136015" cy="628015"/>
          </a:xfrm>
        </p:grpSpPr>
        <p:pic>
          <p:nvPicPr>
            <p:cNvPr id="14" name="object 14"/>
            <p:cNvPicPr/>
            <p:nvPr/>
          </p:nvPicPr>
          <p:blipFill>
            <a:blip r:embed="rId2" cstate="print"/>
            <a:stretch>
              <a:fillRect/>
            </a:stretch>
          </p:blipFill>
          <p:spPr>
            <a:xfrm>
              <a:off x="1391352" y="3556972"/>
              <a:ext cx="1135512" cy="627961"/>
            </a:xfrm>
            <a:prstGeom prst="rect">
              <a:avLst/>
            </a:prstGeom>
          </p:spPr>
        </p:pic>
        <p:sp>
          <p:nvSpPr>
            <p:cNvPr id="15" name="object 15"/>
            <p:cNvSpPr/>
            <p:nvPr/>
          </p:nvSpPr>
          <p:spPr>
            <a:xfrm>
              <a:off x="1443989" y="3589781"/>
              <a:ext cx="1035050" cy="527685"/>
            </a:xfrm>
            <a:custGeom>
              <a:avLst/>
              <a:gdLst/>
              <a:ahLst/>
              <a:cxnLst/>
              <a:rect l="l" t="t" r="r" b="b"/>
              <a:pathLst>
                <a:path w="1035050" h="527685">
                  <a:moveTo>
                    <a:pt x="946911" y="0"/>
                  </a:moveTo>
                  <a:lnTo>
                    <a:pt x="87884" y="0"/>
                  </a:lnTo>
                  <a:lnTo>
                    <a:pt x="53685" y="6909"/>
                  </a:lnTo>
                  <a:lnTo>
                    <a:pt x="25749" y="25749"/>
                  </a:lnTo>
                  <a:lnTo>
                    <a:pt x="6909" y="53685"/>
                  </a:lnTo>
                  <a:lnTo>
                    <a:pt x="0" y="87884"/>
                  </a:lnTo>
                  <a:lnTo>
                    <a:pt x="0" y="439420"/>
                  </a:lnTo>
                  <a:lnTo>
                    <a:pt x="6909" y="473629"/>
                  </a:lnTo>
                  <a:lnTo>
                    <a:pt x="25749" y="501564"/>
                  </a:lnTo>
                  <a:lnTo>
                    <a:pt x="53685" y="520397"/>
                  </a:lnTo>
                  <a:lnTo>
                    <a:pt x="87884" y="527304"/>
                  </a:lnTo>
                  <a:lnTo>
                    <a:pt x="946911" y="527304"/>
                  </a:lnTo>
                  <a:lnTo>
                    <a:pt x="981110" y="520397"/>
                  </a:lnTo>
                  <a:lnTo>
                    <a:pt x="1009046" y="501564"/>
                  </a:lnTo>
                  <a:lnTo>
                    <a:pt x="1027886" y="473629"/>
                  </a:lnTo>
                  <a:lnTo>
                    <a:pt x="1034796" y="439420"/>
                  </a:lnTo>
                  <a:lnTo>
                    <a:pt x="1034796" y="87884"/>
                  </a:lnTo>
                  <a:lnTo>
                    <a:pt x="1027886" y="53685"/>
                  </a:lnTo>
                  <a:lnTo>
                    <a:pt x="1009046" y="25749"/>
                  </a:lnTo>
                  <a:lnTo>
                    <a:pt x="981110" y="6909"/>
                  </a:lnTo>
                  <a:lnTo>
                    <a:pt x="946911" y="0"/>
                  </a:lnTo>
                  <a:close/>
                </a:path>
              </a:pathLst>
            </a:custGeom>
            <a:solidFill>
              <a:srgbClr val="16A995"/>
            </a:solidFill>
          </p:spPr>
          <p:txBody>
            <a:bodyPr wrap="square" lIns="0" tIns="0" rIns="0" bIns="0" rtlCol="0"/>
            <a:lstStyle/>
            <a:p>
              <a:endParaRPr/>
            </a:p>
          </p:txBody>
        </p:sp>
        <p:sp>
          <p:nvSpPr>
            <p:cNvPr id="16" name="object 16"/>
            <p:cNvSpPr/>
            <p:nvPr/>
          </p:nvSpPr>
          <p:spPr>
            <a:xfrm>
              <a:off x="1443989" y="3589781"/>
              <a:ext cx="1035050" cy="527685"/>
            </a:xfrm>
            <a:custGeom>
              <a:avLst/>
              <a:gdLst/>
              <a:ahLst/>
              <a:cxnLst/>
              <a:rect l="l" t="t" r="r" b="b"/>
              <a:pathLst>
                <a:path w="1035050" h="527685">
                  <a:moveTo>
                    <a:pt x="0" y="87884"/>
                  </a:moveTo>
                  <a:lnTo>
                    <a:pt x="6909" y="53685"/>
                  </a:lnTo>
                  <a:lnTo>
                    <a:pt x="25749" y="25749"/>
                  </a:lnTo>
                  <a:lnTo>
                    <a:pt x="53685" y="6909"/>
                  </a:lnTo>
                  <a:lnTo>
                    <a:pt x="87884" y="0"/>
                  </a:lnTo>
                  <a:lnTo>
                    <a:pt x="946911" y="0"/>
                  </a:lnTo>
                  <a:lnTo>
                    <a:pt x="981110" y="6909"/>
                  </a:lnTo>
                  <a:lnTo>
                    <a:pt x="1009046" y="25749"/>
                  </a:lnTo>
                  <a:lnTo>
                    <a:pt x="1027886" y="53685"/>
                  </a:lnTo>
                  <a:lnTo>
                    <a:pt x="1034796" y="87884"/>
                  </a:lnTo>
                  <a:lnTo>
                    <a:pt x="1034796" y="439420"/>
                  </a:lnTo>
                  <a:lnTo>
                    <a:pt x="1027886" y="473629"/>
                  </a:lnTo>
                  <a:lnTo>
                    <a:pt x="1009046" y="501564"/>
                  </a:lnTo>
                  <a:lnTo>
                    <a:pt x="981110" y="520397"/>
                  </a:lnTo>
                  <a:lnTo>
                    <a:pt x="946911" y="527304"/>
                  </a:lnTo>
                  <a:lnTo>
                    <a:pt x="87884" y="527304"/>
                  </a:lnTo>
                  <a:lnTo>
                    <a:pt x="53685" y="520397"/>
                  </a:lnTo>
                  <a:lnTo>
                    <a:pt x="25749" y="501564"/>
                  </a:lnTo>
                  <a:lnTo>
                    <a:pt x="6909" y="473629"/>
                  </a:lnTo>
                  <a:lnTo>
                    <a:pt x="0" y="439420"/>
                  </a:lnTo>
                  <a:lnTo>
                    <a:pt x="0" y="87884"/>
                  </a:lnTo>
                  <a:close/>
                </a:path>
              </a:pathLst>
            </a:custGeom>
            <a:ln w="38100">
              <a:solidFill>
                <a:srgbClr val="FFFFFF"/>
              </a:solidFill>
            </a:ln>
          </p:spPr>
          <p:txBody>
            <a:bodyPr wrap="square" lIns="0" tIns="0" rIns="0" bIns="0" rtlCol="0"/>
            <a:lstStyle/>
            <a:p>
              <a:endParaRPr/>
            </a:p>
          </p:txBody>
        </p:sp>
      </p:grpSp>
      <p:sp>
        <p:nvSpPr>
          <p:cNvPr id="17" name="object 17"/>
          <p:cNvSpPr txBox="1"/>
          <p:nvPr/>
        </p:nvSpPr>
        <p:spPr>
          <a:xfrm>
            <a:off x="1805685" y="3740607"/>
            <a:ext cx="30988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alibri"/>
                <a:cs typeface="Calibri"/>
              </a:rPr>
              <a:t>Map</a:t>
            </a:r>
            <a:endParaRPr sz="1200">
              <a:latin typeface="Calibri"/>
              <a:cs typeface="Calibri"/>
            </a:endParaRPr>
          </a:p>
        </p:txBody>
      </p:sp>
      <p:grpSp>
        <p:nvGrpSpPr>
          <p:cNvPr id="18" name="object 18"/>
          <p:cNvGrpSpPr/>
          <p:nvPr/>
        </p:nvGrpSpPr>
        <p:grpSpPr>
          <a:xfrm>
            <a:off x="5995382" y="1289273"/>
            <a:ext cx="1612900" cy="628015"/>
            <a:chOff x="5995382" y="1289273"/>
            <a:chExt cx="1612900" cy="628015"/>
          </a:xfrm>
        </p:grpSpPr>
        <p:pic>
          <p:nvPicPr>
            <p:cNvPr id="19" name="object 19"/>
            <p:cNvPicPr/>
            <p:nvPr/>
          </p:nvPicPr>
          <p:blipFill>
            <a:blip r:embed="rId3" cstate="print"/>
            <a:stretch>
              <a:fillRect/>
            </a:stretch>
          </p:blipFill>
          <p:spPr>
            <a:xfrm>
              <a:off x="5995382" y="1289273"/>
              <a:ext cx="1612460" cy="627961"/>
            </a:xfrm>
            <a:prstGeom prst="rect">
              <a:avLst/>
            </a:prstGeom>
          </p:spPr>
        </p:pic>
        <p:sp>
          <p:nvSpPr>
            <p:cNvPr id="20" name="object 20"/>
            <p:cNvSpPr/>
            <p:nvPr/>
          </p:nvSpPr>
          <p:spPr>
            <a:xfrm>
              <a:off x="6047994" y="1322070"/>
              <a:ext cx="1511935" cy="527685"/>
            </a:xfrm>
            <a:custGeom>
              <a:avLst/>
              <a:gdLst/>
              <a:ahLst/>
              <a:cxnLst/>
              <a:rect l="l" t="t" r="r" b="b"/>
              <a:pathLst>
                <a:path w="1511934" h="527685">
                  <a:moveTo>
                    <a:pt x="1423924" y="0"/>
                  </a:moveTo>
                  <a:lnTo>
                    <a:pt x="87883" y="0"/>
                  </a:lnTo>
                  <a:lnTo>
                    <a:pt x="53685" y="6909"/>
                  </a:lnTo>
                  <a:lnTo>
                    <a:pt x="25749" y="25749"/>
                  </a:lnTo>
                  <a:lnTo>
                    <a:pt x="6909" y="53685"/>
                  </a:lnTo>
                  <a:lnTo>
                    <a:pt x="0" y="87883"/>
                  </a:lnTo>
                  <a:lnTo>
                    <a:pt x="0" y="439419"/>
                  </a:lnTo>
                  <a:lnTo>
                    <a:pt x="6909" y="473618"/>
                  </a:lnTo>
                  <a:lnTo>
                    <a:pt x="25749" y="501554"/>
                  </a:lnTo>
                  <a:lnTo>
                    <a:pt x="53685" y="520394"/>
                  </a:lnTo>
                  <a:lnTo>
                    <a:pt x="87883" y="527303"/>
                  </a:lnTo>
                  <a:lnTo>
                    <a:pt x="1423924" y="527303"/>
                  </a:lnTo>
                  <a:lnTo>
                    <a:pt x="1458122" y="520394"/>
                  </a:lnTo>
                  <a:lnTo>
                    <a:pt x="1486058" y="501554"/>
                  </a:lnTo>
                  <a:lnTo>
                    <a:pt x="1504898" y="473618"/>
                  </a:lnTo>
                  <a:lnTo>
                    <a:pt x="1511807" y="439419"/>
                  </a:lnTo>
                  <a:lnTo>
                    <a:pt x="1511807" y="87883"/>
                  </a:lnTo>
                  <a:lnTo>
                    <a:pt x="1504898" y="53685"/>
                  </a:lnTo>
                  <a:lnTo>
                    <a:pt x="1486058" y="25749"/>
                  </a:lnTo>
                  <a:lnTo>
                    <a:pt x="1458122" y="6909"/>
                  </a:lnTo>
                  <a:lnTo>
                    <a:pt x="1423924" y="0"/>
                  </a:lnTo>
                  <a:close/>
                </a:path>
              </a:pathLst>
            </a:custGeom>
            <a:solidFill>
              <a:srgbClr val="095A82"/>
            </a:solidFill>
          </p:spPr>
          <p:txBody>
            <a:bodyPr wrap="square" lIns="0" tIns="0" rIns="0" bIns="0" rtlCol="0"/>
            <a:lstStyle/>
            <a:p>
              <a:endParaRPr/>
            </a:p>
          </p:txBody>
        </p:sp>
        <p:sp>
          <p:nvSpPr>
            <p:cNvPr id="21" name="object 21"/>
            <p:cNvSpPr/>
            <p:nvPr/>
          </p:nvSpPr>
          <p:spPr>
            <a:xfrm>
              <a:off x="6047994" y="1322070"/>
              <a:ext cx="1511935" cy="527685"/>
            </a:xfrm>
            <a:custGeom>
              <a:avLst/>
              <a:gdLst/>
              <a:ahLst/>
              <a:cxnLst/>
              <a:rect l="l" t="t" r="r" b="b"/>
              <a:pathLst>
                <a:path w="1511934" h="527685">
                  <a:moveTo>
                    <a:pt x="0" y="87883"/>
                  </a:moveTo>
                  <a:lnTo>
                    <a:pt x="6909" y="53685"/>
                  </a:lnTo>
                  <a:lnTo>
                    <a:pt x="25749" y="25749"/>
                  </a:lnTo>
                  <a:lnTo>
                    <a:pt x="53685" y="6909"/>
                  </a:lnTo>
                  <a:lnTo>
                    <a:pt x="87883" y="0"/>
                  </a:lnTo>
                  <a:lnTo>
                    <a:pt x="1423924" y="0"/>
                  </a:lnTo>
                  <a:lnTo>
                    <a:pt x="1458122" y="6909"/>
                  </a:lnTo>
                  <a:lnTo>
                    <a:pt x="1486058" y="25749"/>
                  </a:lnTo>
                  <a:lnTo>
                    <a:pt x="1504898" y="53685"/>
                  </a:lnTo>
                  <a:lnTo>
                    <a:pt x="1511807" y="87883"/>
                  </a:lnTo>
                  <a:lnTo>
                    <a:pt x="1511807" y="439419"/>
                  </a:lnTo>
                  <a:lnTo>
                    <a:pt x="1504898" y="473618"/>
                  </a:lnTo>
                  <a:lnTo>
                    <a:pt x="1486058" y="501554"/>
                  </a:lnTo>
                  <a:lnTo>
                    <a:pt x="1458122" y="520394"/>
                  </a:lnTo>
                  <a:lnTo>
                    <a:pt x="1423924" y="527303"/>
                  </a:lnTo>
                  <a:lnTo>
                    <a:pt x="87883" y="527303"/>
                  </a:lnTo>
                  <a:lnTo>
                    <a:pt x="53685" y="520394"/>
                  </a:lnTo>
                  <a:lnTo>
                    <a:pt x="25749" y="501554"/>
                  </a:lnTo>
                  <a:lnTo>
                    <a:pt x="6909" y="473618"/>
                  </a:lnTo>
                  <a:lnTo>
                    <a:pt x="0" y="439419"/>
                  </a:lnTo>
                  <a:lnTo>
                    <a:pt x="0" y="87883"/>
                  </a:lnTo>
                  <a:close/>
                </a:path>
              </a:pathLst>
            </a:custGeom>
            <a:ln w="38100">
              <a:solidFill>
                <a:srgbClr val="FFFFFF"/>
              </a:solidFill>
            </a:ln>
          </p:spPr>
          <p:txBody>
            <a:bodyPr wrap="square" lIns="0" tIns="0" rIns="0" bIns="0" rtlCol="0"/>
            <a:lstStyle/>
            <a:p>
              <a:endParaRPr/>
            </a:p>
          </p:txBody>
        </p:sp>
      </p:grpSp>
      <p:sp>
        <p:nvSpPr>
          <p:cNvPr id="22" name="object 22"/>
          <p:cNvSpPr txBox="1"/>
          <p:nvPr/>
        </p:nvSpPr>
        <p:spPr>
          <a:xfrm>
            <a:off x="6536817" y="1471116"/>
            <a:ext cx="535940" cy="208915"/>
          </a:xfrm>
          <a:prstGeom prst="rect">
            <a:avLst/>
          </a:prstGeom>
        </p:spPr>
        <p:txBody>
          <a:bodyPr vert="horz" wrap="square" lIns="0" tIns="12700" rIns="0" bIns="0" rtlCol="0">
            <a:spAutoFit/>
          </a:bodyPr>
          <a:lstStyle/>
          <a:p>
            <a:pPr marL="12700">
              <a:lnSpc>
                <a:spcPct val="100000"/>
              </a:lnSpc>
              <a:spcBef>
                <a:spcPts val="100"/>
              </a:spcBef>
            </a:pPr>
            <a:r>
              <a:rPr sz="1200" spc="-30" dirty="0">
                <a:solidFill>
                  <a:srgbClr val="FFFFFF"/>
                </a:solidFill>
                <a:latin typeface="Calibri"/>
                <a:cs typeface="Calibri"/>
              </a:rPr>
              <a:t>R</a:t>
            </a:r>
            <a:r>
              <a:rPr sz="1200" dirty="0">
                <a:solidFill>
                  <a:srgbClr val="FFFFFF"/>
                </a:solidFill>
                <a:latin typeface="Calibri"/>
                <a:cs typeface="Calibri"/>
              </a:rPr>
              <a:t>e</a:t>
            </a:r>
            <a:r>
              <a:rPr sz="1200" spc="5" dirty="0">
                <a:solidFill>
                  <a:srgbClr val="FFFFFF"/>
                </a:solidFill>
                <a:latin typeface="Calibri"/>
                <a:cs typeface="Calibri"/>
              </a:rPr>
              <a:t>d</a:t>
            </a:r>
            <a:r>
              <a:rPr sz="1200" dirty="0">
                <a:solidFill>
                  <a:srgbClr val="FFFFFF"/>
                </a:solidFill>
                <a:latin typeface="Calibri"/>
                <a:cs typeface="Calibri"/>
              </a:rPr>
              <a:t>u</a:t>
            </a:r>
            <a:r>
              <a:rPr sz="1200" spc="-5" dirty="0">
                <a:solidFill>
                  <a:srgbClr val="FFFFFF"/>
                </a:solidFill>
                <a:latin typeface="Calibri"/>
                <a:cs typeface="Calibri"/>
              </a:rPr>
              <a:t>c</a:t>
            </a:r>
            <a:r>
              <a:rPr sz="1200" dirty="0">
                <a:solidFill>
                  <a:srgbClr val="FFFFFF"/>
                </a:solidFill>
                <a:latin typeface="Calibri"/>
                <a:cs typeface="Calibri"/>
              </a:rPr>
              <a:t>er</a:t>
            </a:r>
            <a:endParaRPr sz="1200">
              <a:latin typeface="Calibri"/>
              <a:cs typeface="Calibri"/>
            </a:endParaRPr>
          </a:p>
        </p:txBody>
      </p:sp>
      <p:grpSp>
        <p:nvGrpSpPr>
          <p:cNvPr id="23" name="object 23"/>
          <p:cNvGrpSpPr/>
          <p:nvPr/>
        </p:nvGrpSpPr>
        <p:grpSpPr>
          <a:xfrm>
            <a:off x="5995382" y="2346929"/>
            <a:ext cx="1612900" cy="628015"/>
            <a:chOff x="5995382" y="2346929"/>
            <a:chExt cx="1612900" cy="628015"/>
          </a:xfrm>
        </p:grpSpPr>
        <p:pic>
          <p:nvPicPr>
            <p:cNvPr id="24" name="object 24"/>
            <p:cNvPicPr/>
            <p:nvPr/>
          </p:nvPicPr>
          <p:blipFill>
            <a:blip r:embed="rId3" cstate="print"/>
            <a:stretch>
              <a:fillRect/>
            </a:stretch>
          </p:blipFill>
          <p:spPr>
            <a:xfrm>
              <a:off x="5995382" y="2346929"/>
              <a:ext cx="1612460" cy="627961"/>
            </a:xfrm>
            <a:prstGeom prst="rect">
              <a:avLst/>
            </a:prstGeom>
          </p:spPr>
        </p:pic>
        <p:sp>
          <p:nvSpPr>
            <p:cNvPr id="25" name="object 25"/>
            <p:cNvSpPr/>
            <p:nvPr/>
          </p:nvSpPr>
          <p:spPr>
            <a:xfrm>
              <a:off x="6047994" y="2379726"/>
              <a:ext cx="1511935" cy="527685"/>
            </a:xfrm>
            <a:custGeom>
              <a:avLst/>
              <a:gdLst/>
              <a:ahLst/>
              <a:cxnLst/>
              <a:rect l="l" t="t" r="r" b="b"/>
              <a:pathLst>
                <a:path w="1511934" h="527685">
                  <a:moveTo>
                    <a:pt x="1423924" y="0"/>
                  </a:moveTo>
                  <a:lnTo>
                    <a:pt x="87883" y="0"/>
                  </a:lnTo>
                  <a:lnTo>
                    <a:pt x="53685" y="6909"/>
                  </a:lnTo>
                  <a:lnTo>
                    <a:pt x="25749" y="25749"/>
                  </a:lnTo>
                  <a:lnTo>
                    <a:pt x="6909" y="53685"/>
                  </a:lnTo>
                  <a:lnTo>
                    <a:pt x="0" y="87884"/>
                  </a:lnTo>
                  <a:lnTo>
                    <a:pt x="0" y="439419"/>
                  </a:lnTo>
                  <a:lnTo>
                    <a:pt x="6909" y="473618"/>
                  </a:lnTo>
                  <a:lnTo>
                    <a:pt x="25749" y="501554"/>
                  </a:lnTo>
                  <a:lnTo>
                    <a:pt x="53685" y="520394"/>
                  </a:lnTo>
                  <a:lnTo>
                    <a:pt x="87883" y="527304"/>
                  </a:lnTo>
                  <a:lnTo>
                    <a:pt x="1423924" y="527304"/>
                  </a:lnTo>
                  <a:lnTo>
                    <a:pt x="1458122" y="520394"/>
                  </a:lnTo>
                  <a:lnTo>
                    <a:pt x="1486058" y="501554"/>
                  </a:lnTo>
                  <a:lnTo>
                    <a:pt x="1504898" y="473618"/>
                  </a:lnTo>
                  <a:lnTo>
                    <a:pt x="1511807" y="439419"/>
                  </a:lnTo>
                  <a:lnTo>
                    <a:pt x="1511807" y="87884"/>
                  </a:lnTo>
                  <a:lnTo>
                    <a:pt x="1504898" y="53685"/>
                  </a:lnTo>
                  <a:lnTo>
                    <a:pt x="1486058" y="25749"/>
                  </a:lnTo>
                  <a:lnTo>
                    <a:pt x="1458122" y="6909"/>
                  </a:lnTo>
                  <a:lnTo>
                    <a:pt x="1423924" y="0"/>
                  </a:lnTo>
                  <a:close/>
                </a:path>
              </a:pathLst>
            </a:custGeom>
            <a:solidFill>
              <a:srgbClr val="095A82"/>
            </a:solidFill>
          </p:spPr>
          <p:txBody>
            <a:bodyPr wrap="square" lIns="0" tIns="0" rIns="0" bIns="0" rtlCol="0"/>
            <a:lstStyle/>
            <a:p>
              <a:endParaRPr/>
            </a:p>
          </p:txBody>
        </p:sp>
        <p:sp>
          <p:nvSpPr>
            <p:cNvPr id="26" name="object 26"/>
            <p:cNvSpPr/>
            <p:nvPr/>
          </p:nvSpPr>
          <p:spPr>
            <a:xfrm>
              <a:off x="6047994" y="2379726"/>
              <a:ext cx="1511935" cy="527685"/>
            </a:xfrm>
            <a:custGeom>
              <a:avLst/>
              <a:gdLst/>
              <a:ahLst/>
              <a:cxnLst/>
              <a:rect l="l" t="t" r="r" b="b"/>
              <a:pathLst>
                <a:path w="1511934" h="527685">
                  <a:moveTo>
                    <a:pt x="0" y="87884"/>
                  </a:moveTo>
                  <a:lnTo>
                    <a:pt x="6909" y="53685"/>
                  </a:lnTo>
                  <a:lnTo>
                    <a:pt x="25749" y="25749"/>
                  </a:lnTo>
                  <a:lnTo>
                    <a:pt x="53685" y="6909"/>
                  </a:lnTo>
                  <a:lnTo>
                    <a:pt x="87883" y="0"/>
                  </a:lnTo>
                  <a:lnTo>
                    <a:pt x="1423924" y="0"/>
                  </a:lnTo>
                  <a:lnTo>
                    <a:pt x="1458122" y="6909"/>
                  </a:lnTo>
                  <a:lnTo>
                    <a:pt x="1486058" y="25749"/>
                  </a:lnTo>
                  <a:lnTo>
                    <a:pt x="1504898" y="53685"/>
                  </a:lnTo>
                  <a:lnTo>
                    <a:pt x="1511807" y="87884"/>
                  </a:lnTo>
                  <a:lnTo>
                    <a:pt x="1511807" y="439419"/>
                  </a:lnTo>
                  <a:lnTo>
                    <a:pt x="1504898" y="473618"/>
                  </a:lnTo>
                  <a:lnTo>
                    <a:pt x="1486058" y="501554"/>
                  </a:lnTo>
                  <a:lnTo>
                    <a:pt x="1458122" y="520394"/>
                  </a:lnTo>
                  <a:lnTo>
                    <a:pt x="1423924" y="527304"/>
                  </a:lnTo>
                  <a:lnTo>
                    <a:pt x="87883" y="527304"/>
                  </a:lnTo>
                  <a:lnTo>
                    <a:pt x="53685" y="520394"/>
                  </a:lnTo>
                  <a:lnTo>
                    <a:pt x="25749" y="501554"/>
                  </a:lnTo>
                  <a:lnTo>
                    <a:pt x="6909" y="473618"/>
                  </a:lnTo>
                  <a:lnTo>
                    <a:pt x="0" y="439419"/>
                  </a:lnTo>
                  <a:lnTo>
                    <a:pt x="0" y="87884"/>
                  </a:lnTo>
                  <a:close/>
                </a:path>
              </a:pathLst>
            </a:custGeom>
            <a:ln w="38100">
              <a:solidFill>
                <a:srgbClr val="FFFFFF"/>
              </a:solidFill>
            </a:ln>
          </p:spPr>
          <p:txBody>
            <a:bodyPr wrap="square" lIns="0" tIns="0" rIns="0" bIns="0" rtlCol="0"/>
            <a:lstStyle/>
            <a:p>
              <a:endParaRPr/>
            </a:p>
          </p:txBody>
        </p:sp>
      </p:grpSp>
      <p:sp>
        <p:nvSpPr>
          <p:cNvPr id="27" name="object 27"/>
          <p:cNvSpPr txBox="1"/>
          <p:nvPr/>
        </p:nvSpPr>
        <p:spPr>
          <a:xfrm>
            <a:off x="6536817" y="2530297"/>
            <a:ext cx="535940" cy="208915"/>
          </a:xfrm>
          <a:prstGeom prst="rect">
            <a:avLst/>
          </a:prstGeom>
        </p:spPr>
        <p:txBody>
          <a:bodyPr vert="horz" wrap="square" lIns="0" tIns="12700" rIns="0" bIns="0" rtlCol="0">
            <a:spAutoFit/>
          </a:bodyPr>
          <a:lstStyle/>
          <a:p>
            <a:pPr marL="12700">
              <a:lnSpc>
                <a:spcPct val="100000"/>
              </a:lnSpc>
              <a:spcBef>
                <a:spcPts val="100"/>
              </a:spcBef>
            </a:pPr>
            <a:r>
              <a:rPr sz="1200" spc="-30" dirty="0">
                <a:solidFill>
                  <a:srgbClr val="FFFFFF"/>
                </a:solidFill>
                <a:latin typeface="Calibri"/>
                <a:cs typeface="Calibri"/>
              </a:rPr>
              <a:t>R</a:t>
            </a:r>
            <a:r>
              <a:rPr sz="1200" dirty="0">
                <a:solidFill>
                  <a:srgbClr val="FFFFFF"/>
                </a:solidFill>
                <a:latin typeface="Calibri"/>
                <a:cs typeface="Calibri"/>
              </a:rPr>
              <a:t>e</a:t>
            </a:r>
            <a:r>
              <a:rPr sz="1200" spc="5" dirty="0">
                <a:solidFill>
                  <a:srgbClr val="FFFFFF"/>
                </a:solidFill>
                <a:latin typeface="Calibri"/>
                <a:cs typeface="Calibri"/>
              </a:rPr>
              <a:t>d</a:t>
            </a:r>
            <a:r>
              <a:rPr sz="1200" dirty="0">
                <a:solidFill>
                  <a:srgbClr val="FFFFFF"/>
                </a:solidFill>
                <a:latin typeface="Calibri"/>
                <a:cs typeface="Calibri"/>
              </a:rPr>
              <a:t>u</a:t>
            </a:r>
            <a:r>
              <a:rPr sz="1200" spc="-5" dirty="0">
                <a:solidFill>
                  <a:srgbClr val="FFFFFF"/>
                </a:solidFill>
                <a:latin typeface="Calibri"/>
                <a:cs typeface="Calibri"/>
              </a:rPr>
              <a:t>c</a:t>
            </a:r>
            <a:r>
              <a:rPr sz="1200" dirty="0">
                <a:solidFill>
                  <a:srgbClr val="FFFFFF"/>
                </a:solidFill>
                <a:latin typeface="Calibri"/>
                <a:cs typeface="Calibri"/>
              </a:rPr>
              <a:t>er</a:t>
            </a:r>
            <a:endParaRPr sz="1200">
              <a:latin typeface="Calibri"/>
              <a:cs typeface="Calibri"/>
            </a:endParaRPr>
          </a:p>
        </p:txBody>
      </p:sp>
      <p:grpSp>
        <p:nvGrpSpPr>
          <p:cNvPr id="28" name="object 28"/>
          <p:cNvGrpSpPr/>
          <p:nvPr/>
        </p:nvGrpSpPr>
        <p:grpSpPr>
          <a:xfrm>
            <a:off x="5995382" y="3556972"/>
            <a:ext cx="1612900" cy="628015"/>
            <a:chOff x="5995382" y="3556972"/>
            <a:chExt cx="1612900" cy="628015"/>
          </a:xfrm>
        </p:grpSpPr>
        <p:pic>
          <p:nvPicPr>
            <p:cNvPr id="29" name="object 29"/>
            <p:cNvPicPr/>
            <p:nvPr/>
          </p:nvPicPr>
          <p:blipFill>
            <a:blip r:embed="rId3" cstate="print"/>
            <a:stretch>
              <a:fillRect/>
            </a:stretch>
          </p:blipFill>
          <p:spPr>
            <a:xfrm>
              <a:off x="5995382" y="3556972"/>
              <a:ext cx="1612460" cy="627961"/>
            </a:xfrm>
            <a:prstGeom prst="rect">
              <a:avLst/>
            </a:prstGeom>
          </p:spPr>
        </p:pic>
        <p:sp>
          <p:nvSpPr>
            <p:cNvPr id="30" name="object 30"/>
            <p:cNvSpPr/>
            <p:nvPr/>
          </p:nvSpPr>
          <p:spPr>
            <a:xfrm>
              <a:off x="6047994" y="3589781"/>
              <a:ext cx="1511935" cy="527685"/>
            </a:xfrm>
            <a:custGeom>
              <a:avLst/>
              <a:gdLst/>
              <a:ahLst/>
              <a:cxnLst/>
              <a:rect l="l" t="t" r="r" b="b"/>
              <a:pathLst>
                <a:path w="1511934" h="527685">
                  <a:moveTo>
                    <a:pt x="1423924" y="0"/>
                  </a:moveTo>
                  <a:lnTo>
                    <a:pt x="87883" y="0"/>
                  </a:lnTo>
                  <a:lnTo>
                    <a:pt x="53685" y="6909"/>
                  </a:lnTo>
                  <a:lnTo>
                    <a:pt x="25749" y="25749"/>
                  </a:lnTo>
                  <a:lnTo>
                    <a:pt x="6909" y="53685"/>
                  </a:lnTo>
                  <a:lnTo>
                    <a:pt x="0" y="87884"/>
                  </a:lnTo>
                  <a:lnTo>
                    <a:pt x="0" y="439420"/>
                  </a:lnTo>
                  <a:lnTo>
                    <a:pt x="6909" y="473629"/>
                  </a:lnTo>
                  <a:lnTo>
                    <a:pt x="25749" y="501564"/>
                  </a:lnTo>
                  <a:lnTo>
                    <a:pt x="53685" y="520397"/>
                  </a:lnTo>
                  <a:lnTo>
                    <a:pt x="87883" y="527304"/>
                  </a:lnTo>
                  <a:lnTo>
                    <a:pt x="1423924" y="527304"/>
                  </a:lnTo>
                  <a:lnTo>
                    <a:pt x="1458122" y="520397"/>
                  </a:lnTo>
                  <a:lnTo>
                    <a:pt x="1486058" y="501564"/>
                  </a:lnTo>
                  <a:lnTo>
                    <a:pt x="1504898" y="473629"/>
                  </a:lnTo>
                  <a:lnTo>
                    <a:pt x="1511807" y="439420"/>
                  </a:lnTo>
                  <a:lnTo>
                    <a:pt x="1511807" y="87884"/>
                  </a:lnTo>
                  <a:lnTo>
                    <a:pt x="1504898" y="53685"/>
                  </a:lnTo>
                  <a:lnTo>
                    <a:pt x="1486058" y="25749"/>
                  </a:lnTo>
                  <a:lnTo>
                    <a:pt x="1458122" y="6909"/>
                  </a:lnTo>
                  <a:lnTo>
                    <a:pt x="1423924" y="0"/>
                  </a:lnTo>
                  <a:close/>
                </a:path>
              </a:pathLst>
            </a:custGeom>
            <a:solidFill>
              <a:srgbClr val="095A82"/>
            </a:solidFill>
          </p:spPr>
          <p:txBody>
            <a:bodyPr wrap="square" lIns="0" tIns="0" rIns="0" bIns="0" rtlCol="0"/>
            <a:lstStyle/>
            <a:p>
              <a:endParaRPr/>
            </a:p>
          </p:txBody>
        </p:sp>
        <p:sp>
          <p:nvSpPr>
            <p:cNvPr id="31" name="object 31"/>
            <p:cNvSpPr/>
            <p:nvPr/>
          </p:nvSpPr>
          <p:spPr>
            <a:xfrm>
              <a:off x="6047994" y="3589781"/>
              <a:ext cx="1511935" cy="527685"/>
            </a:xfrm>
            <a:custGeom>
              <a:avLst/>
              <a:gdLst/>
              <a:ahLst/>
              <a:cxnLst/>
              <a:rect l="l" t="t" r="r" b="b"/>
              <a:pathLst>
                <a:path w="1511934" h="527685">
                  <a:moveTo>
                    <a:pt x="0" y="87884"/>
                  </a:moveTo>
                  <a:lnTo>
                    <a:pt x="6909" y="53685"/>
                  </a:lnTo>
                  <a:lnTo>
                    <a:pt x="25749" y="25749"/>
                  </a:lnTo>
                  <a:lnTo>
                    <a:pt x="53685" y="6909"/>
                  </a:lnTo>
                  <a:lnTo>
                    <a:pt x="87883" y="0"/>
                  </a:lnTo>
                  <a:lnTo>
                    <a:pt x="1423924" y="0"/>
                  </a:lnTo>
                  <a:lnTo>
                    <a:pt x="1458122" y="6909"/>
                  </a:lnTo>
                  <a:lnTo>
                    <a:pt x="1486058" y="25749"/>
                  </a:lnTo>
                  <a:lnTo>
                    <a:pt x="1504898" y="53685"/>
                  </a:lnTo>
                  <a:lnTo>
                    <a:pt x="1511807" y="87884"/>
                  </a:lnTo>
                  <a:lnTo>
                    <a:pt x="1511807" y="439420"/>
                  </a:lnTo>
                  <a:lnTo>
                    <a:pt x="1504898" y="473629"/>
                  </a:lnTo>
                  <a:lnTo>
                    <a:pt x="1486058" y="501564"/>
                  </a:lnTo>
                  <a:lnTo>
                    <a:pt x="1458122" y="520397"/>
                  </a:lnTo>
                  <a:lnTo>
                    <a:pt x="1423924" y="527304"/>
                  </a:lnTo>
                  <a:lnTo>
                    <a:pt x="87883" y="527304"/>
                  </a:lnTo>
                  <a:lnTo>
                    <a:pt x="53685" y="520397"/>
                  </a:lnTo>
                  <a:lnTo>
                    <a:pt x="25749" y="501564"/>
                  </a:lnTo>
                  <a:lnTo>
                    <a:pt x="6909" y="473629"/>
                  </a:lnTo>
                  <a:lnTo>
                    <a:pt x="0" y="439420"/>
                  </a:lnTo>
                  <a:lnTo>
                    <a:pt x="0" y="87884"/>
                  </a:lnTo>
                  <a:close/>
                </a:path>
              </a:pathLst>
            </a:custGeom>
            <a:ln w="38100">
              <a:solidFill>
                <a:srgbClr val="FFFFFF"/>
              </a:solidFill>
            </a:ln>
          </p:spPr>
          <p:txBody>
            <a:bodyPr wrap="square" lIns="0" tIns="0" rIns="0" bIns="0" rtlCol="0"/>
            <a:lstStyle/>
            <a:p>
              <a:endParaRPr/>
            </a:p>
          </p:txBody>
        </p:sp>
      </p:grpSp>
      <p:sp>
        <p:nvSpPr>
          <p:cNvPr id="32" name="object 32"/>
          <p:cNvSpPr txBox="1"/>
          <p:nvPr/>
        </p:nvSpPr>
        <p:spPr>
          <a:xfrm>
            <a:off x="6536817" y="3740607"/>
            <a:ext cx="535940" cy="208279"/>
          </a:xfrm>
          <a:prstGeom prst="rect">
            <a:avLst/>
          </a:prstGeom>
        </p:spPr>
        <p:txBody>
          <a:bodyPr vert="horz" wrap="square" lIns="0" tIns="12700" rIns="0" bIns="0" rtlCol="0">
            <a:spAutoFit/>
          </a:bodyPr>
          <a:lstStyle/>
          <a:p>
            <a:pPr marL="12700">
              <a:lnSpc>
                <a:spcPct val="100000"/>
              </a:lnSpc>
              <a:spcBef>
                <a:spcPts val="100"/>
              </a:spcBef>
            </a:pPr>
            <a:r>
              <a:rPr sz="1200" spc="-30" dirty="0">
                <a:solidFill>
                  <a:srgbClr val="FFFFFF"/>
                </a:solidFill>
                <a:latin typeface="Calibri"/>
                <a:cs typeface="Calibri"/>
              </a:rPr>
              <a:t>R</a:t>
            </a:r>
            <a:r>
              <a:rPr sz="1200" dirty="0">
                <a:solidFill>
                  <a:srgbClr val="FFFFFF"/>
                </a:solidFill>
                <a:latin typeface="Calibri"/>
                <a:cs typeface="Calibri"/>
              </a:rPr>
              <a:t>e</a:t>
            </a:r>
            <a:r>
              <a:rPr sz="1200" spc="5" dirty="0">
                <a:solidFill>
                  <a:srgbClr val="FFFFFF"/>
                </a:solidFill>
                <a:latin typeface="Calibri"/>
                <a:cs typeface="Calibri"/>
              </a:rPr>
              <a:t>d</a:t>
            </a:r>
            <a:r>
              <a:rPr sz="1200" dirty="0">
                <a:solidFill>
                  <a:srgbClr val="FFFFFF"/>
                </a:solidFill>
                <a:latin typeface="Calibri"/>
                <a:cs typeface="Calibri"/>
              </a:rPr>
              <a:t>u</a:t>
            </a:r>
            <a:r>
              <a:rPr sz="1200" spc="-5" dirty="0">
                <a:solidFill>
                  <a:srgbClr val="FFFFFF"/>
                </a:solidFill>
                <a:latin typeface="Calibri"/>
                <a:cs typeface="Calibri"/>
              </a:rPr>
              <a:t>c</a:t>
            </a:r>
            <a:r>
              <a:rPr sz="1200" dirty="0">
                <a:solidFill>
                  <a:srgbClr val="FFFFFF"/>
                </a:solidFill>
                <a:latin typeface="Calibri"/>
                <a:cs typeface="Calibri"/>
              </a:rPr>
              <a:t>er</a:t>
            </a:r>
            <a:endParaRPr sz="1200">
              <a:latin typeface="Calibri"/>
              <a:cs typeface="Calibri"/>
            </a:endParaRPr>
          </a:p>
        </p:txBody>
      </p:sp>
      <p:grpSp>
        <p:nvGrpSpPr>
          <p:cNvPr id="33" name="object 33"/>
          <p:cNvGrpSpPr/>
          <p:nvPr/>
        </p:nvGrpSpPr>
        <p:grpSpPr>
          <a:xfrm>
            <a:off x="2785872" y="1159776"/>
            <a:ext cx="3261360" cy="2848610"/>
            <a:chOff x="2785872" y="1159776"/>
            <a:chExt cx="3261360" cy="2848610"/>
          </a:xfrm>
        </p:grpSpPr>
        <p:sp>
          <p:nvSpPr>
            <p:cNvPr id="34" name="object 34"/>
            <p:cNvSpPr/>
            <p:nvPr/>
          </p:nvSpPr>
          <p:spPr>
            <a:xfrm>
              <a:off x="2993771" y="1449323"/>
              <a:ext cx="3018155" cy="2385695"/>
            </a:xfrm>
            <a:custGeom>
              <a:avLst/>
              <a:gdLst/>
              <a:ahLst/>
              <a:cxnLst/>
              <a:rect l="l" t="t" r="r" b="b"/>
              <a:pathLst>
                <a:path w="3018154" h="2385695">
                  <a:moveTo>
                    <a:pt x="2980436" y="1163066"/>
                  </a:moveTo>
                  <a:lnTo>
                    <a:pt x="2965577" y="1147445"/>
                  </a:lnTo>
                  <a:lnTo>
                    <a:pt x="2921762" y="1101344"/>
                  </a:lnTo>
                  <a:lnTo>
                    <a:pt x="2910967" y="1131214"/>
                  </a:lnTo>
                  <a:lnTo>
                    <a:pt x="6096" y="83947"/>
                  </a:lnTo>
                  <a:lnTo>
                    <a:pt x="3937" y="89916"/>
                  </a:lnTo>
                  <a:lnTo>
                    <a:pt x="0" y="94996"/>
                  </a:lnTo>
                  <a:lnTo>
                    <a:pt x="2916288" y="2343924"/>
                  </a:lnTo>
                  <a:lnTo>
                    <a:pt x="2896870" y="2369058"/>
                  </a:lnTo>
                  <a:lnTo>
                    <a:pt x="2980436" y="2385441"/>
                  </a:lnTo>
                  <a:lnTo>
                    <a:pt x="2964154" y="2351659"/>
                  </a:lnTo>
                  <a:lnTo>
                    <a:pt x="2943479" y="2308733"/>
                  </a:lnTo>
                  <a:lnTo>
                    <a:pt x="2924035" y="2333891"/>
                  </a:lnTo>
                  <a:lnTo>
                    <a:pt x="40119" y="109715"/>
                  </a:lnTo>
                  <a:lnTo>
                    <a:pt x="2906661" y="1143152"/>
                  </a:lnTo>
                  <a:lnTo>
                    <a:pt x="2895854" y="1173099"/>
                  </a:lnTo>
                  <a:lnTo>
                    <a:pt x="2980436" y="1163066"/>
                  </a:lnTo>
                  <a:close/>
                </a:path>
                <a:path w="3018154" h="2385695">
                  <a:moveTo>
                    <a:pt x="3018155" y="38100"/>
                  </a:moveTo>
                  <a:lnTo>
                    <a:pt x="3005455" y="31750"/>
                  </a:lnTo>
                  <a:lnTo>
                    <a:pt x="2941955" y="0"/>
                  </a:lnTo>
                  <a:lnTo>
                    <a:pt x="2941955" y="31750"/>
                  </a:lnTo>
                  <a:lnTo>
                    <a:pt x="1005205" y="31750"/>
                  </a:lnTo>
                  <a:lnTo>
                    <a:pt x="1005205" y="44450"/>
                  </a:lnTo>
                  <a:lnTo>
                    <a:pt x="2941955" y="44450"/>
                  </a:lnTo>
                  <a:lnTo>
                    <a:pt x="2941955" y="76200"/>
                  </a:lnTo>
                  <a:lnTo>
                    <a:pt x="3005455" y="44450"/>
                  </a:lnTo>
                  <a:lnTo>
                    <a:pt x="3018155" y="38100"/>
                  </a:lnTo>
                  <a:close/>
                </a:path>
              </a:pathLst>
            </a:custGeom>
            <a:solidFill>
              <a:srgbClr val="5F5F5F"/>
            </a:solidFill>
          </p:spPr>
          <p:txBody>
            <a:bodyPr wrap="square" lIns="0" tIns="0" rIns="0" bIns="0" rtlCol="0"/>
            <a:lstStyle/>
            <a:p>
              <a:endParaRPr/>
            </a:p>
          </p:txBody>
        </p:sp>
        <p:sp>
          <p:nvSpPr>
            <p:cNvPr id="35" name="object 35"/>
            <p:cNvSpPr/>
            <p:nvPr/>
          </p:nvSpPr>
          <p:spPr>
            <a:xfrm>
              <a:off x="3922395" y="1584705"/>
              <a:ext cx="2124710" cy="2346960"/>
            </a:xfrm>
            <a:custGeom>
              <a:avLst/>
              <a:gdLst/>
              <a:ahLst/>
              <a:cxnLst/>
              <a:rect l="l" t="t" r="r" b="b"/>
              <a:pathLst>
                <a:path w="2124710" h="2346960">
                  <a:moveTo>
                    <a:pt x="2124329" y="254"/>
                  </a:moveTo>
                  <a:lnTo>
                    <a:pt x="2039112" y="0"/>
                  </a:lnTo>
                  <a:lnTo>
                    <a:pt x="2053221" y="28397"/>
                  </a:lnTo>
                  <a:lnTo>
                    <a:pt x="28613" y="1031608"/>
                  </a:lnTo>
                  <a:lnTo>
                    <a:pt x="6858" y="1017524"/>
                  </a:lnTo>
                  <a:lnTo>
                    <a:pt x="0" y="1028192"/>
                  </a:lnTo>
                  <a:lnTo>
                    <a:pt x="15392" y="1038148"/>
                  </a:lnTo>
                  <a:lnTo>
                    <a:pt x="635" y="1045464"/>
                  </a:lnTo>
                  <a:lnTo>
                    <a:pt x="6223" y="1056894"/>
                  </a:lnTo>
                  <a:lnTo>
                    <a:pt x="27825" y="1046187"/>
                  </a:lnTo>
                  <a:lnTo>
                    <a:pt x="118630" y="1104900"/>
                  </a:lnTo>
                  <a:lnTo>
                    <a:pt x="36957" y="1105281"/>
                  </a:lnTo>
                  <a:lnTo>
                    <a:pt x="36957" y="1117981"/>
                  </a:lnTo>
                  <a:lnTo>
                    <a:pt x="138125" y="1117511"/>
                  </a:lnTo>
                  <a:lnTo>
                    <a:pt x="1983841" y="2310777"/>
                  </a:lnTo>
                  <a:lnTo>
                    <a:pt x="1966595" y="2337460"/>
                  </a:lnTo>
                  <a:lnTo>
                    <a:pt x="2051304" y="2346833"/>
                  </a:lnTo>
                  <a:lnTo>
                    <a:pt x="2034108" y="2317686"/>
                  </a:lnTo>
                  <a:lnTo>
                    <a:pt x="2007997" y="2273427"/>
                  </a:lnTo>
                  <a:lnTo>
                    <a:pt x="1990725" y="2300147"/>
                  </a:lnTo>
                  <a:lnTo>
                    <a:pt x="161315" y="1117396"/>
                  </a:lnTo>
                  <a:lnTo>
                    <a:pt x="1975319" y="1108773"/>
                  </a:lnTo>
                  <a:lnTo>
                    <a:pt x="1975485" y="1140587"/>
                  </a:lnTo>
                  <a:lnTo>
                    <a:pt x="2051431" y="1102106"/>
                  </a:lnTo>
                  <a:lnTo>
                    <a:pt x="2039086" y="1096010"/>
                  </a:lnTo>
                  <a:lnTo>
                    <a:pt x="1975104" y="1064387"/>
                  </a:lnTo>
                  <a:lnTo>
                    <a:pt x="1975256" y="1096073"/>
                  </a:lnTo>
                  <a:lnTo>
                    <a:pt x="141820" y="1104785"/>
                  </a:lnTo>
                  <a:lnTo>
                    <a:pt x="41046" y="1039634"/>
                  </a:lnTo>
                  <a:lnTo>
                    <a:pt x="2058885" y="39789"/>
                  </a:lnTo>
                  <a:lnTo>
                    <a:pt x="2073021" y="68199"/>
                  </a:lnTo>
                  <a:lnTo>
                    <a:pt x="2107349" y="22733"/>
                  </a:lnTo>
                  <a:lnTo>
                    <a:pt x="2124329" y="254"/>
                  </a:lnTo>
                  <a:close/>
                </a:path>
              </a:pathLst>
            </a:custGeom>
            <a:solidFill>
              <a:srgbClr val="006FC0"/>
            </a:solidFill>
          </p:spPr>
          <p:txBody>
            <a:bodyPr wrap="square" lIns="0" tIns="0" rIns="0" bIns="0" rtlCol="0"/>
            <a:lstStyle/>
            <a:p>
              <a:endParaRPr/>
            </a:p>
          </p:txBody>
        </p:sp>
        <p:sp>
          <p:nvSpPr>
            <p:cNvPr id="36" name="object 36"/>
            <p:cNvSpPr/>
            <p:nvPr/>
          </p:nvSpPr>
          <p:spPr>
            <a:xfrm>
              <a:off x="3921506" y="1754123"/>
              <a:ext cx="2085975" cy="2254250"/>
            </a:xfrm>
            <a:custGeom>
              <a:avLst/>
              <a:gdLst/>
              <a:ahLst/>
              <a:cxnLst/>
              <a:rect l="l" t="t" r="r" b="b"/>
              <a:pathLst>
                <a:path w="2085975" h="2254250">
                  <a:moveTo>
                    <a:pt x="2058543" y="1011936"/>
                  </a:moveTo>
                  <a:lnTo>
                    <a:pt x="1973326" y="1013714"/>
                  </a:lnTo>
                  <a:lnTo>
                    <a:pt x="1988058" y="1041755"/>
                  </a:lnTo>
                  <a:lnTo>
                    <a:pt x="1397" y="2085848"/>
                  </a:lnTo>
                  <a:lnTo>
                    <a:pt x="7239" y="2097024"/>
                  </a:lnTo>
                  <a:lnTo>
                    <a:pt x="1994001" y="1053071"/>
                  </a:lnTo>
                  <a:lnTo>
                    <a:pt x="2008759" y="1081151"/>
                  </a:lnTo>
                  <a:lnTo>
                    <a:pt x="2041359" y="1035812"/>
                  </a:lnTo>
                  <a:lnTo>
                    <a:pt x="2058543" y="1011936"/>
                  </a:lnTo>
                  <a:close/>
                </a:path>
                <a:path w="2085975" h="2254250">
                  <a:moveTo>
                    <a:pt x="2085467" y="0"/>
                  </a:moveTo>
                  <a:lnTo>
                    <a:pt x="2003679" y="23622"/>
                  </a:lnTo>
                  <a:lnTo>
                    <a:pt x="2025205" y="46964"/>
                  </a:lnTo>
                  <a:lnTo>
                    <a:pt x="0" y="1916176"/>
                  </a:lnTo>
                  <a:lnTo>
                    <a:pt x="8636" y="1925574"/>
                  </a:lnTo>
                  <a:lnTo>
                    <a:pt x="2033866" y="56349"/>
                  </a:lnTo>
                  <a:lnTo>
                    <a:pt x="2055368" y="79629"/>
                  </a:lnTo>
                  <a:lnTo>
                    <a:pt x="2070963" y="38354"/>
                  </a:lnTo>
                  <a:lnTo>
                    <a:pt x="2085467" y="0"/>
                  </a:lnTo>
                  <a:close/>
                </a:path>
                <a:path w="2085975" h="2254250">
                  <a:moveTo>
                    <a:pt x="2085721" y="2216150"/>
                  </a:moveTo>
                  <a:lnTo>
                    <a:pt x="2009648" y="2177808"/>
                  </a:lnTo>
                  <a:lnTo>
                    <a:pt x="2009533" y="2209558"/>
                  </a:lnTo>
                  <a:lnTo>
                    <a:pt x="37846" y="2203450"/>
                  </a:lnTo>
                  <a:lnTo>
                    <a:pt x="37846" y="2216150"/>
                  </a:lnTo>
                  <a:lnTo>
                    <a:pt x="2009495" y="2222258"/>
                  </a:lnTo>
                  <a:lnTo>
                    <a:pt x="2009394" y="2254008"/>
                  </a:lnTo>
                  <a:lnTo>
                    <a:pt x="2073325" y="2222296"/>
                  </a:lnTo>
                  <a:lnTo>
                    <a:pt x="2085721" y="2216150"/>
                  </a:lnTo>
                  <a:close/>
                </a:path>
              </a:pathLst>
            </a:custGeom>
            <a:solidFill>
              <a:srgbClr val="AFC3C7"/>
            </a:solidFill>
          </p:spPr>
          <p:txBody>
            <a:bodyPr wrap="square" lIns="0" tIns="0" rIns="0" bIns="0" rtlCol="0"/>
            <a:lstStyle/>
            <a:p>
              <a:endParaRPr/>
            </a:p>
          </p:txBody>
        </p:sp>
        <p:pic>
          <p:nvPicPr>
            <p:cNvPr id="37" name="object 37"/>
            <p:cNvPicPr/>
            <p:nvPr/>
          </p:nvPicPr>
          <p:blipFill>
            <a:blip r:embed="rId4" cstate="print"/>
            <a:stretch>
              <a:fillRect/>
            </a:stretch>
          </p:blipFill>
          <p:spPr>
            <a:xfrm>
              <a:off x="2785872" y="1159776"/>
              <a:ext cx="1339596" cy="812279"/>
            </a:xfrm>
            <a:prstGeom prst="rect">
              <a:avLst/>
            </a:prstGeom>
          </p:spPr>
        </p:pic>
        <p:pic>
          <p:nvPicPr>
            <p:cNvPr id="38" name="object 38"/>
            <p:cNvPicPr/>
            <p:nvPr/>
          </p:nvPicPr>
          <p:blipFill>
            <a:blip r:embed="rId5" cstate="print"/>
            <a:stretch>
              <a:fillRect/>
            </a:stretch>
          </p:blipFill>
          <p:spPr>
            <a:xfrm>
              <a:off x="2904744" y="1435646"/>
              <a:ext cx="929627" cy="400773"/>
            </a:xfrm>
            <a:prstGeom prst="rect">
              <a:avLst/>
            </a:prstGeom>
          </p:spPr>
        </p:pic>
        <p:sp>
          <p:nvSpPr>
            <p:cNvPr id="39" name="object 39"/>
            <p:cNvSpPr/>
            <p:nvPr/>
          </p:nvSpPr>
          <p:spPr>
            <a:xfrm>
              <a:off x="2847594" y="1201673"/>
              <a:ext cx="1221105" cy="694055"/>
            </a:xfrm>
            <a:custGeom>
              <a:avLst/>
              <a:gdLst/>
              <a:ahLst/>
              <a:cxnLst/>
              <a:rect l="l" t="t" r="r" b="b"/>
              <a:pathLst>
                <a:path w="1221104" h="694055">
                  <a:moveTo>
                    <a:pt x="1050925" y="118237"/>
                  </a:moveTo>
                  <a:lnTo>
                    <a:pt x="0" y="118237"/>
                  </a:lnTo>
                  <a:lnTo>
                    <a:pt x="0" y="668654"/>
                  </a:lnTo>
                  <a:lnTo>
                    <a:pt x="63029" y="678396"/>
                  </a:lnTo>
                  <a:lnTo>
                    <a:pt x="121041" y="685556"/>
                  </a:lnTo>
                  <a:lnTo>
                    <a:pt x="174490" y="690328"/>
                  </a:lnTo>
                  <a:lnTo>
                    <a:pt x="223834" y="692903"/>
                  </a:lnTo>
                  <a:lnTo>
                    <a:pt x="269528" y="693474"/>
                  </a:lnTo>
                  <a:lnTo>
                    <a:pt x="312029" y="692235"/>
                  </a:lnTo>
                  <a:lnTo>
                    <a:pt x="351792" y="689377"/>
                  </a:lnTo>
                  <a:lnTo>
                    <a:pt x="424930" y="679578"/>
                  </a:lnTo>
                  <a:lnTo>
                    <a:pt x="492592" y="665617"/>
                  </a:lnTo>
                  <a:lnTo>
                    <a:pt x="626083" y="631377"/>
                  </a:lnTo>
                  <a:lnTo>
                    <a:pt x="661735" y="622624"/>
                  </a:lnTo>
                  <a:lnTo>
                    <a:pt x="699211" y="614180"/>
                  </a:lnTo>
                  <a:lnTo>
                    <a:pt x="738967" y="606236"/>
                  </a:lnTo>
                  <a:lnTo>
                    <a:pt x="781459" y="598986"/>
                  </a:lnTo>
                  <a:lnTo>
                    <a:pt x="827143" y="592622"/>
                  </a:lnTo>
                  <a:lnTo>
                    <a:pt x="876475" y="587337"/>
                  </a:lnTo>
                  <a:lnTo>
                    <a:pt x="929912" y="583324"/>
                  </a:lnTo>
                  <a:lnTo>
                    <a:pt x="987910" y="580774"/>
                  </a:lnTo>
                  <a:lnTo>
                    <a:pt x="1050925" y="579881"/>
                  </a:lnTo>
                  <a:lnTo>
                    <a:pt x="1050925" y="118237"/>
                  </a:lnTo>
                  <a:close/>
                </a:path>
                <a:path w="1221104" h="694055">
                  <a:moveTo>
                    <a:pt x="1130300" y="58420"/>
                  </a:moveTo>
                  <a:lnTo>
                    <a:pt x="86613" y="58420"/>
                  </a:lnTo>
                  <a:lnTo>
                    <a:pt x="86613" y="118237"/>
                  </a:lnTo>
                  <a:lnTo>
                    <a:pt x="1050925" y="118237"/>
                  </a:lnTo>
                  <a:lnTo>
                    <a:pt x="1050925" y="526161"/>
                  </a:lnTo>
                  <a:lnTo>
                    <a:pt x="1057755" y="525645"/>
                  </a:lnTo>
                  <a:lnTo>
                    <a:pt x="1075753" y="524510"/>
                  </a:lnTo>
                  <a:lnTo>
                    <a:pt x="1101181" y="523374"/>
                  </a:lnTo>
                  <a:lnTo>
                    <a:pt x="1130300" y="522859"/>
                  </a:lnTo>
                  <a:lnTo>
                    <a:pt x="1130300" y="58420"/>
                  </a:lnTo>
                  <a:close/>
                </a:path>
                <a:path w="1221104" h="694055">
                  <a:moveTo>
                    <a:pt x="1220723" y="0"/>
                  </a:moveTo>
                  <a:lnTo>
                    <a:pt x="168020" y="0"/>
                  </a:lnTo>
                  <a:lnTo>
                    <a:pt x="168020" y="58420"/>
                  </a:lnTo>
                  <a:lnTo>
                    <a:pt x="1130300" y="58420"/>
                  </a:lnTo>
                  <a:lnTo>
                    <a:pt x="1130300" y="465454"/>
                  </a:lnTo>
                  <a:lnTo>
                    <a:pt x="1158557" y="464248"/>
                  </a:lnTo>
                  <a:lnTo>
                    <a:pt x="1187521" y="463419"/>
                  </a:lnTo>
                  <a:lnTo>
                    <a:pt x="1220723" y="463041"/>
                  </a:lnTo>
                  <a:lnTo>
                    <a:pt x="1220723" y="0"/>
                  </a:lnTo>
                  <a:close/>
                </a:path>
              </a:pathLst>
            </a:custGeom>
            <a:solidFill>
              <a:srgbClr val="0D80B8"/>
            </a:solidFill>
          </p:spPr>
          <p:txBody>
            <a:bodyPr wrap="square" lIns="0" tIns="0" rIns="0" bIns="0" rtlCol="0"/>
            <a:lstStyle/>
            <a:p>
              <a:endParaRPr/>
            </a:p>
          </p:txBody>
        </p:sp>
        <p:sp>
          <p:nvSpPr>
            <p:cNvPr id="40" name="object 40"/>
            <p:cNvSpPr/>
            <p:nvPr/>
          </p:nvSpPr>
          <p:spPr>
            <a:xfrm>
              <a:off x="2847594" y="1201673"/>
              <a:ext cx="1221105" cy="694055"/>
            </a:xfrm>
            <a:custGeom>
              <a:avLst/>
              <a:gdLst/>
              <a:ahLst/>
              <a:cxnLst/>
              <a:rect l="l" t="t" r="r" b="b"/>
              <a:pathLst>
                <a:path w="1221104" h="694055">
                  <a:moveTo>
                    <a:pt x="0" y="118237"/>
                  </a:moveTo>
                  <a:lnTo>
                    <a:pt x="1050925" y="118237"/>
                  </a:lnTo>
                  <a:lnTo>
                    <a:pt x="1050925" y="579881"/>
                  </a:lnTo>
                  <a:lnTo>
                    <a:pt x="987910" y="580774"/>
                  </a:lnTo>
                  <a:lnTo>
                    <a:pt x="929912" y="583324"/>
                  </a:lnTo>
                  <a:lnTo>
                    <a:pt x="876475" y="587337"/>
                  </a:lnTo>
                  <a:lnTo>
                    <a:pt x="827143" y="592622"/>
                  </a:lnTo>
                  <a:lnTo>
                    <a:pt x="781459" y="598986"/>
                  </a:lnTo>
                  <a:lnTo>
                    <a:pt x="738967" y="606236"/>
                  </a:lnTo>
                  <a:lnTo>
                    <a:pt x="699211" y="614180"/>
                  </a:lnTo>
                  <a:lnTo>
                    <a:pt x="661735" y="622624"/>
                  </a:lnTo>
                  <a:lnTo>
                    <a:pt x="591799" y="640245"/>
                  </a:lnTo>
                  <a:lnTo>
                    <a:pt x="558427" y="649036"/>
                  </a:lnTo>
                  <a:lnTo>
                    <a:pt x="525510" y="657558"/>
                  </a:lnTo>
                  <a:lnTo>
                    <a:pt x="459217" y="673021"/>
                  </a:lnTo>
                  <a:lnTo>
                    <a:pt x="389273" y="685094"/>
                  </a:lnTo>
                  <a:lnTo>
                    <a:pt x="312029" y="692235"/>
                  </a:lnTo>
                  <a:lnTo>
                    <a:pt x="269528" y="693474"/>
                  </a:lnTo>
                  <a:lnTo>
                    <a:pt x="223834" y="692903"/>
                  </a:lnTo>
                  <a:lnTo>
                    <a:pt x="174490" y="690328"/>
                  </a:lnTo>
                  <a:lnTo>
                    <a:pt x="121041" y="685556"/>
                  </a:lnTo>
                  <a:lnTo>
                    <a:pt x="63029" y="678396"/>
                  </a:lnTo>
                  <a:lnTo>
                    <a:pt x="0" y="668654"/>
                  </a:lnTo>
                  <a:lnTo>
                    <a:pt x="0" y="118237"/>
                  </a:lnTo>
                  <a:close/>
                </a:path>
                <a:path w="1221104" h="694055">
                  <a:moveTo>
                    <a:pt x="86613" y="118237"/>
                  </a:moveTo>
                  <a:lnTo>
                    <a:pt x="86613" y="58420"/>
                  </a:lnTo>
                  <a:lnTo>
                    <a:pt x="1130300" y="58420"/>
                  </a:lnTo>
                  <a:lnTo>
                    <a:pt x="1130300" y="522859"/>
                  </a:lnTo>
                  <a:lnTo>
                    <a:pt x="1101181" y="523374"/>
                  </a:lnTo>
                  <a:lnTo>
                    <a:pt x="1075753" y="524510"/>
                  </a:lnTo>
                  <a:lnTo>
                    <a:pt x="1057755" y="525645"/>
                  </a:lnTo>
                  <a:lnTo>
                    <a:pt x="1050925" y="526161"/>
                  </a:lnTo>
                </a:path>
                <a:path w="1221104" h="694055">
                  <a:moveTo>
                    <a:pt x="168020" y="58420"/>
                  </a:moveTo>
                  <a:lnTo>
                    <a:pt x="168020" y="0"/>
                  </a:lnTo>
                  <a:lnTo>
                    <a:pt x="1220723" y="0"/>
                  </a:lnTo>
                  <a:lnTo>
                    <a:pt x="1220723" y="463041"/>
                  </a:lnTo>
                  <a:lnTo>
                    <a:pt x="1187521" y="463419"/>
                  </a:lnTo>
                  <a:lnTo>
                    <a:pt x="1158557" y="464248"/>
                  </a:lnTo>
                  <a:lnTo>
                    <a:pt x="1138070" y="465077"/>
                  </a:lnTo>
                  <a:lnTo>
                    <a:pt x="1130300" y="465454"/>
                  </a:lnTo>
                </a:path>
              </a:pathLst>
            </a:custGeom>
            <a:ln w="38100">
              <a:solidFill>
                <a:srgbClr val="FFFFFF"/>
              </a:solidFill>
            </a:ln>
          </p:spPr>
          <p:txBody>
            <a:bodyPr wrap="square" lIns="0" tIns="0" rIns="0" bIns="0" rtlCol="0"/>
            <a:lstStyle/>
            <a:p>
              <a:endParaRPr/>
            </a:p>
          </p:txBody>
        </p:sp>
      </p:grpSp>
      <p:sp>
        <p:nvSpPr>
          <p:cNvPr id="41" name="object 41"/>
          <p:cNvSpPr txBox="1"/>
          <p:nvPr/>
        </p:nvSpPr>
        <p:spPr>
          <a:xfrm>
            <a:off x="3026791" y="1481073"/>
            <a:ext cx="69278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Partitioner</a:t>
            </a:r>
            <a:endParaRPr sz="1200">
              <a:latin typeface="Calibri"/>
              <a:cs typeface="Calibri"/>
            </a:endParaRPr>
          </a:p>
        </p:txBody>
      </p:sp>
      <p:grpSp>
        <p:nvGrpSpPr>
          <p:cNvPr id="42" name="object 42"/>
          <p:cNvGrpSpPr/>
          <p:nvPr/>
        </p:nvGrpSpPr>
        <p:grpSpPr>
          <a:xfrm>
            <a:off x="2785872" y="2211336"/>
            <a:ext cx="1339850" cy="812800"/>
            <a:chOff x="2785872" y="2211336"/>
            <a:chExt cx="1339850" cy="812800"/>
          </a:xfrm>
        </p:grpSpPr>
        <p:pic>
          <p:nvPicPr>
            <p:cNvPr id="43" name="object 43"/>
            <p:cNvPicPr/>
            <p:nvPr/>
          </p:nvPicPr>
          <p:blipFill>
            <a:blip r:embed="rId4" cstate="print"/>
            <a:stretch>
              <a:fillRect/>
            </a:stretch>
          </p:blipFill>
          <p:spPr>
            <a:xfrm>
              <a:off x="2785872" y="2211336"/>
              <a:ext cx="1339596" cy="812279"/>
            </a:xfrm>
            <a:prstGeom prst="rect">
              <a:avLst/>
            </a:prstGeom>
          </p:spPr>
        </p:pic>
        <p:pic>
          <p:nvPicPr>
            <p:cNvPr id="44" name="object 44"/>
            <p:cNvPicPr/>
            <p:nvPr/>
          </p:nvPicPr>
          <p:blipFill>
            <a:blip r:embed="rId6" cstate="print"/>
            <a:stretch>
              <a:fillRect/>
            </a:stretch>
          </p:blipFill>
          <p:spPr>
            <a:xfrm>
              <a:off x="2904744" y="2488730"/>
              <a:ext cx="929627" cy="400773"/>
            </a:xfrm>
            <a:prstGeom prst="rect">
              <a:avLst/>
            </a:prstGeom>
          </p:spPr>
        </p:pic>
        <p:sp>
          <p:nvSpPr>
            <p:cNvPr id="45" name="object 45"/>
            <p:cNvSpPr/>
            <p:nvPr/>
          </p:nvSpPr>
          <p:spPr>
            <a:xfrm>
              <a:off x="2847594" y="2253234"/>
              <a:ext cx="1221105" cy="694055"/>
            </a:xfrm>
            <a:custGeom>
              <a:avLst/>
              <a:gdLst/>
              <a:ahLst/>
              <a:cxnLst/>
              <a:rect l="l" t="t" r="r" b="b"/>
              <a:pathLst>
                <a:path w="1221104" h="694055">
                  <a:moveTo>
                    <a:pt x="1050925" y="118237"/>
                  </a:moveTo>
                  <a:lnTo>
                    <a:pt x="0" y="118237"/>
                  </a:lnTo>
                  <a:lnTo>
                    <a:pt x="0" y="668655"/>
                  </a:lnTo>
                  <a:lnTo>
                    <a:pt x="63029" y="678396"/>
                  </a:lnTo>
                  <a:lnTo>
                    <a:pt x="121041" y="685556"/>
                  </a:lnTo>
                  <a:lnTo>
                    <a:pt x="174490" y="690328"/>
                  </a:lnTo>
                  <a:lnTo>
                    <a:pt x="223834" y="692903"/>
                  </a:lnTo>
                  <a:lnTo>
                    <a:pt x="269528" y="693474"/>
                  </a:lnTo>
                  <a:lnTo>
                    <a:pt x="312029" y="692235"/>
                  </a:lnTo>
                  <a:lnTo>
                    <a:pt x="351792" y="689377"/>
                  </a:lnTo>
                  <a:lnTo>
                    <a:pt x="424930" y="679578"/>
                  </a:lnTo>
                  <a:lnTo>
                    <a:pt x="492592" y="665617"/>
                  </a:lnTo>
                  <a:lnTo>
                    <a:pt x="626083" y="631377"/>
                  </a:lnTo>
                  <a:lnTo>
                    <a:pt x="661735" y="622624"/>
                  </a:lnTo>
                  <a:lnTo>
                    <a:pt x="699211" y="614180"/>
                  </a:lnTo>
                  <a:lnTo>
                    <a:pt x="738967" y="606236"/>
                  </a:lnTo>
                  <a:lnTo>
                    <a:pt x="781459" y="598986"/>
                  </a:lnTo>
                  <a:lnTo>
                    <a:pt x="827143" y="592622"/>
                  </a:lnTo>
                  <a:lnTo>
                    <a:pt x="876475" y="587337"/>
                  </a:lnTo>
                  <a:lnTo>
                    <a:pt x="929912" y="583324"/>
                  </a:lnTo>
                  <a:lnTo>
                    <a:pt x="987910" y="580774"/>
                  </a:lnTo>
                  <a:lnTo>
                    <a:pt x="1050925" y="579882"/>
                  </a:lnTo>
                  <a:lnTo>
                    <a:pt x="1050925" y="118237"/>
                  </a:lnTo>
                  <a:close/>
                </a:path>
                <a:path w="1221104" h="694055">
                  <a:moveTo>
                    <a:pt x="1130300" y="58420"/>
                  </a:moveTo>
                  <a:lnTo>
                    <a:pt x="86613" y="58420"/>
                  </a:lnTo>
                  <a:lnTo>
                    <a:pt x="86613" y="118237"/>
                  </a:lnTo>
                  <a:lnTo>
                    <a:pt x="1050925" y="118237"/>
                  </a:lnTo>
                  <a:lnTo>
                    <a:pt x="1050925" y="526161"/>
                  </a:lnTo>
                  <a:lnTo>
                    <a:pt x="1057755" y="525645"/>
                  </a:lnTo>
                  <a:lnTo>
                    <a:pt x="1075753" y="524510"/>
                  </a:lnTo>
                  <a:lnTo>
                    <a:pt x="1101181" y="523374"/>
                  </a:lnTo>
                  <a:lnTo>
                    <a:pt x="1130300" y="522859"/>
                  </a:lnTo>
                  <a:lnTo>
                    <a:pt x="1130300" y="58420"/>
                  </a:lnTo>
                  <a:close/>
                </a:path>
                <a:path w="1221104" h="694055">
                  <a:moveTo>
                    <a:pt x="1220723" y="0"/>
                  </a:moveTo>
                  <a:lnTo>
                    <a:pt x="168020" y="0"/>
                  </a:lnTo>
                  <a:lnTo>
                    <a:pt x="168020" y="58420"/>
                  </a:lnTo>
                  <a:lnTo>
                    <a:pt x="1130300" y="58420"/>
                  </a:lnTo>
                  <a:lnTo>
                    <a:pt x="1130300" y="465455"/>
                  </a:lnTo>
                  <a:lnTo>
                    <a:pt x="1158557" y="464248"/>
                  </a:lnTo>
                  <a:lnTo>
                    <a:pt x="1187521" y="463419"/>
                  </a:lnTo>
                  <a:lnTo>
                    <a:pt x="1220723" y="463042"/>
                  </a:lnTo>
                  <a:lnTo>
                    <a:pt x="1220723" y="0"/>
                  </a:lnTo>
                  <a:close/>
                </a:path>
              </a:pathLst>
            </a:custGeom>
            <a:solidFill>
              <a:srgbClr val="0D80B8"/>
            </a:solidFill>
          </p:spPr>
          <p:txBody>
            <a:bodyPr wrap="square" lIns="0" tIns="0" rIns="0" bIns="0" rtlCol="0"/>
            <a:lstStyle/>
            <a:p>
              <a:endParaRPr/>
            </a:p>
          </p:txBody>
        </p:sp>
        <p:sp>
          <p:nvSpPr>
            <p:cNvPr id="46" name="object 46"/>
            <p:cNvSpPr/>
            <p:nvPr/>
          </p:nvSpPr>
          <p:spPr>
            <a:xfrm>
              <a:off x="2847594" y="2253234"/>
              <a:ext cx="1221105" cy="694055"/>
            </a:xfrm>
            <a:custGeom>
              <a:avLst/>
              <a:gdLst/>
              <a:ahLst/>
              <a:cxnLst/>
              <a:rect l="l" t="t" r="r" b="b"/>
              <a:pathLst>
                <a:path w="1221104" h="694055">
                  <a:moveTo>
                    <a:pt x="0" y="118237"/>
                  </a:moveTo>
                  <a:lnTo>
                    <a:pt x="1050925" y="118237"/>
                  </a:lnTo>
                  <a:lnTo>
                    <a:pt x="1050925" y="579882"/>
                  </a:lnTo>
                  <a:lnTo>
                    <a:pt x="987910" y="580774"/>
                  </a:lnTo>
                  <a:lnTo>
                    <a:pt x="929912" y="583324"/>
                  </a:lnTo>
                  <a:lnTo>
                    <a:pt x="876475" y="587337"/>
                  </a:lnTo>
                  <a:lnTo>
                    <a:pt x="827143" y="592622"/>
                  </a:lnTo>
                  <a:lnTo>
                    <a:pt x="781459" y="598986"/>
                  </a:lnTo>
                  <a:lnTo>
                    <a:pt x="738967" y="606236"/>
                  </a:lnTo>
                  <a:lnTo>
                    <a:pt x="699211" y="614180"/>
                  </a:lnTo>
                  <a:lnTo>
                    <a:pt x="661735" y="622624"/>
                  </a:lnTo>
                  <a:lnTo>
                    <a:pt x="591799" y="640245"/>
                  </a:lnTo>
                  <a:lnTo>
                    <a:pt x="558427" y="649036"/>
                  </a:lnTo>
                  <a:lnTo>
                    <a:pt x="525510" y="657558"/>
                  </a:lnTo>
                  <a:lnTo>
                    <a:pt x="459217" y="673021"/>
                  </a:lnTo>
                  <a:lnTo>
                    <a:pt x="389273" y="685094"/>
                  </a:lnTo>
                  <a:lnTo>
                    <a:pt x="312029" y="692235"/>
                  </a:lnTo>
                  <a:lnTo>
                    <a:pt x="269528" y="693474"/>
                  </a:lnTo>
                  <a:lnTo>
                    <a:pt x="223834" y="692903"/>
                  </a:lnTo>
                  <a:lnTo>
                    <a:pt x="174490" y="690328"/>
                  </a:lnTo>
                  <a:lnTo>
                    <a:pt x="121041" y="685556"/>
                  </a:lnTo>
                  <a:lnTo>
                    <a:pt x="63029" y="678396"/>
                  </a:lnTo>
                  <a:lnTo>
                    <a:pt x="0" y="668655"/>
                  </a:lnTo>
                  <a:lnTo>
                    <a:pt x="0" y="118237"/>
                  </a:lnTo>
                  <a:close/>
                </a:path>
                <a:path w="1221104" h="694055">
                  <a:moveTo>
                    <a:pt x="86613" y="118237"/>
                  </a:moveTo>
                  <a:lnTo>
                    <a:pt x="86613" y="58420"/>
                  </a:lnTo>
                  <a:lnTo>
                    <a:pt x="1130300" y="58420"/>
                  </a:lnTo>
                  <a:lnTo>
                    <a:pt x="1130300" y="522859"/>
                  </a:lnTo>
                  <a:lnTo>
                    <a:pt x="1101181" y="523374"/>
                  </a:lnTo>
                  <a:lnTo>
                    <a:pt x="1075753" y="524510"/>
                  </a:lnTo>
                  <a:lnTo>
                    <a:pt x="1057755" y="525645"/>
                  </a:lnTo>
                  <a:lnTo>
                    <a:pt x="1050925" y="526161"/>
                  </a:lnTo>
                </a:path>
                <a:path w="1221104" h="694055">
                  <a:moveTo>
                    <a:pt x="168020" y="58420"/>
                  </a:moveTo>
                  <a:lnTo>
                    <a:pt x="168020" y="0"/>
                  </a:lnTo>
                  <a:lnTo>
                    <a:pt x="1220723" y="0"/>
                  </a:lnTo>
                  <a:lnTo>
                    <a:pt x="1220723" y="463042"/>
                  </a:lnTo>
                  <a:lnTo>
                    <a:pt x="1187521" y="463419"/>
                  </a:lnTo>
                  <a:lnTo>
                    <a:pt x="1158557" y="464248"/>
                  </a:lnTo>
                  <a:lnTo>
                    <a:pt x="1138070" y="465077"/>
                  </a:lnTo>
                  <a:lnTo>
                    <a:pt x="1130300" y="465455"/>
                  </a:lnTo>
                </a:path>
              </a:pathLst>
            </a:custGeom>
            <a:ln w="38100">
              <a:solidFill>
                <a:srgbClr val="FFFFFF"/>
              </a:solidFill>
            </a:ln>
          </p:spPr>
          <p:txBody>
            <a:bodyPr wrap="square" lIns="0" tIns="0" rIns="0" bIns="0" rtlCol="0"/>
            <a:lstStyle/>
            <a:p>
              <a:endParaRPr/>
            </a:p>
          </p:txBody>
        </p:sp>
      </p:grpSp>
      <p:sp>
        <p:nvSpPr>
          <p:cNvPr id="47" name="object 47"/>
          <p:cNvSpPr txBox="1"/>
          <p:nvPr/>
        </p:nvSpPr>
        <p:spPr>
          <a:xfrm>
            <a:off x="3026791" y="2533904"/>
            <a:ext cx="69278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Partitioner</a:t>
            </a:r>
            <a:endParaRPr sz="1200">
              <a:latin typeface="Calibri"/>
              <a:cs typeface="Calibri"/>
            </a:endParaRPr>
          </a:p>
        </p:txBody>
      </p:sp>
      <p:grpSp>
        <p:nvGrpSpPr>
          <p:cNvPr id="48" name="object 48"/>
          <p:cNvGrpSpPr/>
          <p:nvPr/>
        </p:nvGrpSpPr>
        <p:grpSpPr>
          <a:xfrm>
            <a:off x="2737104" y="3488435"/>
            <a:ext cx="1341120" cy="812800"/>
            <a:chOff x="2737104" y="3488435"/>
            <a:chExt cx="1341120" cy="812800"/>
          </a:xfrm>
        </p:grpSpPr>
        <p:pic>
          <p:nvPicPr>
            <p:cNvPr id="49" name="object 49"/>
            <p:cNvPicPr/>
            <p:nvPr/>
          </p:nvPicPr>
          <p:blipFill>
            <a:blip r:embed="rId7" cstate="print"/>
            <a:stretch>
              <a:fillRect/>
            </a:stretch>
          </p:blipFill>
          <p:spPr>
            <a:xfrm>
              <a:off x="2737104" y="3488435"/>
              <a:ext cx="1341120" cy="812279"/>
            </a:xfrm>
            <a:prstGeom prst="rect">
              <a:avLst/>
            </a:prstGeom>
          </p:spPr>
        </p:pic>
        <p:pic>
          <p:nvPicPr>
            <p:cNvPr id="50" name="object 50"/>
            <p:cNvPicPr/>
            <p:nvPr/>
          </p:nvPicPr>
          <p:blipFill>
            <a:blip r:embed="rId8" cstate="print"/>
            <a:stretch>
              <a:fillRect/>
            </a:stretch>
          </p:blipFill>
          <p:spPr>
            <a:xfrm>
              <a:off x="2857500" y="3764279"/>
              <a:ext cx="929627" cy="400773"/>
            </a:xfrm>
            <a:prstGeom prst="rect">
              <a:avLst/>
            </a:prstGeom>
          </p:spPr>
        </p:pic>
        <p:sp>
          <p:nvSpPr>
            <p:cNvPr id="51" name="object 51"/>
            <p:cNvSpPr/>
            <p:nvPr/>
          </p:nvSpPr>
          <p:spPr>
            <a:xfrm>
              <a:off x="2798826" y="3530345"/>
              <a:ext cx="1222375" cy="694055"/>
            </a:xfrm>
            <a:custGeom>
              <a:avLst/>
              <a:gdLst/>
              <a:ahLst/>
              <a:cxnLst/>
              <a:rect l="l" t="t" r="r" b="b"/>
              <a:pathLst>
                <a:path w="1222375" h="694054">
                  <a:moveTo>
                    <a:pt x="1052195" y="118236"/>
                  </a:moveTo>
                  <a:lnTo>
                    <a:pt x="0" y="118236"/>
                  </a:lnTo>
                  <a:lnTo>
                    <a:pt x="0" y="668629"/>
                  </a:lnTo>
                  <a:lnTo>
                    <a:pt x="63105" y="678374"/>
                  </a:lnTo>
                  <a:lnTo>
                    <a:pt x="121187" y="685536"/>
                  </a:lnTo>
                  <a:lnTo>
                    <a:pt x="174701" y="690308"/>
                  </a:lnTo>
                  <a:lnTo>
                    <a:pt x="224105" y="692884"/>
                  </a:lnTo>
                  <a:lnTo>
                    <a:pt x="269854" y="693456"/>
                  </a:lnTo>
                  <a:lnTo>
                    <a:pt x="312406" y="692216"/>
                  </a:lnTo>
                  <a:lnTo>
                    <a:pt x="352217" y="689358"/>
                  </a:lnTo>
                  <a:lnTo>
                    <a:pt x="425443" y="679555"/>
                  </a:lnTo>
                  <a:lnTo>
                    <a:pt x="493187" y="665591"/>
                  </a:lnTo>
                  <a:lnTo>
                    <a:pt x="626840" y="631341"/>
                  </a:lnTo>
                  <a:lnTo>
                    <a:pt x="662535" y="622585"/>
                  </a:lnTo>
                  <a:lnTo>
                    <a:pt x="700056" y="614139"/>
                  </a:lnTo>
                  <a:lnTo>
                    <a:pt x="739860" y="606193"/>
                  </a:lnTo>
                  <a:lnTo>
                    <a:pt x="782403" y="598941"/>
                  </a:lnTo>
                  <a:lnTo>
                    <a:pt x="828142" y="592575"/>
                  </a:lnTo>
                  <a:lnTo>
                    <a:pt x="877535" y="587288"/>
                  </a:lnTo>
                  <a:lnTo>
                    <a:pt x="931036" y="583274"/>
                  </a:lnTo>
                  <a:lnTo>
                    <a:pt x="989104" y="580724"/>
                  </a:lnTo>
                  <a:lnTo>
                    <a:pt x="1052195" y="579831"/>
                  </a:lnTo>
                  <a:lnTo>
                    <a:pt x="1052195" y="118236"/>
                  </a:lnTo>
                  <a:close/>
                </a:path>
                <a:path w="1222375" h="694054">
                  <a:moveTo>
                    <a:pt x="1131697" y="58419"/>
                  </a:moveTo>
                  <a:lnTo>
                    <a:pt x="86741" y="58419"/>
                  </a:lnTo>
                  <a:lnTo>
                    <a:pt x="86741" y="118236"/>
                  </a:lnTo>
                  <a:lnTo>
                    <a:pt x="1052195" y="118236"/>
                  </a:lnTo>
                  <a:lnTo>
                    <a:pt x="1052195" y="526097"/>
                  </a:lnTo>
                  <a:lnTo>
                    <a:pt x="1059027" y="525595"/>
                  </a:lnTo>
                  <a:lnTo>
                    <a:pt x="1077039" y="524490"/>
                  </a:lnTo>
                  <a:lnTo>
                    <a:pt x="1102504" y="523386"/>
                  </a:lnTo>
                  <a:lnTo>
                    <a:pt x="1131697" y="522884"/>
                  </a:lnTo>
                  <a:lnTo>
                    <a:pt x="1131697" y="58419"/>
                  </a:lnTo>
                  <a:close/>
                </a:path>
                <a:path w="1222375" h="694054">
                  <a:moveTo>
                    <a:pt x="1222248" y="0"/>
                  </a:moveTo>
                  <a:lnTo>
                    <a:pt x="168148" y="0"/>
                  </a:lnTo>
                  <a:lnTo>
                    <a:pt x="168148" y="58419"/>
                  </a:lnTo>
                  <a:lnTo>
                    <a:pt x="1131697" y="58419"/>
                  </a:lnTo>
                  <a:lnTo>
                    <a:pt x="1131697" y="465454"/>
                  </a:lnTo>
                  <a:lnTo>
                    <a:pt x="1160018" y="464248"/>
                  </a:lnTo>
                  <a:lnTo>
                    <a:pt x="1189025" y="463419"/>
                  </a:lnTo>
                  <a:lnTo>
                    <a:pt x="1222248" y="463041"/>
                  </a:lnTo>
                  <a:lnTo>
                    <a:pt x="1222248" y="0"/>
                  </a:lnTo>
                  <a:close/>
                </a:path>
              </a:pathLst>
            </a:custGeom>
            <a:solidFill>
              <a:srgbClr val="0D80B8"/>
            </a:solidFill>
          </p:spPr>
          <p:txBody>
            <a:bodyPr wrap="square" lIns="0" tIns="0" rIns="0" bIns="0" rtlCol="0"/>
            <a:lstStyle/>
            <a:p>
              <a:endParaRPr/>
            </a:p>
          </p:txBody>
        </p:sp>
        <p:sp>
          <p:nvSpPr>
            <p:cNvPr id="52" name="object 52"/>
            <p:cNvSpPr/>
            <p:nvPr/>
          </p:nvSpPr>
          <p:spPr>
            <a:xfrm>
              <a:off x="2798826" y="3530345"/>
              <a:ext cx="1222375" cy="694055"/>
            </a:xfrm>
            <a:custGeom>
              <a:avLst/>
              <a:gdLst/>
              <a:ahLst/>
              <a:cxnLst/>
              <a:rect l="l" t="t" r="r" b="b"/>
              <a:pathLst>
                <a:path w="1222375" h="694054">
                  <a:moveTo>
                    <a:pt x="0" y="118236"/>
                  </a:moveTo>
                  <a:lnTo>
                    <a:pt x="1052195" y="118236"/>
                  </a:lnTo>
                  <a:lnTo>
                    <a:pt x="1052195" y="579831"/>
                  </a:lnTo>
                  <a:lnTo>
                    <a:pt x="989104" y="580724"/>
                  </a:lnTo>
                  <a:lnTo>
                    <a:pt x="931036" y="583274"/>
                  </a:lnTo>
                  <a:lnTo>
                    <a:pt x="877535" y="587288"/>
                  </a:lnTo>
                  <a:lnTo>
                    <a:pt x="828142" y="592575"/>
                  </a:lnTo>
                  <a:lnTo>
                    <a:pt x="782403" y="598941"/>
                  </a:lnTo>
                  <a:lnTo>
                    <a:pt x="739860" y="606193"/>
                  </a:lnTo>
                  <a:lnTo>
                    <a:pt x="700056" y="614139"/>
                  </a:lnTo>
                  <a:lnTo>
                    <a:pt x="662535" y="622585"/>
                  </a:lnTo>
                  <a:lnTo>
                    <a:pt x="592514" y="640212"/>
                  </a:lnTo>
                  <a:lnTo>
                    <a:pt x="559102" y="649005"/>
                  </a:lnTo>
                  <a:lnTo>
                    <a:pt x="526145" y="657529"/>
                  </a:lnTo>
                  <a:lnTo>
                    <a:pt x="459772" y="672997"/>
                  </a:lnTo>
                  <a:lnTo>
                    <a:pt x="389744" y="685073"/>
                  </a:lnTo>
                  <a:lnTo>
                    <a:pt x="312406" y="692216"/>
                  </a:lnTo>
                  <a:lnTo>
                    <a:pt x="269854" y="693456"/>
                  </a:lnTo>
                  <a:lnTo>
                    <a:pt x="224105" y="692884"/>
                  </a:lnTo>
                  <a:lnTo>
                    <a:pt x="174701" y="690308"/>
                  </a:lnTo>
                  <a:lnTo>
                    <a:pt x="121187" y="685536"/>
                  </a:lnTo>
                  <a:lnTo>
                    <a:pt x="63105" y="678374"/>
                  </a:lnTo>
                  <a:lnTo>
                    <a:pt x="0" y="668629"/>
                  </a:lnTo>
                  <a:lnTo>
                    <a:pt x="0" y="118236"/>
                  </a:lnTo>
                  <a:close/>
                </a:path>
                <a:path w="1222375" h="694054">
                  <a:moveTo>
                    <a:pt x="86741" y="118236"/>
                  </a:moveTo>
                  <a:lnTo>
                    <a:pt x="86741" y="58419"/>
                  </a:lnTo>
                  <a:lnTo>
                    <a:pt x="1131697" y="58419"/>
                  </a:lnTo>
                  <a:lnTo>
                    <a:pt x="1131697" y="522884"/>
                  </a:lnTo>
                  <a:lnTo>
                    <a:pt x="1102504" y="523386"/>
                  </a:lnTo>
                  <a:lnTo>
                    <a:pt x="1077039" y="524490"/>
                  </a:lnTo>
                  <a:lnTo>
                    <a:pt x="1059027" y="525595"/>
                  </a:lnTo>
                  <a:lnTo>
                    <a:pt x="1052195" y="526097"/>
                  </a:lnTo>
                </a:path>
                <a:path w="1222375" h="694054">
                  <a:moveTo>
                    <a:pt x="168148" y="58419"/>
                  </a:moveTo>
                  <a:lnTo>
                    <a:pt x="168148" y="0"/>
                  </a:lnTo>
                  <a:lnTo>
                    <a:pt x="1222248" y="0"/>
                  </a:lnTo>
                  <a:lnTo>
                    <a:pt x="1222248" y="463041"/>
                  </a:lnTo>
                  <a:lnTo>
                    <a:pt x="1189025" y="463419"/>
                  </a:lnTo>
                  <a:lnTo>
                    <a:pt x="1160018" y="464248"/>
                  </a:lnTo>
                  <a:lnTo>
                    <a:pt x="1139487" y="465077"/>
                  </a:lnTo>
                  <a:lnTo>
                    <a:pt x="1131697" y="465454"/>
                  </a:lnTo>
                </a:path>
              </a:pathLst>
            </a:custGeom>
            <a:ln w="38100">
              <a:solidFill>
                <a:srgbClr val="FFFFFF"/>
              </a:solidFill>
            </a:ln>
          </p:spPr>
          <p:txBody>
            <a:bodyPr wrap="square" lIns="0" tIns="0" rIns="0" bIns="0" rtlCol="0"/>
            <a:lstStyle/>
            <a:p>
              <a:endParaRPr/>
            </a:p>
          </p:txBody>
        </p:sp>
      </p:grpSp>
      <p:sp>
        <p:nvSpPr>
          <p:cNvPr id="53" name="object 53"/>
          <p:cNvSpPr txBox="1"/>
          <p:nvPr/>
        </p:nvSpPr>
        <p:spPr>
          <a:xfrm>
            <a:off x="2979166" y="3810406"/>
            <a:ext cx="69278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Calibri"/>
                <a:cs typeface="Calibri"/>
              </a:rPr>
              <a:t>Partitioner</a:t>
            </a:r>
            <a:endParaRPr sz="1200">
              <a:latin typeface="Calibri"/>
              <a:cs typeface="Calibri"/>
            </a:endParaRPr>
          </a:p>
        </p:txBody>
      </p:sp>
      <p:sp>
        <p:nvSpPr>
          <p:cNvPr id="55" name="object 55"/>
          <p:cNvSpPr txBox="1">
            <a:spLocks noGrp="1"/>
          </p:cNvSpPr>
          <p:nvPr>
            <p:ph type="ftr" sz="quarter" idx="5"/>
          </p:nvPr>
        </p:nvSpPr>
        <p:spPr>
          <a:prstGeom prst="rect">
            <a:avLst/>
          </a:prstGeom>
        </p:spPr>
        <p:txBody>
          <a:bodyPr vert="horz" wrap="square" lIns="0" tIns="0" rIns="0" bIns="0" rtlCol="0">
            <a:spAutoFit/>
          </a:bodyPr>
          <a:lstStyle/>
          <a:p>
            <a:pPr marL="12700">
              <a:lnSpc>
                <a:spcPts val="885"/>
              </a:lnSpc>
            </a:pPr>
            <a:r>
              <a:rPr lang="en-IN" spc="5" dirty="0"/>
              <a:t> </a:t>
            </a:r>
            <a:endParaRPr spc="5" dirty="0"/>
          </a:p>
        </p:txBody>
      </p:sp>
      <p:sp>
        <p:nvSpPr>
          <p:cNvPr id="54" name="object 54"/>
          <p:cNvSpPr txBox="1">
            <a:spLocks noGrp="1"/>
          </p:cNvSpPr>
          <p:nvPr>
            <p:ph type="title"/>
          </p:nvPr>
        </p:nvSpPr>
        <p:spPr>
          <a:xfrm>
            <a:off x="471017" y="324053"/>
            <a:ext cx="6840220" cy="452120"/>
          </a:xfrm>
          <a:prstGeom prst="rect">
            <a:avLst/>
          </a:prstGeom>
        </p:spPr>
        <p:txBody>
          <a:bodyPr vert="horz" wrap="square" lIns="0" tIns="12065" rIns="0" bIns="0" rtlCol="0">
            <a:spAutoFit/>
          </a:bodyPr>
          <a:lstStyle/>
          <a:p>
            <a:pPr marL="12700">
              <a:lnSpc>
                <a:spcPct val="100000"/>
              </a:lnSpc>
              <a:spcBef>
                <a:spcPts val="95"/>
              </a:spcBef>
            </a:pPr>
            <a:r>
              <a:rPr spc="-10" dirty="0">
                <a:solidFill>
                  <a:srgbClr val="095A82"/>
                </a:solidFill>
              </a:rPr>
              <a:t>Partitioner</a:t>
            </a:r>
            <a:r>
              <a:rPr spc="40" dirty="0">
                <a:solidFill>
                  <a:srgbClr val="095A82"/>
                </a:solidFill>
              </a:rPr>
              <a:t> </a:t>
            </a:r>
            <a:r>
              <a:rPr spc="-5" dirty="0">
                <a:solidFill>
                  <a:srgbClr val="095A82"/>
                </a:solidFill>
              </a:rPr>
              <a:t>–</a:t>
            </a:r>
            <a:r>
              <a:rPr spc="15" dirty="0">
                <a:solidFill>
                  <a:srgbClr val="095A82"/>
                </a:solidFill>
              </a:rPr>
              <a:t> </a:t>
            </a:r>
            <a:r>
              <a:rPr spc="-5" dirty="0">
                <a:solidFill>
                  <a:srgbClr val="095A82"/>
                </a:solidFill>
              </a:rPr>
              <a:t>Redirecting</a:t>
            </a:r>
            <a:r>
              <a:rPr spc="25" dirty="0">
                <a:solidFill>
                  <a:srgbClr val="095A82"/>
                </a:solidFill>
              </a:rPr>
              <a:t> </a:t>
            </a:r>
            <a:r>
              <a:rPr spc="-5" dirty="0">
                <a:solidFill>
                  <a:srgbClr val="095A82"/>
                </a:solidFill>
              </a:rPr>
              <a:t>Output</a:t>
            </a:r>
            <a:r>
              <a:rPr dirty="0">
                <a:solidFill>
                  <a:srgbClr val="095A82"/>
                </a:solidFill>
              </a:rPr>
              <a:t> </a:t>
            </a:r>
            <a:r>
              <a:rPr spc="-5" dirty="0">
                <a:solidFill>
                  <a:srgbClr val="095A82"/>
                </a:solidFill>
              </a:rPr>
              <a:t>from</a:t>
            </a:r>
            <a:r>
              <a:rPr spc="10" dirty="0">
                <a:solidFill>
                  <a:srgbClr val="095A82"/>
                </a:solidFill>
              </a:rPr>
              <a:t> </a:t>
            </a:r>
            <a:r>
              <a:rPr spc="-10" dirty="0">
                <a:solidFill>
                  <a:srgbClr val="095A82"/>
                </a:solidFill>
              </a:rPr>
              <a:t>Mapper</a:t>
            </a:r>
          </a:p>
        </p:txBody>
      </p:sp>
      <p:sp>
        <p:nvSpPr>
          <p:cNvPr id="56" name="object 3">
            <a:extLst>
              <a:ext uri="{FF2B5EF4-FFF2-40B4-BE49-F238E27FC236}">
                <a16:creationId xmlns:a16="http://schemas.microsoft.com/office/drawing/2014/main" id="{B123311F-ECD5-5B38-C573-F29F7BF630AC}"/>
              </a:ext>
            </a:extLst>
          </p:cNvPr>
          <p:cNvSpPr txBox="1">
            <a:spLocks/>
          </p:cNvSpPr>
          <p:nvPr/>
        </p:nvSpPr>
        <p:spPr>
          <a:xfrm>
            <a:off x="6298955" y="4930242"/>
            <a:ext cx="2601595" cy="115416"/>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9F9F9F"/>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885"/>
              </a:lnSpc>
            </a:pPr>
            <a:r>
              <a:rPr lang="en-US" spc="5"/>
              <a:t>Dr. K. Vishal Reddy  | Associate Professor | Dept. of IT | KMIT</a:t>
            </a:r>
            <a:endParaRPr lang="en-US" spc="5" dirty="0"/>
          </a:p>
        </p:txBody>
      </p:sp>
      <p:sp>
        <p:nvSpPr>
          <p:cNvPr id="57" name="Rectangle 56">
            <a:extLst>
              <a:ext uri="{FF2B5EF4-FFF2-40B4-BE49-F238E27FC236}">
                <a16:creationId xmlns:a16="http://schemas.microsoft.com/office/drawing/2014/main" id="{667BEF6A-424F-513A-40F2-D6E6A16DBB59}"/>
              </a:ext>
            </a:extLst>
          </p:cNvPr>
          <p:cNvSpPr/>
          <p:nvPr/>
        </p:nvSpPr>
        <p:spPr>
          <a:xfrm>
            <a:off x="589789" y="4777842"/>
            <a:ext cx="1010411" cy="304800"/>
          </a:xfrm>
          <a:prstGeom prst="rect">
            <a:avLst/>
          </a:prstGeom>
          <a:solidFill>
            <a:srgbClr val="0957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KMIT</a:t>
            </a:r>
            <a:endParaRPr lang="en-IN" dirty="0"/>
          </a:p>
        </p:txBody>
      </p:sp>
    </p:spTree>
    <p:extLst>
      <p:ext uri="{BB962C8B-B14F-4D97-AF65-F5344CB8AC3E}">
        <p14:creationId xmlns:p14="http://schemas.microsoft.com/office/powerpoint/2010/main" val="31944938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518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8031</TotalTime>
  <Words>9074</Words>
  <Application>Microsoft Office PowerPoint</Application>
  <PresentationFormat>On-screen Show (16:9)</PresentationFormat>
  <Paragraphs>1146</Paragraphs>
  <Slides>113</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113</vt:i4>
      </vt:variant>
    </vt:vector>
  </HeadingPairs>
  <TitlesOfParts>
    <vt:vector size="126" baseType="lpstr">
      <vt:lpstr>Arial</vt:lpstr>
      <vt:lpstr>Arial MT</vt:lpstr>
      <vt:lpstr>Arial Rounded MT Bold</vt:lpstr>
      <vt:lpstr>Calibri</vt:lpstr>
      <vt:lpstr>MinionPro-Italic</vt:lpstr>
      <vt:lpstr>MinionPro-Regular</vt:lpstr>
      <vt:lpstr>Tahoma</vt:lpstr>
      <vt:lpstr>Times New Roman</vt:lpstr>
      <vt:lpstr>UbuntuMono-Bold</vt:lpstr>
      <vt:lpstr>UbuntuMono-Italic</vt:lpstr>
      <vt:lpstr>UbuntuMono-Regular</vt:lpstr>
      <vt:lpstr>Wingdings</vt:lpstr>
      <vt:lpstr>Office Theme</vt:lpstr>
      <vt:lpstr>PowerPoint Presentation</vt:lpstr>
      <vt:lpstr>PowerPoint Presentation</vt:lpstr>
      <vt:lpstr>PowerPoint Presentation</vt:lpstr>
      <vt:lpstr>Serialization</vt:lpstr>
      <vt:lpstr>Serialization</vt:lpstr>
      <vt:lpstr>Serialization</vt:lpstr>
      <vt:lpstr>Serialization</vt:lpstr>
      <vt:lpstr>PowerPoint Presentation</vt:lpstr>
      <vt:lpstr>Writable Interface</vt:lpstr>
      <vt:lpstr>WritableComparable</vt:lpstr>
      <vt:lpstr>RawComparators</vt:lpstr>
      <vt:lpstr>PowerPoint Presentation</vt:lpstr>
      <vt:lpstr>PowerPoint Presentation</vt:lpstr>
      <vt:lpstr>Writable Classes </vt:lpstr>
      <vt:lpstr>Text</vt:lpstr>
      <vt:lpstr>Text</vt:lpstr>
      <vt:lpstr>Indexing</vt:lpstr>
      <vt:lpstr>Unicode</vt:lpstr>
      <vt:lpstr>Iteration</vt:lpstr>
      <vt:lpstr>Mutability</vt:lpstr>
      <vt:lpstr>Restoring to string</vt:lpstr>
      <vt:lpstr>PowerPoint Presentation</vt:lpstr>
      <vt:lpstr>Implementing a custom Writable</vt:lpstr>
      <vt:lpstr>Implementing a custom Writable</vt:lpstr>
      <vt:lpstr>Implementing a custom Writable</vt:lpstr>
      <vt:lpstr>PowerPoint Presentation</vt:lpstr>
      <vt:lpstr>Serialization Frameworks</vt:lpstr>
      <vt:lpstr>Serialization Frameworks</vt:lpstr>
      <vt:lpstr>Serialization IDL</vt:lpstr>
      <vt:lpstr>Serialization IDL</vt:lpstr>
      <vt:lpstr>PowerPoint Presentation</vt:lpstr>
      <vt:lpstr>File-Based Data Structures:</vt:lpstr>
      <vt:lpstr>Sequence Files</vt:lpstr>
      <vt:lpstr>Writing a Sequence Files</vt:lpstr>
      <vt:lpstr>Writing a Sequence Files Output</vt:lpstr>
      <vt:lpstr>Reading a Sequence Files</vt:lpstr>
      <vt:lpstr>Reading a Sequence Files</vt:lpstr>
      <vt:lpstr>Reading a Sequence Files</vt:lpstr>
      <vt:lpstr>Reading a Sequence Files</vt:lpstr>
      <vt:lpstr>Displaying a SequenceFile with the command-line interface</vt:lpstr>
      <vt:lpstr>The Sequence File format</vt:lpstr>
      <vt:lpstr>The Sequence File format</vt:lpstr>
      <vt:lpstr>The Sequence File format</vt:lpstr>
      <vt:lpstr>PowerPoint Presentation</vt:lpstr>
      <vt:lpstr>Data Format of Weather DataSet</vt:lpstr>
      <vt:lpstr>Analyzing the Data with Unix Tools</vt:lpstr>
      <vt:lpstr>The Traditional Way</vt:lpstr>
      <vt:lpstr>Analyzing the Data with Unix Tools</vt:lpstr>
      <vt:lpstr>Analyzing the Data with Unix Tools</vt:lpstr>
      <vt:lpstr>Analyzing the Data with Unix Tools</vt:lpstr>
      <vt:lpstr>Analyzing the Data with Hadoop</vt:lpstr>
      <vt:lpstr>MapReduce Way</vt:lpstr>
      <vt:lpstr>MapReduce Paradigm</vt:lpstr>
      <vt:lpstr>MapReduce Paradigm</vt:lpstr>
      <vt:lpstr>Scaling Out   Data Flow  Combiner Functions</vt:lpstr>
      <vt:lpstr>Scaling Out</vt:lpstr>
      <vt:lpstr>Data Flow</vt:lpstr>
      <vt:lpstr>Input Splits</vt:lpstr>
      <vt:lpstr>Relation Between Input Splits and HDFS Blocks</vt:lpstr>
      <vt:lpstr>Data Flow</vt:lpstr>
      <vt:lpstr>Data Flow</vt:lpstr>
      <vt:lpstr>Why MapReduce?</vt:lpstr>
      <vt:lpstr>Data Flow</vt:lpstr>
      <vt:lpstr>Data Flow</vt:lpstr>
      <vt:lpstr>Data Flow</vt:lpstr>
      <vt:lpstr>Data Flow</vt:lpstr>
      <vt:lpstr>Data Flow</vt:lpstr>
      <vt:lpstr>Combiner Functions</vt:lpstr>
      <vt:lpstr>Combiner Functions</vt:lpstr>
      <vt:lpstr>Combiner Functions</vt:lpstr>
      <vt:lpstr>Combiner</vt:lpstr>
      <vt:lpstr>PowerPoint Presentation</vt:lpstr>
      <vt:lpstr>YARN</vt:lpstr>
      <vt:lpstr>YARN</vt:lpstr>
      <vt:lpstr>PowerPoint Presentation</vt:lpstr>
      <vt:lpstr>Hadoop 2.x MapReduce Architecture</vt:lpstr>
      <vt:lpstr>Resource Requests</vt:lpstr>
      <vt:lpstr>Resource Requests</vt:lpstr>
      <vt:lpstr>Resource Requests</vt:lpstr>
      <vt:lpstr>Application LifeSpan</vt:lpstr>
      <vt:lpstr>Application LifeSpan</vt:lpstr>
      <vt:lpstr>Application LifeSpan</vt:lpstr>
      <vt:lpstr>Building YARN Applications</vt:lpstr>
      <vt:lpstr>Building YARN Applications</vt:lpstr>
      <vt:lpstr>YARN Compared to MapReduce1</vt:lpstr>
      <vt:lpstr>YARN Compared to MapReduce1</vt:lpstr>
      <vt:lpstr>YARN Compared to MapReduce1</vt:lpstr>
      <vt:lpstr>Hadoop 2.x MapReduce Components</vt:lpstr>
      <vt:lpstr>Anatomy of a MapReduce Program</vt:lpstr>
      <vt:lpstr>Demo of WordCount program</vt:lpstr>
      <vt:lpstr>MapReduce Job Submission Flow</vt:lpstr>
      <vt:lpstr>Anatomy of a YARN Application Run</vt:lpstr>
      <vt:lpstr>PowerPoint Presentation</vt:lpstr>
      <vt:lpstr>MapReduce Job Submission Flow</vt:lpstr>
      <vt:lpstr>MapReduce Job Submission Flow</vt:lpstr>
      <vt:lpstr>MapReduce Job Submission Flow</vt:lpstr>
      <vt:lpstr>MapReduce Job Submission Flow</vt:lpstr>
      <vt:lpstr>MapReduce Job Submission Flow</vt:lpstr>
      <vt:lpstr>Weather Data</vt:lpstr>
      <vt:lpstr>Demo of WeatherData Program</vt:lpstr>
      <vt:lpstr>PowerPoint Presentation</vt:lpstr>
      <vt:lpstr>PowerPoint Presentation</vt:lpstr>
      <vt:lpstr>PowerPoint Presentation</vt:lpstr>
      <vt:lpstr>Executing MapReduce Application on YARN</vt:lpstr>
      <vt:lpstr>YARN MR Application Execution Flow</vt:lpstr>
      <vt:lpstr>YARN MR Application Execution Flow</vt:lpstr>
      <vt:lpstr>YARN MR Application Execution Flow</vt:lpstr>
      <vt:lpstr>YARN MR Application Execution Flow</vt:lpstr>
      <vt:lpstr>YARN MR Application Execution Flow</vt:lpstr>
      <vt:lpstr>Hadoop 2.x : YARN Workflow</vt:lpstr>
      <vt:lpstr>Overview of MapReduce</vt:lpstr>
      <vt:lpstr>Combiner – Local Reduce</vt:lpstr>
      <vt:lpstr>Partitioner – Redirecting Output from Mapper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Komala</dc:creator>
  <cp:lastModifiedBy>vishal reddy</cp:lastModifiedBy>
  <cp:revision>53</cp:revision>
  <dcterms:created xsi:type="dcterms:W3CDTF">2023-01-17T09:27:38Z</dcterms:created>
  <dcterms:modified xsi:type="dcterms:W3CDTF">2023-09-29T17:24:19Z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2019-07-05T00:00:00Z</vt:filetime>
  </property>
  <property fmtid="{D5CDD505-2E9C-101B-9397-08002B2CF9AE}" pid="3" name="Creator">
    <vt:lpwstr>Microsoft® PowerPoint® 2019</vt:lpwstr>
  </property>
  <property fmtid="{D5CDD505-2E9C-101B-9397-08002B2CF9AE}" pid="4" name="LastSaved">
    <vt:filetime>2023-01-17T00:00:00Z</vt:filetime>
  </property>
</Properties>
</file>